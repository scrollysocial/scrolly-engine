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The same product photo three times, at three sizes. Swap in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the size labels and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In your hand: a full-page photo. Move the arrows to the edges of your product.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Left: a screenshot of your shop photo. Right: the real thing, at the same height.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In use: swap in its photo.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a photo of your product on a plain surface. Type its exact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your product photo.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628650" y="6819900"/>
            <a:ext cx="3124200" cy="3505200"/>
          </a:xfrm>
          <a:prstGeom prst="rect">
            <a:avLst/>
          </a:prstGeom>
        </p:spPr>
      </p:pic>
      <p:sp>
        <p:nvSpPr>
          <p:cNvPr id="4" name="PHOTO: Your product (small)"/>
          <p:cNvSpPr/>
          <p:nvPr/>
        </p:nvSpPr>
        <p:spPr>
          <a:xfrm rot="240000">
            <a:off x="1143000" y="7334250"/>
            <a:ext cx="2095500" cy="2476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hoto border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3276600" y="6800850"/>
            <a:ext cx="4686300" cy="5448300"/>
          </a:xfrm>
          <a:prstGeom prst="rect">
            <a:avLst/>
          </a:prstGeom>
        </p:spPr>
      </p:pic>
      <p:sp>
        <p:nvSpPr>
          <p:cNvPr id="6" name="PHOTO: Your product (medium)"/>
          <p:cNvSpPr/>
          <p:nvPr/>
        </p:nvSpPr>
        <p:spPr>
          <a:xfrm rot="-180000">
            <a:off x="3810000" y="7334250"/>
            <a:ext cx="3619500" cy="438150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7" name="TEXT: this big?"/>
          <p:cNvSpPr/>
          <p:nvPr/>
        </p:nvSpPr>
        <p:spPr>
          <a:xfrm rot="240000">
            <a:off x="1014412" y="10129838"/>
            <a:ext cx="2352675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this big?</a:t>
            </a:r>
          </a:p>
        </p:txBody>
      </p:sp>
      <p:sp>
        <p:nvSpPr>
          <p:cNvPr id="8" name="TEXT: this big?"/>
          <p:cNvSpPr/>
          <p:nvPr/>
        </p:nvSpPr>
        <p:spPr>
          <a:xfrm rot="21420000">
            <a:off x="4443412" y="12034838"/>
            <a:ext cx="2352675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ctr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this big?</a:t>
            </a:r>
          </a:p>
        </p:txBody>
      </p:sp>
      <p:sp>
        <p:nvSpPr>
          <p:cNvPr id="9" name="LETTERING: how big"/>
          <p:cNvSpPr txBox="1"/>
          <p:nvPr/>
        </p:nvSpPr>
        <p:spPr>
          <a:xfrm rot="120000">
            <a:off x="1023938" y="1447800"/>
            <a:ext cx="6715125" cy="2057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0" i="0">
                <a:solidFill>
                  <a:srgbClr val="BFD9F2"/>
                </a:solidFill>
                <a:latin typeface="DM Serif Display"/>
              </a:rPr>
              <a:t>how </a:t>
            </a:r>
            <a:r>
              <a:rPr sz="13500" i="0">
                <a:solidFill>
                  <a:srgbClr val="BFD9F2"/>
                </a:solidFill>
                <a:latin typeface="DM Serif Display"/>
              </a:rPr>
              <a:t>big</a:t>
            </a:r>
          </a:p>
        </p:txBody>
      </p:sp>
      <p:sp>
        <p:nvSpPr>
          <p:cNvPr id="10" name="TEXT: is it really?"/>
          <p:cNvSpPr/>
          <p:nvPr/>
        </p:nvSpPr>
        <p:spPr>
          <a:xfrm rot="120000">
            <a:off x="1862138" y="3705225"/>
            <a:ext cx="4848225" cy="11620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1" sz="6300">
                <a:solidFill>
                  <a:srgbClr val="FFFFFF"/>
                </a:solidFill>
                <a:latin typeface="Montserrat"/>
              </a:rPr>
              <a:t>is it really?</a:t>
            </a:r>
          </a:p>
        </p:txBody>
      </p:sp>
      <p:sp>
        <p:nvSpPr>
          <p:cNvPr id="11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1181100" y="4800600"/>
            <a:ext cx="3924300" cy="6781800"/>
          </a:xfrm>
          <a:prstGeom prst="rect">
            <a:avLst/>
          </a:prstGeom>
        </p:spPr>
      </p:pic>
      <p:sp>
        <p:nvSpPr>
          <p:cNvPr id="4" name="phone pattern"/>
          <p:cNvSpPr/>
          <p:nvPr/>
        </p:nvSpPr>
        <p:spPr>
          <a:xfrm rot="480000">
            <a:off x="1181100" y="4800600"/>
            <a:ext cx="3924300" cy="6781800"/>
          </a:xfrm>
          <a:custGeom>
            <a:avLst/>
            <a:gdLst/>
            <a:ahLst/>
            <a:cxnLst/>
            <a:rect l="0" t="0" r="r" b="b"/>
            <a:pathLst>
              <a:path w="3924300" h="6781800">
                <a:moveTo>
                  <a:pt x="974994" y="6205537"/>
                </a:moveTo>
                <a:cubicBezTo>
                  <a:pt x="966535" y="6183494"/>
                  <a:pt x="978434" y="6162675"/>
                  <a:pt x="999490" y="6162675"/>
                </a:cubicBezTo>
                <a:cubicBezTo>
                  <a:pt x="1020017" y="6162675"/>
                  <a:pt x="1038302" y="6188616"/>
                  <a:pt x="1031381" y="6207918"/>
                </a:cubicBezTo>
                <a:cubicBezTo>
                  <a:pt x="1025383" y="6224646"/>
                  <a:pt x="981618" y="6222798"/>
                  <a:pt x="974994" y="6205537"/>
                </a:cubicBezTo>
                <a:close/>
                <a:moveTo>
                  <a:pt x="1591054" y="6205995"/>
                </a:moveTo>
                <a:cubicBezTo>
                  <a:pt x="1574367" y="6185888"/>
                  <a:pt x="1582852" y="6158378"/>
                  <a:pt x="1606796" y="6154953"/>
                </a:cubicBezTo>
                <a:cubicBezTo>
                  <a:pt x="1635826" y="6150801"/>
                  <a:pt x="1653339" y="6184374"/>
                  <a:pt x="1632838" y="6204876"/>
                </a:cubicBezTo>
                <a:cubicBezTo>
                  <a:pt x="1614296" y="6223417"/>
                  <a:pt x="1605704" y="6223647"/>
                  <a:pt x="1591054" y="6205995"/>
                </a:cubicBezTo>
                <a:close/>
                <a:moveTo>
                  <a:pt x="2221349" y="6208514"/>
                </a:moveTo>
                <a:cubicBezTo>
                  <a:pt x="2194109" y="6181274"/>
                  <a:pt x="2222760" y="6144252"/>
                  <a:pt x="2253443" y="6167041"/>
                </a:cubicBezTo>
                <a:cubicBezTo>
                  <a:pt x="2267770" y="6177681"/>
                  <a:pt x="2269510" y="6184203"/>
                  <a:pt x="2261507" y="6197268"/>
                </a:cubicBezTo>
                <a:cubicBezTo>
                  <a:pt x="2248093" y="6219165"/>
                  <a:pt x="2235521" y="6222686"/>
                  <a:pt x="2221349" y="6208514"/>
                </a:cubicBezTo>
                <a:close/>
                <a:moveTo>
                  <a:pt x="2657475" y="6211319"/>
                </a:moveTo>
                <a:cubicBezTo>
                  <a:pt x="2657475" y="6194826"/>
                  <a:pt x="2689494" y="6190612"/>
                  <a:pt x="2704069" y="6205187"/>
                </a:cubicBezTo>
                <a:cubicBezTo>
                  <a:pt x="2717236" y="6218354"/>
                  <a:pt x="2715630" y="6219825"/>
                  <a:pt x="2688091" y="6219825"/>
                </a:cubicBezTo>
                <a:cubicBezTo>
                  <a:pt x="2671252" y="6219825"/>
                  <a:pt x="2657475" y="6215997"/>
                  <a:pt x="2657475" y="6211319"/>
                </a:cubicBezTo>
                <a:close/>
                <a:moveTo>
                  <a:pt x="2891890" y="6204847"/>
                </a:moveTo>
                <a:cubicBezTo>
                  <a:pt x="2888729" y="6196609"/>
                  <a:pt x="2890565" y="6181607"/>
                  <a:pt x="2895969" y="6171509"/>
                </a:cubicBezTo>
                <a:cubicBezTo>
                  <a:pt x="2915693" y="6134654"/>
                  <a:pt x="2970391" y="6160197"/>
                  <a:pt x="2957657" y="6200317"/>
                </a:cubicBezTo>
                <a:cubicBezTo>
                  <a:pt x="2950043" y="6224306"/>
                  <a:pt x="2900662" y="6227707"/>
                  <a:pt x="2891890" y="6204847"/>
                </a:cubicBezTo>
                <a:close/>
                <a:moveTo>
                  <a:pt x="854868" y="6193560"/>
                </a:moveTo>
                <a:cubicBezTo>
                  <a:pt x="845700" y="6191521"/>
                  <a:pt x="838200" y="6185881"/>
                  <a:pt x="838200" y="6181026"/>
                </a:cubicBezTo>
                <a:cubicBezTo>
                  <a:pt x="838200" y="6168859"/>
                  <a:pt x="864221" y="6169887"/>
                  <a:pt x="871929" y="6182358"/>
                </a:cubicBezTo>
                <a:cubicBezTo>
                  <a:pt x="879962" y="6195356"/>
                  <a:pt x="875655" y="6198184"/>
                  <a:pt x="854868" y="6193560"/>
                </a:cubicBezTo>
                <a:close/>
                <a:moveTo>
                  <a:pt x="2057266" y="6186326"/>
                </a:moveTo>
                <a:cubicBezTo>
                  <a:pt x="2046804" y="6173720"/>
                  <a:pt x="2047340" y="6168652"/>
                  <a:pt x="2060531" y="6155461"/>
                </a:cubicBezTo>
                <a:cubicBezTo>
                  <a:pt x="2079078" y="6136913"/>
                  <a:pt x="2099302" y="6150252"/>
                  <a:pt x="2094012" y="6177542"/>
                </a:cubicBezTo>
                <a:cubicBezTo>
                  <a:pt x="2089558" y="6200516"/>
                  <a:pt x="2072439" y="6204609"/>
                  <a:pt x="2057266" y="6186326"/>
                </a:cubicBezTo>
                <a:close/>
                <a:moveTo>
                  <a:pt x="1285008" y="6156868"/>
                </a:moveTo>
                <a:cubicBezTo>
                  <a:pt x="1275521" y="6145437"/>
                  <a:pt x="1276135" y="6139757"/>
                  <a:pt x="1288160" y="6127732"/>
                </a:cubicBezTo>
                <a:cubicBezTo>
                  <a:pt x="1305621" y="6110270"/>
                  <a:pt x="1323975" y="6118180"/>
                  <a:pt x="1323975" y="6143168"/>
                </a:cubicBezTo>
                <a:cubicBezTo>
                  <a:pt x="1323975" y="6166278"/>
                  <a:pt x="1299856" y="6174758"/>
                  <a:pt x="1285008" y="6156868"/>
                </a:cubicBezTo>
                <a:close/>
                <a:moveTo>
                  <a:pt x="2768798" y="6166048"/>
                </a:moveTo>
                <a:cubicBezTo>
                  <a:pt x="2754125" y="6151375"/>
                  <a:pt x="2762631" y="6124575"/>
                  <a:pt x="2781962" y="6124575"/>
                </a:cubicBezTo>
                <a:cubicBezTo>
                  <a:pt x="2796778" y="6124575"/>
                  <a:pt x="2800918" y="6129712"/>
                  <a:pt x="2798631" y="6145260"/>
                </a:cubicBezTo>
                <a:cubicBezTo>
                  <a:pt x="2795470" y="6166741"/>
                  <a:pt x="2780160" y="6177410"/>
                  <a:pt x="2768798" y="6166048"/>
                </a:cubicBezTo>
                <a:close/>
                <a:moveTo>
                  <a:pt x="1459706" y="6156366"/>
                </a:moveTo>
                <a:cubicBezTo>
                  <a:pt x="1436346" y="6146940"/>
                  <a:pt x="1451826" y="6086475"/>
                  <a:pt x="1477599" y="6086475"/>
                </a:cubicBezTo>
                <a:cubicBezTo>
                  <a:pt x="1487226" y="6086475"/>
                  <a:pt x="1514475" y="6114628"/>
                  <a:pt x="1514475" y="6124575"/>
                </a:cubicBezTo>
                <a:cubicBezTo>
                  <a:pt x="1514475" y="6134665"/>
                  <a:pt x="1486908" y="6162950"/>
                  <a:pt x="1478075" y="6161923"/>
                </a:cubicBezTo>
                <a:cubicBezTo>
                  <a:pt x="1474521" y="6161509"/>
                  <a:pt x="1466254" y="6159009"/>
                  <a:pt x="1459706" y="6156366"/>
                </a:cubicBezTo>
                <a:close/>
                <a:moveTo>
                  <a:pt x="1918144" y="6148843"/>
                </a:moveTo>
                <a:cubicBezTo>
                  <a:pt x="1911509" y="6131552"/>
                  <a:pt x="1921146" y="6115050"/>
                  <a:pt x="1937880" y="6115050"/>
                </a:cubicBezTo>
                <a:cubicBezTo>
                  <a:pt x="1955259" y="6115050"/>
                  <a:pt x="1963067" y="6138897"/>
                  <a:pt x="1949975" y="6151989"/>
                </a:cubicBezTo>
                <a:cubicBezTo>
                  <a:pt x="1935466" y="6166498"/>
                  <a:pt x="1924503" y="6165415"/>
                  <a:pt x="1918144" y="6148843"/>
                </a:cubicBezTo>
                <a:close/>
                <a:moveTo>
                  <a:pt x="2565939" y="6149091"/>
                </a:moveTo>
                <a:cubicBezTo>
                  <a:pt x="2557273" y="6126508"/>
                  <a:pt x="2569535" y="6103701"/>
                  <a:pt x="2588389" y="6107332"/>
                </a:cubicBezTo>
                <a:cubicBezTo>
                  <a:pt x="2598934" y="6109363"/>
                  <a:pt x="2605087" y="6119227"/>
                  <a:pt x="2605087" y="6134100"/>
                </a:cubicBezTo>
                <a:cubicBezTo>
                  <a:pt x="2605087" y="6161252"/>
                  <a:pt x="2575023" y="6172764"/>
                  <a:pt x="2565939" y="6149091"/>
                </a:cubicBezTo>
                <a:close/>
                <a:moveTo>
                  <a:pt x="1111701" y="6147251"/>
                </a:moveTo>
                <a:cubicBezTo>
                  <a:pt x="1080791" y="6116341"/>
                  <a:pt x="1124175" y="6056680"/>
                  <a:pt x="1162606" y="6077247"/>
                </a:cubicBezTo>
                <a:cubicBezTo>
                  <a:pt x="1195553" y="6094880"/>
                  <a:pt x="1184738" y="6147564"/>
                  <a:pt x="1147420" y="6151220"/>
                </a:cubicBezTo>
                <a:cubicBezTo>
                  <a:pt x="1131515" y="6152778"/>
                  <a:pt x="1115442" y="6150992"/>
                  <a:pt x="1111701" y="6147251"/>
                </a:cubicBezTo>
                <a:close/>
                <a:moveTo>
                  <a:pt x="1746732" y="6139418"/>
                </a:moveTo>
                <a:cubicBezTo>
                  <a:pt x="1736401" y="6112495"/>
                  <a:pt x="1747615" y="6091281"/>
                  <a:pt x="1773780" y="6088255"/>
                </a:cubicBezTo>
                <a:cubicBezTo>
                  <a:pt x="1800385" y="6085178"/>
                  <a:pt x="1820018" y="6119304"/>
                  <a:pt x="1805322" y="6143083"/>
                </a:cubicBezTo>
                <a:cubicBezTo>
                  <a:pt x="1796105" y="6157996"/>
                  <a:pt x="1752823" y="6155289"/>
                  <a:pt x="1746732" y="6139418"/>
                </a:cubicBezTo>
                <a:close/>
                <a:moveTo>
                  <a:pt x="2393973" y="6138222"/>
                </a:moveTo>
                <a:cubicBezTo>
                  <a:pt x="2390823" y="6130011"/>
                  <a:pt x="2392919" y="6118620"/>
                  <a:pt x="2398631" y="6112908"/>
                </a:cubicBezTo>
                <a:cubicBezTo>
                  <a:pt x="2412384" y="6099155"/>
                  <a:pt x="2439315" y="6120631"/>
                  <a:pt x="2432052" y="6139558"/>
                </a:cubicBezTo>
                <a:cubicBezTo>
                  <a:pt x="2425084" y="6157716"/>
                  <a:pt x="2401131" y="6156875"/>
                  <a:pt x="2393973" y="6138222"/>
                </a:cubicBezTo>
                <a:close/>
                <a:moveTo>
                  <a:pt x="719137" y="6115050"/>
                </a:moveTo>
                <a:cubicBezTo>
                  <a:pt x="698900" y="6092688"/>
                  <a:pt x="715532" y="6088992"/>
                  <a:pt x="737507" y="6110967"/>
                </a:cubicBezTo>
                <a:cubicBezTo>
                  <a:pt x="754339" y="6127800"/>
                  <a:pt x="756224" y="6134100"/>
                  <a:pt x="744426" y="6134100"/>
                </a:cubicBezTo>
                <a:cubicBezTo>
                  <a:pt x="739999" y="6134100"/>
                  <a:pt x="728619" y="6125527"/>
                  <a:pt x="719137" y="6115050"/>
                </a:cubicBezTo>
                <a:close/>
                <a:moveTo>
                  <a:pt x="904875" y="6087037"/>
                </a:moveTo>
                <a:cubicBezTo>
                  <a:pt x="904875" y="6076868"/>
                  <a:pt x="908294" y="6066436"/>
                  <a:pt x="912473" y="6063853"/>
                </a:cubicBezTo>
                <a:cubicBezTo>
                  <a:pt x="926045" y="6055465"/>
                  <a:pt x="945912" y="6074605"/>
                  <a:pt x="939899" y="6090276"/>
                </a:cubicBezTo>
                <a:cubicBezTo>
                  <a:pt x="931640" y="6111798"/>
                  <a:pt x="904875" y="6109323"/>
                  <a:pt x="904875" y="6087037"/>
                </a:cubicBezTo>
                <a:close/>
                <a:moveTo>
                  <a:pt x="3035030" y="6091237"/>
                </a:moveTo>
                <a:cubicBezTo>
                  <a:pt x="3027737" y="6072233"/>
                  <a:pt x="3037525" y="6048375"/>
                  <a:pt x="3052615" y="6048375"/>
                </a:cubicBezTo>
                <a:cubicBezTo>
                  <a:pt x="3074991" y="6048375"/>
                  <a:pt x="3089945" y="6075127"/>
                  <a:pt x="3076575" y="6091237"/>
                </a:cubicBezTo>
                <a:cubicBezTo>
                  <a:pt x="3070053" y="6099095"/>
                  <a:pt x="3059271" y="6105525"/>
                  <a:pt x="3052615" y="6105525"/>
                </a:cubicBezTo>
                <a:cubicBezTo>
                  <a:pt x="3045959" y="6105525"/>
                  <a:pt x="3038045" y="6099095"/>
                  <a:pt x="3035030" y="6091237"/>
                </a:cubicBezTo>
                <a:close/>
                <a:moveTo>
                  <a:pt x="3197554" y="6099504"/>
                </a:moveTo>
                <a:cubicBezTo>
                  <a:pt x="3185236" y="6087186"/>
                  <a:pt x="3190715" y="6059999"/>
                  <a:pt x="3206755" y="6053844"/>
                </a:cubicBezTo>
                <a:cubicBezTo>
                  <a:pt x="3226830" y="6046140"/>
                  <a:pt x="3241302" y="6060124"/>
                  <a:pt x="3236902" y="6082972"/>
                </a:cubicBezTo>
                <a:cubicBezTo>
                  <a:pt x="3233405" y="6101133"/>
                  <a:pt x="3209307" y="6111257"/>
                  <a:pt x="3197554" y="6099504"/>
                </a:cubicBezTo>
                <a:close/>
                <a:moveTo>
                  <a:pt x="2135505" y="6084570"/>
                </a:moveTo>
                <a:cubicBezTo>
                  <a:pt x="2103174" y="6052239"/>
                  <a:pt x="2141195" y="5998376"/>
                  <a:pt x="2181225" y="6019800"/>
                </a:cubicBezTo>
                <a:cubicBezTo>
                  <a:pt x="2200336" y="6030028"/>
                  <a:pt x="2205282" y="6052816"/>
                  <a:pt x="2194493" y="6080933"/>
                </a:cubicBezTo>
                <a:cubicBezTo>
                  <a:pt x="2187679" y="6098690"/>
                  <a:pt x="2151835" y="6100900"/>
                  <a:pt x="2135505" y="6084570"/>
                </a:cubicBezTo>
                <a:close/>
                <a:moveTo>
                  <a:pt x="2673080" y="6072187"/>
                </a:moveTo>
                <a:cubicBezTo>
                  <a:pt x="2664218" y="6049094"/>
                  <a:pt x="2676894" y="6029325"/>
                  <a:pt x="2700562" y="6029325"/>
                </a:cubicBezTo>
                <a:cubicBezTo>
                  <a:pt x="2725929" y="6029325"/>
                  <a:pt x="2734871" y="6045805"/>
                  <a:pt x="2722527" y="6069806"/>
                </a:cubicBezTo>
                <a:cubicBezTo>
                  <a:pt x="2712031" y="6090214"/>
                  <a:pt x="2680579" y="6091728"/>
                  <a:pt x="2673080" y="6072187"/>
                </a:cubicBezTo>
                <a:close/>
                <a:moveTo>
                  <a:pt x="2859313" y="6069806"/>
                </a:moveTo>
                <a:cubicBezTo>
                  <a:pt x="2861078" y="6060638"/>
                  <a:pt x="2868835" y="6053137"/>
                  <a:pt x="2876550" y="6053137"/>
                </a:cubicBezTo>
                <a:cubicBezTo>
                  <a:pt x="2884264" y="6053137"/>
                  <a:pt x="2892021" y="6060638"/>
                  <a:pt x="2893786" y="6069806"/>
                </a:cubicBezTo>
                <a:cubicBezTo>
                  <a:pt x="2896039" y="6081501"/>
                  <a:pt x="2890896" y="6086475"/>
                  <a:pt x="2876550" y="6086475"/>
                </a:cubicBezTo>
                <a:cubicBezTo>
                  <a:pt x="2862203" y="6086475"/>
                  <a:pt x="2857060" y="6081501"/>
                  <a:pt x="2859313" y="6069806"/>
                </a:cubicBezTo>
                <a:close/>
                <a:moveTo>
                  <a:pt x="1645156" y="6064683"/>
                </a:moveTo>
                <a:cubicBezTo>
                  <a:pt x="1637603" y="6045002"/>
                  <a:pt x="1652351" y="6026965"/>
                  <a:pt x="1672778" y="6030899"/>
                </a:cubicBezTo>
                <a:cubicBezTo>
                  <a:pt x="1698085" y="6035773"/>
                  <a:pt x="1696222" y="6071397"/>
                  <a:pt x="1670468" y="6075072"/>
                </a:cubicBezTo>
                <a:cubicBezTo>
                  <a:pt x="1659348" y="6076659"/>
                  <a:pt x="1647957" y="6071984"/>
                  <a:pt x="1645156" y="6064683"/>
                </a:cubicBezTo>
                <a:close/>
                <a:moveTo>
                  <a:pt x="1334243" y="6054032"/>
                </a:moveTo>
                <a:cubicBezTo>
                  <a:pt x="1320814" y="6037851"/>
                  <a:pt x="1327956" y="6019800"/>
                  <a:pt x="1347787" y="6019800"/>
                </a:cubicBezTo>
                <a:cubicBezTo>
                  <a:pt x="1368411" y="6019800"/>
                  <a:pt x="1375260" y="6039272"/>
                  <a:pt x="1360002" y="6054529"/>
                </a:cubicBezTo>
                <a:cubicBezTo>
                  <a:pt x="1347883" y="6066648"/>
                  <a:pt x="1344661" y="6066586"/>
                  <a:pt x="1334243" y="6054032"/>
                </a:cubicBezTo>
                <a:close/>
                <a:moveTo>
                  <a:pt x="790675" y="6043733"/>
                </a:moveTo>
                <a:cubicBezTo>
                  <a:pt x="775208" y="6025097"/>
                  <a:pt x="785195" y="6000750"/>
                  <a:pt x="808306" y="6000750"/>
                </a:cubicBezTo>
                <a:cubicBezTo>
                  <a:pt x="830835" y="6000750"/>
                  <a:pt x="842402" y="6027071"/>
                  <a:pt x="827673" y="6044819"/>
                </a:cubicBezTo>
                <a:cubicBezTo>
                  <a:pt x="813771" y="6061570"/>
                  <a:pt x="805271" y="6061320"/>
                  <a:pt x="790675" y="6043733"/>
                </a:cubicBezTo>
                <a:close/>
                <a:moveTo>
                  <a:pt x="1010643" y="6048991"/>
                </a:moveTo>
                <a:cubicBezTo>
                  <a:pt x="994425" y="6038965"/>
                  <a:pt x="1003638" y="6010275"/>
                  <a:pt x="1023076" y="6010275"/>
                </a:cubicBezTo>
                <a:cubicBezTo>
                  <a:pt x="1043989" y="6010275"/>
                  <a:pt x="1051806" y="6029351"/>
                  <a:pt x="1036970" y="6044182"/>
                </a:cubicBezTo>
                <a:cubicBezTo>
                  <a:pt x="1028785" y="6052364"/>
                  <a:pt x="1018992" y="6054153"/>
                  <a:pt x="1010643" y="6048991"/>
                </a:cubicBezTo>
                <a:close/>
                <a:moveTo>
                  <a:pt x="1987748" y="6051748"/>
                </a:moveTo>
                <a:cubicBezTo>
                  <a:pt x="1973736" y="6037736"/>
                  <a:pt x="1981105" y="6008859"/>
                  <a:pt x="1997868" y="6012088"/>
                </a:cubicBezTo>
                <a:cubicBezTo>
                  <a:pt x="2007036" y="6013853"/>
                  <a:pt x="2014537" y="6023455"/>
                  <a:pt x="2014537" y="6033424"/>
                </a:cubicBezTo>
                <a:cubicBezTo>
                  <a:pt x="2014537" y="6052374"/>
                  <a:pt x="1999001" y="6063001"/>
                  <a:pt x="1987748" y="6051748"/>
                </a:cubicBezTo>
                <a:close/>
                <a:moveTo>
                  <a:pt x="2316019" y="6049270"/>
                </a:moveTo>
                <a:cubicBezTo>
                  <a:pt x="2298702" y="6038564"/>
                  <a:pt x="2305972" y="6006512"/>
                  <a:pt x="2326619" y="6002536"/>
                </a:cubicBezTo>
                <a:cubicBezTo>
                  <a:pt x="2335742" y="6000779"/>
                  <a:pt x="2345923" y="6006420"/>
                  <a:pt x="2349243" y="6015072"/>
                </a:cubicBezTo>
                <a:cubicBezTo>
                  <a:pt x="2357037" y="6035382"/>
                  <a:pt x="2333216" y="6059902"/>
                  <a:pt x="2316019" y="6049270"/>
                </a:cubicBezTo>
                <a:close/>
                <a:moveTo>
                  <a:pt x="2468880" y="6046470"/>
                </a:moveTo>
                <a:cubicBezTo>
                  <a:pt x="2448521" y="6026111"/>
                  <a:pt x="2455449" y="5991728"/>
                  <a:pt x="2482381" y="5979457"/>
                </a:cubicBezTo>
                <a:cubicBezTo>
                  <a:pt x="2504307" y="5969466"/>
                  <a:pt x="2509416" y="5970695"/>
                  <a:pt x="2524766" y="5989651"/>
                </a:cubicBezTo>
                <a:cubicBezTo>
                  <a:pt x="2558155" y="6030885"/>
                  <a:pt x="2506158" y="6083748"/>
                  <a:pt x="2468880" y="6046470"/>
                </a:cubicBezTo>
                <a:close/>
                <a:moveTo>
                  <a:pt x="1205579" y="6039929"/>
                </a:moveTo>
                <a:cubicBezTo>
                  <a:pt x="1199097" y="6029440"/>
                  <a:pt x="1223368" y="6008093"/>
                  <a:pt x="1231982" y="6016707"/>
                </a:cubicBezTo>
                <a:cubicBezTo>
                  <a:pt x="1235429" y="6020154"/>
                  <a:pt x="1238250" y="6028690"/>
                  <a:pt x="1238250" y="6035675"/>
                </a:cubicBezTo>
                <a:cubicBezTo>
                  <a:pt x="1238250" y="6049864"/>
                  <a:pt x="1213695" y="6053061"/>
                  <a:pt x="1205579" y="6039929"/>
                </a:cubicBezTo>
                <a:close/>
                <a:moveTo>
                  <a:pt x="638521" y="6015454"/>
                </a:moveTo>
                <a:cubicBezTo>
                  <a:pt x="625558" y="5999835"/>
                  <a:pt x="632803" y="5981700"/>
                  <a:pt x="652005" y="5981700"/>
                </a:cubicBezTo>
                <a:cubicBezTo>
                  <a:pt x="666445" y="5981700"/>
                  <a:pt x="679056" y="6007593"/>
                  <a:pt x="670981" y="6020659"/>
                </a:cubicBezTo>
                <a:cubicBezTo>
                  <a:pt x="663241" y="6033182"/>
                  <a:pt x="651697" y="6031330"/>
                  <a:pt x="638521" y="6015454"/>
                </a:cubicBezTo>
                <a:close/>
                <a:moveTo>
                  <a:pt x="1498623" y="6014397"/>
                </a:moveTo>
                <a:cubicBezTo>
                  <a:pt x="1491116" y="5994834"/>
                  <a:pt x="1506183" y="5980214"/>
                  <a:pt x="1523086" y="5990660"/>
                </a:cubicBezTo>
                <a:cubicBezTo>
                  <a:pt x="1537481" y="5999556"/>
                  <a:pt x="1530851" y="6029325"/>
                  <a:pt x="1514475" y="6029325"/>
                </a:cubicBezTo>
                <a:cubicBezTo>
                  <a:pt x="1508907" y="6029325"/>
                  <a:pt x="1501774" y="6022607"/>
                  <a:pt x="1498623" y="6014397"/>
                </a:cubicBezTo>
                <a:close/>
                <a:moveTo>
                  <a:pt x="1822975" y="6015705"/>
                </a:moveTo>
                <a:cubicBezTo>
                  <a:pt x="1813492" y="5990991"/>
                  <a:pt x="1826784" y="5970564"/>
                  <a:pt x="1850188" y="5973888"/>
                </a:cubicBezTo>
                <a:cubicBezTo>
                  <a:pt x="1865930" y="5976123"/>
                  <a:pt x="1871662" y="5983293"/>
                  <a:pt x="1871662" y="6000750"/>
                </a:cubicBezTo>
                <a:cubicBezTo>
                  <a:pt x="1871662" y="6028866"/>
                  <a:pt x="1832627" y="6040857"/>
                  <a:pt x="1822975" y="6015705"/>
                </a:cubicBezTo>
                <a:close/>
                <a:moveTo>
                  <a:pt x="2954209" y="6017449"/>
                </a:moveTo>
                <a:cubicBezTo>
                  <a:pt x="2927429" y="5990669"/>
                  <a:pt x="2957520" y="5938941"/>
                  <a:pt x="2986087" y="5962650"/>
                </a:cubicBezTo>
                <a:cubicBezTo>
                  <a:pt x="2993945" y="5969171"/>
                  <a:pt x="3000375" y="5982404"/>
                  <a:pt x="3000375" y="5992056"/>
                </a:cubicBezTo>
                <a:cubicBezTo>
                  <a:pt x="3000375" y="6015159"/>
                  <a:pt x="2969114" y="6032354"/>
                  <a:pt x="2954209" y="6017449"/>
                </a:cubicBezTo>
                <a:close/>
                <a:moveTo>
                  <a:pt x="1090425" y="5971872"/>
                </a:moveTo>
                <a:cubicBezTo>
                  <a:pt x="1086726" y="5965887"/>
                  <a:pt x="1088181" y="5956508"/>
                  <a:pt x="1093659" y="5951030"/>
                </a:cubicBezTo>
                <a:cubicBezTo>
                  <a:pt x="1106460" y="5938229"/>
                  <a:pt x="1136304" y="5949395"/>
                  <a:pt x="1131096" y="5965036"/>
                </a:cubicBezTo>
                <a:cubicBezTo>
                  <a:pt x="1125794" y="5980959"/>
                  <a:pt x="1098841" y="5985489"/>
                  <a:pt x="1090425" y="5971872"/>
                </a:cubicBezTo>
                <a:close/>
                <a:moveTo>
                  <a:pt x="2772935" y="5969525"/>
                </a:moveTo>
                <a:cubicBezTo>
                  <a:pt x="2744799" y="5941389"/>
                  <a:pt x="2774732" y="5896217"/>
                  <a:pt x="2809266" y="5914699"/>
                </a:cubicBezTo>
                <a:cubicBezTo>
                  <a:pt x="2829543" y="5925551"/>
                  <a:pt x="2833832" y="5940769"/>
                  <a:pt x="2821635" y="5958582"/>
                </a:cubicBezTo>
                <a:cubicBezTo>
                  <a:pt x="2810248" y="5975212"/>
                  <a:pt x="2784425" y="5981015"/>
                  <a:pt x="2772935" y="5969525"/>
                </a:cubicBezTo>
                <a:close/>
                <a:moveTo>
                  <a:pt x="3131042" y="5969397"/>
                </a:moveTo>
                <a:cubicBezTo>
                  <a:pt x="3128248" y="5962116"/>
                  <a:pt x="3129419" y="5950566"/>
                  <a:pt x="3133644" y="5943729"/>
                </a:cubicBezTo>
                <a:cubicBezTo>
                  <a:pt x="3144329" y="5926441"/>
                  <a:pt x="3173955" y="5939792"/>
                  <a:pt x="3170038" y="5960130"/>
                </a:cubicBezTo>
                <a:cubicBezTo>
                  <a:pt x="3166078" y="5980692"/>
                  <a:pt x="3137942" y="5987379"/>
                  <a:pt x="3131042" y="5969397"/>
                </a:cubicBezTo>
                <a:close/>
                <a:moveTo>
                  <a:pt x="3276700" y="5967533"/>
                </a:moveTo>
                <a:cubicBezTo>
                  <a:pt x="3261107" y="5948745"/>
                  <a:pt x="3271289" y="5924550"/>
                  <a:pt x="3294788" y="5924550"/>
                </a:cubicBezTo>
                <a:cubicBezTo>
                  <a:pt x="3318365" y="5924550"/>
                  <a:pt x="3327207" y="5938248"/>
                  <a:pt x="3319435" y="5962735"/>
                </a:cubicBezTo>
                <a:cubicBezTo>
                  <a:pt x="3312311" y="5985180"/>
                  <a:pt x="3293133" y="5987334"/>
                  <a:pt x="3276700" y="5967533"/>
                </a:cubicBezTo>
                <a:close/>
                <a:moveTo>
                  <a:pt x="881742" y="5947682"/>
                </a:moveTo>
                <a:cubicBezTo>
                  <a:pt x="848123" y="5914062"/>
                  <a:pt x="890507" y="5857595"/>
                  <a:pt x="929382" y="5884214"/>
                </a:cubicBezTo>
                <a:cubicBezTo>
                  <a:pt x="947995" y="5896959"/>
                  <a:pt x="951258" y="5922083"/>
                  <a:pt x="936953" y="5942506"/>
                </a:cubicBezTo>
                <a:cubicBezTo>
                  <a:pt x="920177" y="5966457"/>
                  <a:pt x="902203" y="5968142"/>
                  <a:pt x="881742" y="5947682"/>
                </a:cubicBezTo>
                <a:close/>
                <a:moveTo>
                  <a:pt x="1565757" y="5948918"/>
                </a:moveTo>
                <a:cubicBezTo>
                  <a:pt x="1555612" y="5922479"/>
                  <a:pt x="1566446" y="5900737"/>
                  <a:pt x="1589767" y="5900737"/>
                </a:cubicBezTo>
                <a:cubicBezTo>
                  <a:pt x="1619813" y="5900737"/>
                  <a:pt x="1636833" y="5927175"/>
                  <a:pt x="1619912" y="5947564"/>
                </a:cubicBezTo>
                <a:cubicBezTo>
                  <a:pt x="1604275" y="5966405"/>
                  <a:pt x="1572770" y="5967193"/>
                  <a:pt x="1565757" y="5948918"/>
                </a:cubicBezTo>
                <a:close/>
                <a:moveTo>
                  <a:pt x="1719075" y="5952822"/>
                </a:moveTo>
                <a:cubicBezTo>
                  <a:pt x="1715376" y="5946837"/>
                  <a:pt x="1716831" y="5937458"/>
                  <a:pt x="1722309" y="5931980"/>
                </a:cubicBezTo>
                <a:cubicBezTo>
                  <a:pt x="1735110" y="5919179"/>
                  <a:pt x="1764954" y="5930345"/>
                  <a:pt x="1759746" y="5945986"/>
                </a:cubicBezTo>
                <a:cubicBezTo>
                  <a:pt x="1754444" y="5961909"/>
                  <a:pt x="1727491" y="5966439"/>
                  <a:pt x="1719075" y="5952822"/>
                </a:cubicBezTo>
                <a:close/>
                <a:moveTo>
                  <a:pt x="2191911" y="5949762"/>
                </a:moveTo>
                <a:cubicBezTo>
                  <a:pt x="2180333" y="5935811"/>
                  <a:pt x="2186905" y="5924550"/>
                  <a:pt x="2206625" y="5924550"/>
                </a:cubicBezTo>
                <a:cubicBezTo>
                  <a:pt x="2220814" y="5924550"/>
                  <a:pt x="2224011" y="5949104"/>
                  <a:pt x="2210879" y="5957220"/>
                </a:cubicBezTo>
                <a:cubicBezTo>
                  <a:pt x="2206234" y="5960091"/>
                  <a:pt x="2197698" y="5956735"/>
                  <a:pt x="2191911" y="5949762"/>
                </a:cubicBezTo>
                <a:close/>
                <a:moveTo>
                  <a:pt x="2612925" y="5947401"/>
                </a:moveTo>
                <a:cubicBezTo>
                  <a:pt x="2604805" y="5926240"/>
                  <a:pt x="2630172" y="5912224"/>
                  <a:pt x="2646695" y="5928742"/>
                </a:cubicBezTo>
                <a:cubicBezTo>
                  <a:pt x="2653864" y="5935908"/>
                  <a:pt x="2656825" y="5946469"/>
                  <a:pt x="2653277" y="5952210"/>
                </a:cubicBezTo>
                <a:cubicBezTo>
                  <a:pt x="2643694" y="5967715"/>
                  <a:pt x="2619619" y="5964846"/>
                  <a:pt x="2612925" y="5947401"/>
                </a:cubicBezTo>
                <a:close/>
                <a:moveTo>
                  <a:pt x="1392674" y="5941814"/>
                </a:moveTo>
                <a:cubicBezTo>
                  <a:pt x="1377045" y="5926185"/>
                  <a:pt x="1378151" y="5910300"/>
                  <a:pt x="1395890" y="5895578"/>
                </a:cubicBezTo>
                <a:cubicBezTo>
                  <a:pt x="1417011" y="5878049"/>
                  <a:pt x="1447551" y="5907714"/>
                  <a:pt x="1432670" y="5931305"/>
                </a:cubicBezTo>
                <a:cubicBezTo>
                  <a:pt x="1419292" y="5952514"/>
                  <a:pt x="1406686" y="5955826"/>
                  <a:pt x="1392674" y="5941814"/>
                </a:cubicBezTo>
                <a:close/>
                <a:moveTo>
                  <a:pt x="723766" y="5929151"/>
                </a:moveTo>
                <a:cubicBezTo>
                  <a:pt x="713304" y="5916545"/>
                  <a:pt x="713840" y="5911477"/>
                  <a:pt x="727031" y="5898286"/>
                </a:cubicBezTo>
                <a:cubicBezTo>
                  <a:pt x="745578" y="5879738"/>
                  <a:pt x="765802" y="5893077"/>
                  <a:pt x="760512" y="5920367"/>
                </a:cubicBezTo>
                <a:cubicBezTo>
                  <a:pt x="756058" y="5943341"/>
                  <a:pt x="738939" y="5947434"/>
                  <a:pt x="723766" y="5929151"/>
                </a:cubicBezTo>
                <a:close/>
                <a:moveTo>
                  <a:pt x="1221105" y="5932170"/>
                </a:moveTo>
                <a:cubicBezTo>
                  <a:pt x="1207454" y="5918519"/>
                  <a:pt x="1205957" y="5880346"/>
                  <a:pt x="1218761" y="5872433"/>
                </a:cubicBezTo>
                <a:cubicBezTo>
                  <a:pt x="1223759" y="5869344"/>
                  <a:pt x="1238761" y="5869556"/>
                  <a:pt x="1252099" y="5872903"/>
                </a:cubicBezTo>
                <a:cubicBezTo>
                  <a:pt x="1280799" y="5880107"/>
                  <a:pt x="1283922" y="5905219"/>
                  <a:pt x="1258931" y="5927836"/>
                </a:cubicBezTo>
                <a:cubicBezTo>
                  <a:pt x="1238136" y="5946655"/>
                  <a:pt x="1235852" y="5946917"/>
                  <a:pt x="1221105" y="5932170"/>
                </a:cubicBezTo>
                <a:close/>
                <a:moveTo>
                  <a:pt x="2042050" y="5920455"/>
                </a:moveTo>
                <a:cubicBezTo>
                  <a:pt x="2032567" y="5895741"/>
                  <a:pt x="2045859" y="5875314"/>
                  <a:pt x="2069263" y="5878638"/>
                </a:cubicBezTo>
                <a:cubicBezTo>
                  <a:pt x="2085005" y="5880873"/>
                  <a:pt x="2090737" y="5888043"/>
                  <a:pt x="2090737" y="5905500"/>
                </a:cubicBezTo>
                <a:cubicBezTo>
                  <a:pt x="2090737" y="5933616"/>
                  <a:pt x="2051702" y="5945607"/>
                  <a:pt x="2042050" y="5920455"/>
                </a:cubicBezTo>
                <a:close/>
                <a:moveTo>
                  <a:pt x="2432773" y="5920969"/>
                </a:moveTo>
                <a:cubicBezTo>
                  <a:pt x="2424703" y="5899940"/>
                  <a:pt x="2435439" y="5889204"/>
                  <a:pt x="2449988" y="5903753"/>
                </a:cubicBezTo>
                <a:cubicBezTo>
                  <a:pt x="2458579" y="5912344"/>
                  <a:pt x="2458615" y="5917669"/>
                  <a:pt x="2450142" y="5926142"/>
                </a:cubicBezTo>
                <a:cubicBezTo>
                  <a:pt x="2441668" y="5934616"/>
                  <a:pt x="2437537" y="5933386"/>
                  <a:pt x="2432773" y="5920969"/>
                </a:cubicBezTo>
                <a:close/>
                <a:moveTo>
                  <a:pt x="1914625" y="5900858"/>
                </a:moveTo>
                <a:cubicBezTo>
                  <a:pt x="1898798" y="5881788"/>
                  <a:pt x="1909341" y="5857875"/>
                  <a:pt x="1933575" y="5857875"/>
                </a:cubicBezTo>
                <a:cubicBezTo>
                  <a:pt x="1944381" y="5857875"/>
                  <a:pt x="1955711" y="5864358"/>
                  <a:pt x="1958752" y="5872283"/>
                </a:cubicBezTo>
                <a:cubicBezTo>
                  <a:pt x="1964225" y="5886546"/>
                  <a:pt x="1947450" y="5915025"/>
                  <a:pt x="1933575" y="5915025"/>
                </a:cubicBezTo>
                <a:cubicBezTo>
                  <a:pt x="1929619" y="5915025"/>
                  <a:pt x="1921091" y="5908650"/>
                  <a:pt x="1914625" y="5900858"/>
                </a:cubicBezTo>
                <a:close/>
                <a:moveTo>
                  <a:pt x="2276151" y="5900347"/>
                </a:moveTo>
                <a:cubicBezTo>
                  <a:pt x="2251376" y="5870495"/>
                  <a:pt x="2287890" y="5838317"/>
                  <a:pt x="2319722" y="5861951"/>
                </a:cubicBezTo>
                <a:cubicBezTo>
                  <a:pt x="2334673" y="5873052"/>
                  <a:pt x="2336289" y="5879236"/>
                  <a:pt x="2327841" y="5893035"/>
                </a:cubicBezTo>
                <a:cubicBezTo>
                  <a:pt x="2313682" y="5916164"/>
                  <a:pt x="2291842" y="5919254"/>
                  <a:pt x="2276151" y="5900347"/>
                </a:cubicBezTo>
                <a:close/>
                <a:moveTo>
                  <a:pt x="2933700" y="5876925"/>
                </a:moveTo>
                <a:cubicBezTo>
                  <a:pt x="2933700" y="5862578"/>
                  <a:pt x="2938673" y="5857435"/>
                  <a:pt x="2950368" y="5859688"/>
                </a:cubicBezTo>
                <a:cubicBezTo>
                  <a:pt x="2959536" y="5861453"/>
                  <a:pt x="2967037" y="5869210"/>
                  <a:pt x="2967037" y="5876925"/>
                </a:cubicBezTo>
                <a:cubicBezTo>
                  <a:pt x="2967037" y="5884639"/>
                  <a:pt x="2959536" y="5892396"/>
                  <a:pt x="2950368" y="5894161"/>
                </a:cubicBezTo>
                <a:cubicBezTo>
                  <a:pt x="2938673" y="5896414"/>
                  <a:pt x="2933700" y="5891271"/>
                  <a:pt x="2933700" y="5876925"/>
                </a:cubicBezTo>
                <a:close/>
                <a:moveTo>
                  <a:pt x="587375" y="5880099"/>
                </a:moveTo>
                <a:cubicBezTo>
                  <a:pt x="583882" y="5876607"/>
                  <a:pt x="581025" y="5861605"/>
                  <a:pt x="581025" y="5846762"/>
                </a:cubicBezTo>
                <a:cubicBezTo>
                  <a:pt x="581025" y="5816571"/>
                  <a:pt x="607846" y="5808995"/>
                  <a:pt x="628144" y="5833453"/>
                </a:cubicBezTo>
                <a:cubicBezTo>
                  <a:pt x="648937" y="5858507"/>
                  <a:pt x="610155" y="5902880"/>
                  <a:pt x="587375" y="5880099"/>
                </a:cubicBezTo>
                <a:close/>
                <a:moveTo>
                  <a:pt x="1035049" y="5880099"/>
                </a:moveTo>
                <a:cubicBezTo>
                  <a:pt x="1021094" y="5866144"/>
                  <a:pt x="1029128" y="5838825"/>
                  <a:pt x="1047187" y="5838825"/>
                </a:cubicBezTo>
                <a:cubicBezTo>
                  <a:pt x="1069630" y="5838825"/>
                  <a:pt x="1078376" y="5850970"/>
                  <a:pt x="1070574" y="5871302"/>
                </a:cubicBezTo>
                <a:cubicBezTo>
                  <a:pt x="1064606" y="5886854"/>
                  <a:pt x="1046330" y="5891380"/>
                  <a:pt x="1035049" y="5880099"/>
                </a:cubicBezTo>
                <a:close/>
                <a:moveTo>
                  <a:pt x="2498748" y="5871522"/>
                </a:moveTo>
                <a:cubicBezTo>
                  <a:pt x="2490810" y="5850834"/>
                  <a:pt x="2510964" y="5831379"/>
                  <a:pt x="2525389" y="5845804"/>
                </a:cubicBezTo>
                <a:cubicBezTo>
                  <a:pt x="2537582" y="5857997"/>
                  <a:pt x="2530028" y="5886450"/>
                  <a:pt x="2514600" y="5886450"/>
                </a:cubicBezTo>
                <a:cubicBezTo>
                  <a:pt x="2509032" y="5886450"/>
                  <a:pt x="2501899" y="5879732"/>
                  <a:pt x="2498748" y="5871522"/>
                </a:cubicBezTo>
                <a:close/>
                <a:moveTo>
                  <a:pt x="3062967" y="5871482"/>
                </a:moveTo>
                <a:cubicBezTo>
                  <a:pt x="3039599" y="5848114"/>
                  <a:pt x="3055092" y="5800725"/>
                  <a:pt x="3086100" y="5800725"/>
                </a:cubicBezTo>
                <a:cubicBezTo>
                  <a:pt x="3098850" y="5800725"/>
                  <a:pt x="3124200" y="5829243"/>
                  <a:pt x="3124200" y="5843587"/>
                </a:cubicBezTo>
                <a:cubicBezTo>
                  <a:pt x="3124200" y="5857931"/>
                  <a:pt x="3098850" y="5886450"/>
                  <a:pt x="3086100" y="5886450"/>
                </a:cubicBezTo>
                <a:cubicBezTo>
                  <a:pt x="3081609" y="5886450"/>
                  <a:pt x="3071200" y="5879714"/>
                  <a:pt x="3062967" y="5871482"/>
                </a:cubicBezTo>
                <a:close/>
                <a:moveTo>
                  <a:pt x="3211308" y="5873829"/>
                </a:moveTo>
                <a:cubicBezTo>
                  <a:pt x="3202659" y="5863408"/>
                  <a:pt x="3203364" y="5857747"/>
                  <a:pt x="3214457" y="5848541"/>
                </a:cubicBezTo>
                <a:cubicBezTo>
                  <a:pt x="3226117" y="5838863"/>
                  <a:pt x="3229880" y="5839625"/>
                  <a:pt x="3234889" y="5852680"/>
                </a:cubicBezTo>
                <a:cubicBezTo>
                  <a:pt x="3243434" y="5874947"/>
                  <a:pt x="3225549" y="5890989"/>
                  <a:pt x="3211308" y="5873829"/>
                </a:cubicBezTo>
                <a:close/>
                <a:moveTo>
                  <a:pt x="1473200" y="5851524"/>
                </a:moveTo>
                <a:cubicBezTo>
                  <a:pt x="1459244" y="5837569"/>
                  <a:pt x="1467278" y="5810250"/>
                  <a:pt x="1485337" y="5810250"/>
                </a:cubicBezTo>
                <a:cubicBezTo>
                  <a:pt x="1509651" y="5810250"/>
                  <a:pt x="1519009" y="5826646"/>
                  <a:pt x="1504603" y="5844004"/>
                </a:cubicBezTo>
                <a:cubicBezTo>
                  <a:pt x="1492029" y="5859156"/>
                  <a:pt x="1482994" y="5861319"/>
                  <a:pt x="1473200" y="5851524"/>
                </a:cubicBezTo>
                <a:close/>
                <a:moveTo>
                  <a:pt x="1643469" y="5849008"/>
                </a:moveTo>
                <a:cubicBezTo>
                  <a:pt x="1636425" y="5837610"/>
                  <a:pt x="1654343" y="5826317"/>
                  <a:pt x="1667030" y="5834158"/>
                </a:cubicBezTo>
                <a:cubicBezTo>
                  <a:pt x="1677682" y="5840742"/>
                  <a:pt x="1670689" y="5857875"/>
                  <a:pt x="1657350" y="5857875"/>
                </a:cubicBezTo>
                <a:cubicBezTo>
                  <a:pt x="1652729" y="5857875"/>
                  <a:pt x="1646483" y="5853884"/>
                  <a:pt x="1643469" y="5849008"/>
                </a:cubicBezTo>
                <a:close/>
                <a:moveTo>
                  <a:pt x="2644993" y="5846884"/>
                </a:moveTo>
                <a:cubicBezTo>
                  <a:pt x="2622142" y="5834096"/>
                  <a:pt x="2624640" y="5794149"/>
                  <a:pt x="2649110" y="5781053"/>
                </a:cubicBezTo>
                <a:cubicBezTo>
                  <a:pt x="2665723" y="5772163"/>
                  <a:pt x="2672675" y="5773592"/>
                  <a:pt x="2688166" y="5789083"/>
                </a:cubicBezTo>
                <a:cubicBezTo>
                  <a:pt x="2718864" y="5819781"/>
                  <a:pt x="2682811" y="5868049"/>
                  <a:pt x="2644993" y="5846884"/>
                </a:cubicBezTo>
                <a:close/>
                <a:moveTo>
                  <a:pt x="2828120" y="5842617"/>
                </a:moveTo>
                <a:cubicBezTo>
                  <a:pt x="2819657" y="5832420"/>
                  <a:pt x="2819285" y="5825604"/>
                  <a:pt x="2826783" y="5818106"/>
                </a:cubicBezTo>
                <a:cubicBezTo>
                  <a:pt x="2839935" y="5804954"/>
                  <a:pt x="2867025" y="5814807"/>
                  <a:pt x="2867025" y="5832744"/>
                </a:cubicBezTo>
                <a:cubicBezTo>
                  <a:pt x="2867025" y="5852592"/>
                  <a:pt x="2841726" y="5859012"/>
                  <a:pt x="2828120" y="5842617"/>
                </a:cubicBezTo>
                <a:close/>
                <a:moveTo>
                  <a:pt x="3326130" y="5846445"/>
                </a:moveTo>
                <a:cubicBezTo>
                  <a:pt x="3311312" y="5831627"/>
                  <a:pt x="3311610" y="5815146"/>
                  <a:pt x="3326925" y="5802436"/>
                </a:cubicBezTo>
                <a:cubicBezTo>
                  <a:pt x="3346560" y="5786140"/>
                  <a:pt x="3364290" y="5803866"/>
                  <a:pt x="3357082" y="5832584"/>
                </a:cubicBezTo>
                <a:cubicBezTo>
                  <a:pt x="3350073" y="5860509"/>
                  <a:pt x="3343249" y="5863564"/>
                  <a:pt x="3326130" y="5846445"/>
                </a:cubicBezTo>
                <a:close/>
                <a:moveTo>
                  <a:pt x="1768475" y="5841999"/>
                </a:moveTo>
                <a:cubicBezTo>
                  <a:pt x="1754599" y="5828124"/>
                  <a:pt x="1762552" y="5782116"/>
                  <a:pt x="1780484" y="5772519"/>
                </a:cubicBezTo>
                <a:cubicBezTo>
                  <a:pt x="1817895" y="5752497"/>
                  <a:pt x="1856021" y="5801263"/>
                  <a:pt x="1828697" y="5834186"/>
                </a:cubicBezTo>
                <a:cubicBezTo>
                  <a:pt x="1816685" y="5848659"/>
                  <a:pt x="1779906" y="5853431"/>
                  <a:pt x="1768475" y="5841999"/>
                </a:cubicBezTo>
                <a:close/>
                <a:moveTo>
                  <a:pt x="1308123" y="5814372"/>
                </a:moveTo>
                <a:cubicBezTo>
                  <a:pt x="1304973" y="5806161"/>
                  <a:pt x="1307069" y="5794770"/>
                  <a:pt x="1312781" y="5789058"/>
                </a:cubicBezTo>
                <a:cubicBezTo>
                  <a:pt x="1326534" y="5775305"/>
                  <a:pt x="1353465" y="5796781"/>
                  <a:pt x="1346202" y="5815708"/>
                </a:cubicBezTo>
                <a:cubicBezTo>
                  <a:pt x="1339234" y="5833866"/>
                  <a:pt x="1315281" y="5833025"/>
                  <a:pt x="1308123" y="5814372"/>
                </a:cubicBezTo>
                <a:close/>
                <a:moveTo>
                  <a:pt x="2169072" y="5818494"/>
                </a:moveTo>
                <a:cubicBezTo>
                  <a:pt x="2149105" y="5807319"/>
                  <a:pt x="2147682" y="5778605"/>
                  <a:pt x="2166328" y="5763130"/>
                </a:cubicBezTo>
                <a:cubicBezTo>
                  <a:pt x="2184714" y="5747871"/>
                  <a:pt x="2219325" y="5766203"/>
                  <a:pt x="2219325" y="5791200"/>
                </a:cubicBezTo>
                <a:cubicBezTo>
                  <a:pt x="2219325" y="5815158"/>
                  <a:pt x="2190798" y="5830652"/>
                  <a:pt x="2169072" y="5818494"/>
                </a:cubicBezTo>
                <a:close/>
                <a:moveTo>
                  <a:pt x="686409" y="5806221"/>
                </a:moveTo>
                <a:cubicBezTo>
                  <a:pt x="671623" y="5788405"/>
                  <a:pt x="681005" y="5772150"/>
                  <a:pt x="706074" y="5772150"/>
                </a:cubicBezTo>
                <a:cubicBezTo>
                  <a:pt x="720313" y="5772150"/>
                  <a:pt x="724444" y="5777454"/>
                  <a:pt x="722181" y="5792835"/>
                </a:cubicBezTo>
                <a:cubicBezTo>
                  <a:pt x="718377" y="5818683"/>
                  <a:pt x="701876" y="5824858"/>
                  <a:pt x="686409" y="5806221"/>
                </a:cubicBezTo>
                <a:close/>
                <a:moveTo>
                  <a:pt x="1153022" y="5806086"/>
                </a:moveTo>
                <a:cubicBezTo>
                  <a:pt x="1138241" y="5788277"/>
                  <a:pt x="1146380" y="5762625"/>
                  <a:pt x="1166812" y="5762625"/>
                </a:cubicBezTo>
                <a:cubicBezTo>
                  <a:pt x="1188043" y="5762625"/>
                  <a:pt x="1195775" y="5790131"/>
                  <a:pt x="1179203" y="5806704"/>
                </a:cubicBezTo>
                <a:cubicBezTo>
                  <a:pt x="1166850" y="5819056"/>
                  <a:pt x="1163725" y="5818983"/>
                  <a:pt x="1153022" y="5806086"/>
                </a:cubicBezTo>
                <a:close/>
                <a:moveTo>
                  <a:pt x="2365361" y="5804748"/>
                </a:moveTo>
                <a:cubicBezTo>
                  <a:pt x="2362189" y="5796484"/>
                  <a:pt x="2366610" y="5782707"/>
                  <a:pt x="2375185" y="5774132"/>
                </a:cubicBezTo>
                <a:cubicBezTo>
                  <a:pt x="2394678" y="5754639"/>
                  <a:pt x="2424127" y="5777193"/>
                  <a:pt x="2413918" y="5803796"/>
                </a:cubicBezTo>
                <a:cubicBezTo>
                  <a:pt x="2406163" y="5824005"/>
                  <a:pt x="2373000" y="5824656"/>
                  <a:pt x="2365361" y="5804748"/>
                </a:cubicBezTo>
                <a:close/>
                <a:moveTo>
                  <a:pt x="800880" y="5792659"/>
                </a:moveTo>
                <a:cubicBezTo>
                  <a:pt x="794403" y="5780556"/>
                  <a:pt x="794893" y="5771641"/>
                  <a:pt x="802450" y="5764084"/>
                </a:cubicBezTo>
                <a:cubicBezTo>
                  <a:pt x="828580" y="5737954"/>
                  <a:pt x="861682" y="5767667"/>
                  <a:pt x="838099" y="5796083"/>
                </a:cubicBezTo>
                <a:cubicBezTo>
                  <a:pt x="822493" y="5814888"/>
                  <a:pt x="812274" y="5813947"/>
                  <a:pt x="800880" y="5792659"/>
                </a:cubicBezTo>
                <a:close/>
                <a:moveTo>
                  <a:pt x="927369" y="5795962"/>
                </a:moveTo>
                <a:cubicBezTo>
                  <a:pt x="919823" y="5776298"/>
                  <a:pt x="930054" y="5753100"/>
                  <a:pt x="946272" y="5753100"/>
                </a:cubicBezTo>
                <a:cubicBezTo>
                  <a:pt x="969751" y="5753100"/>
                  <a:pt x="985275" y="5779424"/>
                  <a:pt x="971550" y="5795962"/>
                </a:cubicBezTo>
                <a:cubicBezTo>
                  <a:pt x="965028" y="5803820"/>
                  <a:pt x="953653" y="5810250"/>
                  <a:pt x="946272" y="5810250"/>
                </a:cubicBezTo>
                <a:cubicBezTo>
                  <a:pt x="938891" y="5810250"/>
                  <a:pt x="930384" y="5803820"/>
                  <a:pt x="927369" y="5795962"/>
                </a:cubicBezTo>
                <a:close/>
                <a:moveTo>
                  <a:pt x="1554480" y="5760720"/>
                </a:moveTo>
                <a:cubicBezTo>
                  <a:pt x="1527393" y="5733633"/>
                  <a:pt x="1553889" y="5689037"/>
                  <a:pt x="1590217" y="5700567"/>
                </a:cubicBezTo>
                <a:cubicBezTo>
                  <a:pt x="1603814" y="5704882"/>
                  <a:pt x="1609725" y="5714913"/>
                  <a:pt x="1609725" y="5733672"/>
                </a:cubicBezTo>
                <a:cubicBezTo>
                  <a:pt x="1609725" y="5768508"/>
                  <a:pt x="1577866" y="5784106"/>
                  <a:pt x="1554480" y="5760720"/>
                </a:cubicBezTo>
                <a:close/>
                <a:moveTo>
                  <a:pt x="2021205" y="5760720"/>
                </a:moveTo>
                <a:cubicBezTo>
                  <a:pt x="2001303" y="5740818"/>
                  <a:pt x="2014029" y="5695950"/>
                  <a:pt x="2039574" y="5695950"/>
                </a:cubicBezTo>
                <a:cubicBezTo>
                  <a:pt x="2049201" y="5695950"/>
                  <a:pt x="2076450" y="5724103"/>
                  <a:pt x="2076450" y="5734050"/>
                </a:cubicBezTo>
                <a:cubicBezTo>
                  <a:pt x="2076450" y="5743996"/>
                  <a:pt x="2049201" y="5772150"/>
                  <a:pt x="2039574" y="5772150"/>
                </a:cubicBezTo>
                <a:cubicBezTo>
                  <a:pt x="2035757" y="5772150"/>
                  <a:pt x="2027491" y="5767006"/>
                  <a:pt x="2021205" y="5760720"/>
                </a:cubicBezTo>
                <a:close/>
                <a:moveTo>
                  <a:pt x="1908619" y="5748793"/>
                </a:moveTo>
                <a:cubicBezTo>
                  <a:pt x="1901793" y="5731005"/>
                  <a:pt x="1911765" y="5715000"/>
                  <a:pt x="1929673" y="5715000"/>
                </a:cubicBezTo>
                <a:cubicBezTo>
                  <a:pt x="1949137" y="5715000"/>
                  <a:pt x="1958295" y="5743664"/>
                  <a:pt x="1942106" y="5753915"/>
                </a:cubicBezTo>
                <a:cubicBezTo>
                  <a:pt x="1923168" y="5765907"/>
                  <a:pt x="1914688" y="5764610"/>
                  <a:pt x="1908619" y="5748793"/>
                </a:cubicBezTo>
                <a:close/>
                <a:moveTo>
                  <a:pt x="2505075" y="5744137"/>
                </a:moveTo>
                <a:cubicBezTo>
                  <a:pt x="2505075" y="5718489"/>
                  <a:pt x="2523093" y="5709886"/>
                  <a:pt x="2540453" y="5727246"/>
                </a:cubicBezTo>
                <a:cubicBezTo>
                  <a:pt x="2557813" y="5744606"/>
                  <a:pt x="2549210" y="5762625"/>
                  <a:pt x="2523562" y="5762625"/>
                </a:cubicBezTo>
                <a:cubicBezTo>
                  <a:pt x="2511612" y="5762625"/>
                  <a:pt x="2505075" y="5756087"/>
                  <a:pt x="2505075" y="5744137"/>
                </a:cubicBezTo>
                <a:close/>
                <a:moveTo>
                  <a:pt x="2918094" y="5748337"/>
                </a:moveTo>
                <a:cubicBezTo>
                  <a:pt x="2909735" y="5726553"/>
                  <a:pt x="2921445" y="5705475"/>
                  <a:pt x="2941906" y="5705475"/>
                </a:cubicBezTo>
                <a:cubicBezTo>
                  <a:pt x="2951988" y="5705475"/>
                  <a:pt x="2962704" y="5711904"/>
                  <a:pt x="2965719" y="5719762"/>
                </a:cubicBezTo>
                <a:cubicBezTo>
                  <a:pt x="2974078" y="5741546"/>
                  <a:pt x="2962368" y="5762625"/>
                  <a:pt x="2941906" y="5762625"/>
                </a:cubicBezTo>
                <a:cubicBezTo>
                  <a:pt x="2931825" y="5762625"/>
                  <a:pt x="2921109" y="5756195"/>
                  <a:pt x="2918094" y="5748337"/>
                </a:cubicBezTo>
                <a:close/>
                <a:moveTo>
                  <a:pt x="3196499" y="5747150"/>
                </a:moveTo>
                <a:cubicBezTo>
                  <a:pt x="3188420" y="5726096"/>
                  <a:pt x="3212882" y="5700916"/>
                  <a:pt x="3233666" y="5708892"/>
                </a:cubicBezTo>
                <a:cubicBezTo>
                  <a:pt x="3243335" y="5712602"/>
                  <a:pt x="3248190" y="5723159"/>
                  <a:pt x="3246311" y="5736388"/>
                </a:cubicBezTo>
                <a:cubicBezTo>
                  <a:pt x="3242513" y="5763135"/>
                  <a:pt x="3205687" y="5771091"/>
                  <a:pt x="3196499" y="5747150"/>
                </a:cubicBezTo>
                <a:close/>
                <a:moveTo>
                  <a:pt x="2746398" y="5738172"/>
                </a:moveTo>
                <a:cubicBezTo>
                  <a:pt x="2738460" y="5717484"/>
                  <a:pt x="2758614" y="5698029"/>
                  <a:pt x="2773039" y="5712454"/>
                </a:cubicBezTo>
                <a:cubicBezTo>
                  <a:pt x="2785232" y="5724647"/>
                  <a:pt x="2777678" y="5753100"/>
                  <a:pt x="2762250" y="5753100"/>
                </a:cubicBezTo>
                <a:cubicBezTo>
                  <a:pt x="2756682" y="5753100"/>
                  <a:pt x="2749549" y="5746382"/>
                  <a:pt x="2746398" y="5738172"/>
                </a:cubicBezTo>
                <a:close/>
                <a:moveTo>
                  <a:pt x="1383030" y="5732145"/>
                </a:moveTo>
                <a:cubicBezTo>
                  <a:pt x="1356110" y="5705225"/>
                  <a:pt x="1379846" y="5663842"/>
                  <a:pt x="1416680" y="5673474"/>
                </a:cubicBezTo>
                <a:cubicBezTo>
                  <a:pt x="1441684" y="5680013"/>
                  <a:pt x="1447711" y="5694217"/>
                  <a:pt x="1437330" y="5722143"/>
                </a:cubicBezTo>
                <a:cubicBezTo>
                  <a:pt x="1428690" y="5745387"/>
                  <a:pt x="1401314" y="5750429"/>
                  <a:pt x="1383030" y="5732145"/>
                </a:cubicBezTo>
                <a:close/>
                <a:moveTo>
                  <a:pt x="1025524" y="5718174"/>
                </a:moveTo>
                <a:cubicBezTo>
                  <a:pt x="1015175" y="5707825"/>
                  <a:pt x="1018284" y="5672075"/>
                  <a:pt x="1030605" y="5659755"/>
                </a:cubicBezTo>
                <a:cubicBezTo>
                  <a:pt x="1061402" y="5628957"/>
                  <a:pt x="1113890" y="5676451"/>
                  <a:pt x="1086084" y="5709955"/>
                </a:cubicBezTo>
                <a:cubicBezTo>
                  <a:pt x="1073798" y="5724759"/>
                  <a:pt x="1037091" y="5729741"/>
                  <a:pt x="1025524" y="5718174"/>
                </a:cubicBezTo>
                <a:close/>
                <a:moveTo>
                  <a:pt x="3073329" y="5717453"/>
                </a:moveTo>
                <a:cubicBezTo>
                  <a:pt x="3070566" y="5712984"/>
                  <a:pt x="3071877" y="5703550"/>
                  <a:pt x="3076242" y="5696488"/>
                </a:cubicBezTo>
                <a:cubicBezTo>
                  <a:pt x="3085902" y="5680857"/>
                  <a:pt x="3117924" y="5690958"/>
                  <a:pt x="3112296" y="5707861"/>
                </a:cubicBezTo>
                <a:cubicBezTo>
                  <a:pt x="3107530" y="5722176"/>
                  <a:pt x="3080378" y="5728860"/>
                  <a:pt x="3073329" y="5717453"/>
                </a:cubicBezTo>
                <a:close/>
                <a:moveTo>
                  <a:pt x="613068" y="5700776"/>
                </a:moveTo>
                <a:cubicBezTo>
                  <a:pt x="609769" y="5692178"/>
                  <a:pt x="611637" y="5680577"/>
                  <a:pt x="617220" y="5674995"/>
                </a:cubicBezTo>
                <a:cubicBezTo>
                  <a:pt x="631732" y="5660482"/>
                  <a:pt x="659229" y="5673746"/>
                  <a:pt x="655438" y="5693430"/>
                </a:cubicBezTo>
                <a:cubicBezTo>
                  <a:pt x="651215" y="5715355"/>
                  <a:pt x="620694" y="5720647"/>
                  <a:pt x="613068" y="5700776"/>
                </a:cubicBezTo>
                <a:close/>
                <a:moveTo>
                  <a:pt x="1210676" y="5701919"/>
                </a:moveTo>
                <a:cubicBezTo>
                  <a:pt x="1194966" y="5682989"/>
                  <a:pt x="1208107" y="5657850"/>
                  <a:pt x="1233712" y="5657850"/>
                </a:cubicBezTo>
                <a:cubicBezTo>
                  <a:pt x="1259079" y="5657850"/>
                  <a:pt x="1268021" y="5674330"/>
                  <a:pt x="1255677" y="5698331"/>
                </a:cubicBezTo>
                <a:cubicBezTo>
                  <a:pt x="1245400" y="5718313"/>
                  <a:pt x="1225593" y="5719893"/>
                  <a:pt x="1210676" y="5701919"/>
                </a:cubicBezTo>
                <a:close/>
                <a:moveTo>
                  <a:pt x="1708689" y="5701416"/>
                </a:moveTo>
                <a:cubicBezTo>
                  <a:pt x="1700023" y="5678833"/>
                  <a:pt x="1712285" y="5656026"/>
                  <a:pt x="1731139" y="5659657"/>
                </a:cubicBezTo>
                <a:cubicBezTo>
                  <a:pt x="1741684" y="5661688"/>
                  <a:pt x="1747837" y="5671552"/>
                  <a:pt x="1747837" y="5686425"/>
                </a:cubicBezTo>
                <a:cubicBezTo>
                  <a:pt x="1747837" y="5713577"/>
                  <a:pt x="1717773" y="5725089"/>
                  <a:pt x="1708689" y="5701416"/>
                </a:cubicBezTo>
                <a:close/>
                <a:moveTo>
                  <a:pt x="2625722" y="5691883"/>
                </a:moveTo>
                <a:cubicBezTo>
                  <a:pt x="2619500" y="5675667"/>
                  <a:pt x="2642907" y="5653609"/>
                  <a:pt x="2657057" y="5662354"/>
                </a:cubicBezTo>
                <a:cubicBezTo>
                  <a:pt x="2662525" y="5665734"/>
                  <a:pt x="2667000" y="5676818"/>
                  <a:pt x="2667000" y="5686987"/>
                </a:cubicBezTo>
                <a:cubicBezTo>
                  <a:pt x="2667000" y="5708815"/>
                  <a:pt x="2633734" y="5712761"/>
                  <a:pt x="2625722" y="5691883"/>
                </a:cubicBezTo>
                <a:close/>
                <a:moveTo>
                  <a:pt x="2251098" y="5681022"/>
                </a:moveTo>
                <a:cubicBezTo>
                  <a:pt x="2247948" y="5672811"/>
                  <a:pt x="2249937" y="5661527"/>
                  <a:pt x="2255520" y="5655945"/>
                </a:cubicBezTo>
                <a:cubicBezTo>
                  <a:pt x="2270335" y="5641129"/>
                  <a:pt x="2295525" y="5654135"/>
                  <a:pt x="2295525" y="5676601"/>
                </a:cubicBezTo>
                <a:cubicBezTo>
                  <a:pt x="2295525" y="5700091"/>
                  <a:pt x="2259781" y="5703648"/>
                  <a:pt x="2251098" y="5681022"/>
                </a:cubicBezTo>
                <a:close/>
                <a:moveTo>
                  <a:pt x="2414618" y="5657946"/>
                </a:moveTo>
                <a:cubicBezTo>
                  <a:pt x="2406497" y="5632360"/>
                  <a:pt x="2425941" y="5608444"/>
                  <a:pt x="2451854" y="5612146"/>
                </a:cubicBezTo>
                <a:cubicBezTo>
                  <a:pt x="2484599" y="5616825"/>
                  <a:pt x="2479853" y="5671198"/>
                  <a:pt x="2446361" y="5675072"/>
                </a:cubicBezTo>
                <a:cubicBezTo>
                  <a:pt x="2427447" y="5677260"/>
                  <a:pt x="2419363" y="5672898"/>
                  <a:pt x="2414618" y="5657946"/>
                </a:cubicBezTo>
                <a:close/>
                <a:moveTo>
                  <a:pt x="866775" y="5644787"/>
                </a:moveTo>
                <a:cubicBezTo>
                  <a:pt x="866775" y="5617077"/>
                  <a:pt x="877614" y="5607672"/>
                  <a:pt x="899756" y="5616168"/>
                </a:cubicBezTo>
                <a:cubicBezTo>
                  <a:pt x="922931" y="5625061"/>
                  <a:pt x="914322" y="5661947"/>
                  <a:pt x="888206" y="5665656"/>
                </a:cubicBezTo>
                <a:cubicBezTo>
                  <a:pt x="870864" y="5668119"/>
                  <a:pt x="866775" y="5664137"/>
                  <a:pt x="866775" y="5644787"/>
                </a:cubicBezTo>
                <a:close/>
                <a:moveTo>
                  <a:pt x="716280" y="5646420"/>
                </a:moveTo>
                <a:cubicBezTo>
                  <a:pt x="692355" y="5622495"/>
                  <a:pt x="710164" y="5581650"/>
                  <a:pt x="744519" y="5581650"/>
                </a:cubicBezTo>
                <a:cubicBezTo>
                  <a:pt x="753765" y="5581650"/>
                  <a:pt x="765917" y="5590222"/>
                  <a:pt x="771525" y="5600700"/>
                </a:cubicBezTo>
                <a:cubicBezTo>
                  <a:pt x="792104" y="5639153"/>
                  <a:pt x="746639" y="5676779"/>
                  <a:pt x="716280" y="5646420"/>
                </a:cubicBezTo>
                <a:close/>
                <a:moveTo>
                  <a:pt x="2099168" y="5644145"/>
                </a:moveTo>
                <a:cubicBezTo>
                  <a:pt x="2091635" y="5624514"/>
                  <a:pt x="2111904" y="5600282"/>
                  <a:pt x="2130037" y="5607240"/>
                </a:cubicBezTo>
                <a:cubicBezTo>
                  <a:pt x="2149043" y="5614534"/>
                  <a:pt x="2142605" y="5652084"/>
                  <a:pt x="2121664" y="5656075"/>
                </a:cubicBezTo>
                <a:cubicBezTo>
                  <a:pt x="2112481" y="5657825"/>
                  <a:pt x="2102357" y="5652457"/>
                  <a:pt x="2099168" y="5644145"/>
                </a:cubicBezTo>
                <a:close/>
                <a:moveTo>
                  <a:pt x="2819905" y="5644171"/>
                </a:moveTo>
                <a:cubicBezTo>
                  <a:pt x="2806343" y="5627830"/>
                  <a:pt x="2821889" y="5591175"/>
                  <a:pt x="2842381" y="5591175"/>
                </a:cubicBezTo>
                <a:cubicBezTo>
                  <a:pt x="2862558" y="5591175"/>
                  <a:pt x="2878717" y="5616966"/>
                  <a:pt x="2871932" y="5638342"/>
                </a:cubicBezTo>
                <a:cubicBezTo>
                  <a:pt x="2864770" y="5660907"/>
                  <a:pt x="2836430" y="5664082"/>
                  <a:pt x="2819905" y="5644171"/>
                </a:cubicBezTo>
                <a:close/>
                <a:moveTo>
                  <a:pt x="3306010" y="5644569"/>
                </a:moveTo>
                <a:cubicBezTo>
                  <a:pt x="3291799" y="5627446"/>
                  <a:pt x="3302904" y="5600700"/>
                  <a:pt x="3324225" y="5600700"/>
                </a:cubicBezTo>
                <a:cubicBezTo>
                  <a:pt x="3338204" y="5600700"/>
                  <a:pt x="3352800" y="5617955"/>
                  <a:pt x="3352800" y="5634481"/>
                </a:cubicBezTo>
                <a:cubicBezTo>
                  <a:pt x="3352800" y="5647956"/>
                  <a:pt x="3315496" y="5655999"/>
                  <a:pt x="3306010" y="5644569"/>
                </a:cubicBezTo>
                <a:close/>
                <a:moveTo>
                  <a:pt x="3145155" y="5636895"/>
                </a:moveTo>
                <a:cubicBezTo>
                  <a:pt x="3121230" y="5612970"/>
                  <a:pt x="3139039" y="5572125"/>
                  <a:pt x="3173394" y="5572125"/>
                </a:cubicBezTo>
                <a:cubicBezTo>
                  <a:pt x="3182640" y="5572125"/>
                  <a:pt x="3194792" y="5580697"/>
                  <a:pt x="3200400" y="5591175"/>
                </a:cubicBezTo>
                <a:cubicBezTo>
                  <a:pt x="3220979" y="5629628"/>
                  <a:pt x="3175514" y="5667254"/>
                  <a:pt x="3145155" y="5636895"/>
                </a:cubicBezTo>
                <a:close/>
                <a:moveTo>
                  <a:pt x="1848229" y="5624970"/>
                </a:moveTo>
                <a:cubicBezTo>
                  <a:pt x="1823010" y="5594582"/>
                  <a:pt x="1860220" y="5546818"/>
                  <a:pt x="1889914" y="5571462"/>
                </a:cubicBezTo>
                <a:cubicBezTo>
                  <a:pt x="1907832" y="5586333"/>
                  <a:pt x="1909475" y="5611464"/>
                  <a:pt x="1893570" y="5627370"/>
                </a:cubicBezTo>
                <a:cubicBezTo>
                  <a:pt x="1878298" y="5642641"/>
                  <a:pt x="1862187" y="5641788"/>
                  <a:pt x="1848229" y="5624970"/>
                </a:cubicBezTo>
                <a:close/>
                <a:moveTo>
                  <a:pt x="3000475" y="5624633"/>
                </a:moveTo>
                <a:cubicBezTo>
                  <a:pt x="2985008" y="5605997"/>
                  <a:pt x="2994995" y="5581650"/>
                  <a:pt x="3018106" y="5581650"/>
                </a:cubicBezTo>
                <a:cubicBezTo>
                  <a:pt x="3042490" y="5581650"/>
                  <a:pt x="3050810" y="5606053"/>
                  <a:pt x="3032627" y="5624236"/>
                </a:cubicBezTo>
                <a:cubicBezTo>
                  <a:pt x="3014788" y="5642076"/>
                  <a:pt x="3014949" y="5642074"/>
                  <a:pt x="3000475" y="5624633"/>
                </a:cubicBezTo>
                <a:close/>
                <a:moveTo>
                  <a:pt x="1485900" y="5610225"/>
                </a:moveTo>
                <a:cubicBezTo>
                  <a:pt x="1485900" y="5597525"/>
                  <a:pt x="1492250" y="5591175"/>
                  <a:pt x="1504950" y="5591175"/>
                </a:cubicBezTo>
                <a:cubicBezTo>
                  <a:pt x="1517650" y="5591175"/>
                  <a:pt x="1524000" y="5597525"/>
                  <a:pt x="1524000" y="5610225"/>
                </a:cubicBezTo>
                <a:cubicBezTo>
                  <a:pt x="1524000" y="5622925"/>
                  <a:pt x="1517650" y="5629275"/>
                  <a:pt x="1504950" y="5629275"/>
                </a:cubicBezTo>
                <a:cubicBezTo>
                  <a:pt x="1492250" y="5629275"/>
                  <a:pt x="1485900" y="5622925"/>
                  <a:pt x="1485900" y="5610225"/>
                </a:cubicBezTo>
                <a:close/>
                <a:moveTo>
                  <a:pt x="1626393" y="5609242"/>
                </a:moveTo>
                <a:cubicBezTo>
                  <a:pt x="1605743" y="5597486"/>
                  <a:pt x="1604806" y="5569014"/>
                  <a:pt x="1624531" y="5552643"/>
                </a:cubicBezTo>
                <a:cubicBezTo>
                  <a:pt x="1636910" y="5542370"/>
                  <a:pt x="1642724" y="5543740"/>
                  <a:pt x="1659986" y="5561002"/>
                </a:cubicBezTo>
                <a:cubicBezTo>
                  <a:pt x="1680532" y="5581548"/>
                  <a:pt x="1680541" y="5581740"/>
                  <a:pt x="1661847" y="5600190"/>
                </a:cubicBezTo>
                <a:cubicBezTo>
                  <a:pt x="1647695" y="5614158"/>
                  <a:pt x="1638951" y="5616391"/>
                  <a:pt x="1626393" y="5609242"/>
                </a:cubicBezTo>
                <a:close/>
                <a:moveTo>
                  <a:pt x="2559049" y="5613399"/>
                </a:moveTo>
                <a:cubicBezTo>
                  <a:pt x="2545938" y="5600288"/>
                  <a:pt x="2553393" y="5581650"/>
                  <a:pt x="2571750" y="5581650"/>
                </a:cubicBezTo>
                <a:cubicBezTo>
                  <a:pt x="2584450" y="5581650"/>
                  <a:pt x="2590800" y="5588000"/>
                  <a:pt x="2590800" y="5600700"/>
                </a:cubicBezTo>
                <a:cubicBezTo>
                  <a:pt x="2590800" y="5619056"/>
                  <a:pt x="2572161" y="5626511"/>
                  <a:pt x="2559049" y="5613399"/>
                </a:cubicBezTo>
                <a:close/>
                <a:moveTo>
                  <a:pt x="1119000" y="5600397"/>
                </a:moveTo>
                <a:cubicBezTo>
                  <a:pt x="1115301" y="5594412"/>
                  <a:pt x="1116756" y="5585033"/>
                  <a:pt x="1122234" y="5579555"/>
                </a:cubicBezTo>
                <a:cubicBezTo>
                  <a:pt x="1135035" y="5566754"/>
                  <a:pt x="1164879" y="5577920"/>
                  <a:pt x="1159671" y="5593561"/>
                </a:cubicBezTo>
                <a:cubicBezTo>
                  <a:pt x="1154369" y="5609484"/>
                  <a:pt x="1127416" y="5614014"/>
                  <a:pt x="1119000" y="5600397"/>
                </a:cubicBezTo>
                <a:close/>
                <a:moveTo>
                  <a:pt x="1317881" y="5595902"/>
                </a:moveTo>
                <a:cubicBezTo>
                  <a:pt x="1309780" y="5574793"/>
                  <a:pt x="1338842" y="5545082"/>
                  <a:pt x="1353375" y="5559615"/>
                </a:cubicBezTo>
                <a:cubicBezTo>
                  <a:pt x="1368197" y="5574437"/>
                  <a:pt x="1360237" y="5604638"/>
                  <a:pt x="1340505" y="5608438"/>
                </a:cubicBezTo>
                <a:cubicBezTo>
                  <a:pt x="1331382" y="5610195"/>
                  <a:pt x="1321201" y="5604554"/>
                  <a:pt x="1317881" y="5595902"/>
                </a:cubicBezTo>
                <a:close/>
                <a:moveTo>
                  <a:pt x="2325013" y="5591739"/>
                </a:moveTo>
                <a:cubicBezTo>
                  <a:pt x="2310618" y="5582843"/>
                  <a:pt x="2317248" y="5553075"/>
                  <a:pt x="2333625" y="5553075"/>
                </a:cubicBezTo>
                <a:cubicBezTo>
                  <a:pt x="2347571" y="5553075"/>
                  <a:pt x="2357112" y="5581022"/>
                  <a:pt x="2346716" y="5591418"/>
                </a:cubicBezTo>
                <a:cubicBezTo>
                  <a:pt x="2341939" y="5596195"/>
                  <a:pt x="2332450" y="5596335"/>
                  <a:pt x="2325013" y="5591739"/>
                </a:cubicBezTo>
                <a:close/>
                <a:moveTo>
                  <a:pt x="1012848" y="5576247"/>
                </a:moveTo>
                <a:cubicBezTo>
                  <a:pt x="1004910" y="5555559"/>
                  <a:pt x="1025064" y="5536104"/>
                  <a:pt x="1039489" y="5550529"/>
                </a:cubicBezTo>
                <a:cubicBezTo>
                  <a:pt x="1051682" y="5562722"/>
                  <a:pt x="1044128" y="5591175"/>
                  <a:pt x="1028700" y="5591175"/>
                </a:cubicBezTo>
                <a:cubicBezTo>
                  <a:pt x="1023132" y="5591175"/>
                  <a:pt x="1015999" y="5584457"/>
                  <a:pt x="1012848" y="5576247"/>
                </a:cubicBezTo>
                <a:close/>
                <a:moveTo>
                  <a:pt x="2691017" y="5575731"/>
                </a:moveTo>
                <a:cubicBezTo>
                  <a:pt x="2661538" y="5546252"/>
                  <a:pt x="2696340" y="5498794"/>
                  <a:pt x="2731293" y="5520807"/>
                </a:cubicBezTo>
                <a:cubicBezTo>
                  <a:pt x="2760484" y="5539189"/>
                  <a:pt x="2748169" y="5591175"/>
                  <a:pt x="2714625" y="5591175"/>
                </a:cubicBezTo>
                <a:cubicBezTo>
                  <a:pt x="2710134" y="5591175"/>
                  <a:pt x="2699511" y="5584225"/>
                  <a:pt x="2691017" y="5575731"/>
                </a:cubicBezTo>
                <a:close/>
                <a:moveTo>
                  <a:pt x="1985989" y="5562685"/>
                </a:moveTo>
                <a:cubicBezTo>
                  <a:pt x="1977883" y="5537144"/>
                  <a:pt x="1987259" y="5524500"/>
                  <a:pt x="2014305" y="5524500"/>
                </a:cubicBezTo>
                <a:cubicBezTo>
                  <a:pt x="2040088" y="5524500"/>
                  <a:pt x="2049141" y="5540845"/>
                  <a:pt x="2036727" y="5564981"/>
                </a:cubicBezTo>
                <a:cubicBezTo>
                  <a:pt x="2025126" y="5587537"/>
                  <a:pt x="1993421" y="5586102"/>
                  <a:pt x="1985989" y="5562685"/>
                </a:cubicBezTo>
                <a:close/>
                <a:moveTo>
                  <a:pt x="1736981" y="5538752"/>
                </a:moveTo>
                <a:cubicBezTo>
                  <a:pt x="1728880" y="5517643"/>
                  <a:pt x="1757942" y="5487932"/>
                  <a:pt x="1772475" y="5502465"/>
                </a:cubicBezTo>
                <a:cubicBezTo>
                  <a:pt x="1787297" y="5517287"/>
                  <a:pt x="1779337" y="5547488"/>
                  <a:pt x="1759605" y="5551288"/>
                </a:cubicBezTo>
                <a:cubicBezTo>
                  <a:pt x="1750482" y="5553045"/>
                  <a:pt x="1740301" y="5547404"/>
                  <a:pt x="1736981" y="5538752"/>
                </a:cubicBezTo>
                <a:close/>
                <a:moveTo>
                  <a:pt x="2164445" y="5542010"/>
                </a:moveTo>
                <a:cubicBezTo>
                  <a:pt x="2136742" y="5514307"/>
                  <a:pt x="2157366" y="5467350"/>
                  <a:pt x="2197236" y="5467350"/>
                </a:cubicBezTo>
                <a:cubicBezTo>
                  <a:pt x="2222389" y="5467350"/>
                  <a:pt x="2237814" y="5508091"/>
                  <a:pt x="2222136" y="5533117"/>
                </a:cubicBezTo>
                <a:cubicBezTo>
                  <a:pt x="2209955" y="5552560"/>
                  <a:pt x="2179664" y="5557229"/>
                  <a:pt x="2164445" y="5542010"/>
                </a:cubicBezTo>
                <a:close/>
                <a:moveTo>
                  <a:pt x="1216025" y="5537199"/>
                </a:moveTo>
                <a:cubicBezTo>
                  <a:pt x="1204368" y="5525543"/>
                  <a:pt x="1209493" y="5495396"/>
                  <a:pt x="1224083" y="5489797"/>
                </a:cubicBezTo>
                <a:cubicBezTo>
                  <a:pt x="1247162" y="5480941"/>
                  <a:pt x="1268270" y="5504001"/>
                  <a:pt x="1256764" y="5525500"/>
                </a:cubicBezTo>
                <a:cubicBezTo>
                  <a:pt x="1247082" y="5543591"/>
                  <a:pt x="1227919" y="5549094"/>
                  <a:pt x="1216025" y="5537199"/>
                </a:cubicBezTo>
                <a:close/>
                <a:moveTo>
                  <a:pt x="3229354" y="5529720"/>
                </a:moveTo>
                <a:cubicBezTo>
                  <a:pt x="3211093" y="5507717"/>
                  <a:pt x="3221220" y="5481637"/>
                  <a:pt x="3248025" y="5481637"/>
                </a:cubicBezTo>
                <a:cubicBezTo>
                  <a:pt x="3263121" y="5481637"/>
                  <a:pt x="3272760" y="5487785"/>
                  <a:pt x="3274874" y="5498763"/>
                </a:cubicBezTo>
                <a:cubicBezTo>
                  <a:pt x="3278172" y="5515889"/>
                  <a:pt x="3261589" y="5543550"/>
                  <a:pt x="3248025" y="5543550"/>
                </a:cubicBezTo>
                <a:cubicBezTo>
                  <a:pt x="3244069" y="5543550"/>
                  <a:pt x="3235667" y="5537326"/>
                  <a:pt x="3229354" y="5529720"/>
                </a:cubicBezTo>
                <a:close/>
                <a:moveTo>
                  <a:pt x="906422" y="5525658"/>
                </a:moveTo>
                <a:cubicBezTo>
                  <a:pt x="884059" y="5511482"/>
                  <a:pt x="896832" y="5472112"/>
                  <a:pt x="923794" y="5472112"/>
                </a:cubicBezTo>
                <a:cubicBezTo>
                  <a:pt x="950726" y="5472112"/>
                  <a:pt x="960902" y="5498136"/>
                  <a:pt x="942595" y="5520195"/>
                </a:cubicBezTo>
                <a:cubicBezTo>
                  <a:pt x="929423" y="5536066"/>
                  <a:pt x="924109" y="5536868"/>
                  <a:pt x="906422" y="5525658"/>
                </a:cubicBezTo>
                <a:close/>
                <a:moveTo>
                  <a:pt x="776598" y="5515477"/>
                </a:moveTo>
                <a:cubicBezTo>
                  <a:pt x="768223" y="5501927"/>
                  <a:pt x="778903" y="5486400"/>
                  <a:pt x="796598" y="5486400"/>
                </a:cubicBezTo>
                <a:cubicBezTo>
                  <a:pt x="804943" y="5486400"/>
                  <a:pt x="809723" y="5493091"/>
                  <a:pt x="807942" y="5502279"/>
                </a:cubicBezTo>
                <a:cubicBezTo>
                  <a:pt x="804231" y="5521410"/>
                  <a:pt x="785213" y="5529418"/>
                  <a:pt x="776598" y="5515477"/>
                </a:cubicBezTo>
                <a:close/>
                <a:moveTo>
                  <a:pt x="2475878" y="5504289"/>
                </a:moveTo>
                <a:cubicBezTo>
                  <a:pt x="2466924" y="5487557"/>
                  <a:pt x="2468505" y="5480636"/>
                  <a:pt x="2485068" y="5464072"/>
                </a:cubicBezTo>
                <a:lnTo>
                  <a:pt x="2505075" y="5444066"/>
                </a:lnTo>
                <a:lnTo>
                  <a:pt x="2525081" y="5464072"/>
                </a:lnTo>
                <a:cubicBezTo>
                  <a:pt x="2548744" y="5487736"/>
                  <a:pt x="2536573" y="5524500"/>
                  <a:pt x="2505075" y="5524500"/>
                </a:cubicBezTo>
                <a:cubicBezTo>
                  <a:pt x="2494966" y="5524500"/>
                  <a:pt x="2481827" y="5515405"/>
                  <a:pt x="2475878" y="5504289"/>
                </a:cubicBezTo>
                <a:close/>
                <a:moveTo>
                  <a:pt x="2939618" y="5510007"/>
                </a:moveTo>
                <a:cubicBezTo>
                  <a:pt x="2921362" y="5491751"/>
                  <a:pt x="2919645" y="5466164"/>
                  <a:pt x="2935605" y="5450205"/>
                </a:cubicBezTo>
                <a:cubicBezTo>
                  <a:pt x="2967128" y="5418681"/>
                  <a:pt x="3021361" y="5463080"/>
                  <a:pt x="2996729" y="5500245"/>
                </a:cubicBezTo>
                <a:cubicBezTo>
                  <a:pt x="2979894" y="5525647"/>
                  <a:pt x="2958854" y="5529243"/>
                  <a:pt x="2939618" y="5510007"/>
                </a:cubicBezTo>
                <a:close/>
                <a:moveTo>
                  <a:pt x="676375" y="5491283"/>
                </a:moveTo>
                <a:cubicBezTo>
                  <a:pt x="660908" y="5472647"/>
                  <a:pt x="670895" y="5448300"/>
                  <a:pt x="694006" y="5448300"/>
                </a:cubicBezTo>
                <a:cubicBezTo>
                  <a:pt x="718390" y="5448300"/>
                  <a:pt x="726710" y="5472703"/>
                  <a:pt x="708527" y="5490886"/>
                </a:cubicBezTo>
                <a:cubicBezTo>
                  <a:pt x="690688" y="5508726"/>
                  <a:pt x="690849" y="5508724"/>
                  <a:pt x="676375" y="5491283"/>
                </a:cubicBezTo>
                <a:close/>
                <a:moveTo>
                  <a:pt x="1557337" y="5495925"/>
                </a:moveTo>
                <a:cubicBezTo>
                  <a:pt x="1549364" y="5483024"/>
                  <a:pt x="1560122" y="5467350"/>
                  <a:pt x="1576949" y="5467350"/>
                </a:cubicBezTo>
                <a:cubicBezTo>
                  <a:pt x="1584498" y="5467350"/>
                  <a:pt x="1590675" y="5475922"/>
                  <a:pt x="1590675" y="5486400"/>
                </a:cubicBezTo>
                <a:cubicBezTo>
                  <a:pt x="1590675" y="5506119"/>
                  <a:pt x="1567695" y="5512685"/>
                  <a:pt x="1557337" y="5495925"/>
                </a:cubicBezTo>
                <a:close/>
                <a:moveTo>
                  <a:pt x="2820546" y="5492543"/>
                </a:moveTo>
                <a:cubicBezTo>
                  <a:pt x="2812245" y="5482542"/>
                  <a:pt x="2812779" y="5476796"/>
                  <a:pt x="2822781" y="5468496"/>
                </a:cubicBezTo>
                <a:cubicBezTo>
                  <a:pt x="2832782" y="5460195"/>
                  <a:pt x="2838528" y="5460729"/>
                  <a:pt x="2846828" y="5470731"/>
                </a:cubicBezTo>
                <a:cubicBezTo>
                  <a:pt x="2855129" y="5480732"/>
                  <a:pt x="2854595" y="5486478"/>
                  <a:pt x="2844593" y="5494778"/>
                </a:cubicBezTo>
                <a:cubicBezTo>
                  <a:pt x="2834592" y="5503079"/>
                  <a:pt x="2828846" y="5502545"/>
                  <a:pt x="2820546" y="5492543"/>
                </a:cubicBezTo>
                <a:close/>
                <a:moveTo>
                  <a:pt x="3099874" y="5495095"/>
                </a:moveTo>
                <a:cubicBezTo>
                  <a:pt x="3096354" y="5489399"/>
                  <a:pt x="3097209" y="5481005"/>
                  <a:pt x="3101773" y="5476441"/>
                </a:cubicBezTo>
                <a:cubicBezTo>
                  <a:pt x="3113038" y="5465176"/>
                  <a:pt x="3137831" y="5481574"/>
                  <a:pt x="3129620" y="5494860"/>
                </a:cubicBezTo>
                <a:cubicBezTo>
                  <a:pt x="3121300" y="5508322"/>
                  <a:pt x="3108114" y="5508427"/>
                  <a:pt x="3099874" y="5495095"/>
                </a:cubicBezTo>
                <a:close/>
                <a:moveTo>
                  <a:pt x="1404200" y="5472567"/>
                </a:moveTo>
                <a:cubicBezTo>
                  <a:pt x="1396199" y="5440687"/>
                  <a:pt x="1415302" y="5417941"/>
                  <a:pt x="1446984" y="5421624"/>
                </a:cubicBezTo>
                <a:cubicBezTo>
                  <a:pt x="1468235" y="5424094"/>
                  <a:pt x="1471612" y="5429058"/>
                  <a:pt x="1471612" y="5457825"/>
                </a:cubicBezTo>
                <a:cubicBezTo>
                  <a:pt x="1471612" y="5488399"/>
                  <a:pt x="1469074" y="5491407"/>
                  <a:pt x="1440983" y="5494122"/>
                </a:cubicBezTo>
                <a:cubicBezTo>
                  <a:pt x="1414896" y="5496644"/>
                  <a:pt x="1409441" y="5493447"/>
                  <a:pt x="1404200" y="5472567"/>
                </a:cubicBezTo>
                <a:close/>
                <a:moveTo>
                  <a:pt x="2354146" y="5482231"/>
                </a:moveTo>
                <a:cubicBezTo>
                  <a:pt x="2355956" y="5473493"/>
                  <a:pt x="2361723" y="5466570"/>
                  <a:pt x="2366962" y="5466846"/>
                </a:cubicBezTo>
                <a:cubicBezTo>
                  <a:pt x="2381100" y="5467593"/>
                  <a:pt x="2378503" y="5488903"/>
                  <a:pt x="2363671" y="5493846"/>
                </a:cubicBezTo>
                <a:cubicBezTo>
                  <a:pt x="2355659" y="5496517"/>
                  <a:pt x="2352089" y="5492163"/>
                  <a:pt x="2354146" y="5482231"/>
                </a:cubicBezTo>
                <a:close/>
                <a:moveTo>
                  <a:pt x="1058035" y="5463504"/>
                </a:moveTo>
                <a:cubicBezTo>
                  <a:pt x="1038479" y="5439940"/>
                  <a:pt x="1054472" y="5408579"/>
                  <a:pt x="1084286" y="5412027"/>
                </a:cubicBezTo>
                <a:cubicBezTo>
                  <a:pt x="1105479" y="5414478"/>
                  <a:pt x="1109662" y="5419672"/>
                  <a:pt x="1109662" y="5443537"/>
                </a:cubicBezTo>
                <a:cubicBezTo>
                  <a:pt x="1109662" y="5476262"/>
                  <a:pt x="1078595" y="5488277"/>
                  <a:pt x="1058035" y="5463504"/>
                </a:cubicBezTo>
                <a:close/>
                <a:moveTo>
                  <a:pt x="1895475" y="5457825"/>
                </a:moveTo>
                <a:cubicBezTo>
                  <a:pt x="1895475" y="5443478"/>
                  <a:pt x="1900448" y="5438335"/>
                  <a:pt x="1912143" y="5440588"/>
                </a:cubicBezTo>
                <a:cubicBezTo>
                  <a:pt x="1921311" y="5442353"/>
                  <a:pt x="1928812" y="5450110"/>
                  <a:pt x="1928812" y="5457825"/>
                </a:cubicBezTo>
                <a:cubicBezTo>
                  <a:pt x="1928812" y="5465539"/>
                  <a:pt x="1921311" y="5473296"/>
                  <a:pt x="1912143" y="5475061"/>
                </a:cubicBezTo>
                <a:cubicBezTo>
                  <a:pt x="1900448" y="5477314"/>
                  <a:pt x="1895475" y="5472171"/>
                  <a:pt x="1895475" y="5457825"/>
                </a:cubicBezTo>
                <a:close/>
                <a:moveTo>
                  <a:pt x="1676400" y="5438775"/>
                </a:moveTo>
                <a:cubicBezTo>
                  <a:pt x="1676400" y="5424428"/>
                  <a:pt x="1681373" y="5419285"/>
                  <a:pt x="1693068" y="5421538"/>
                </a:cubicBezTo>
                <a:cubicBezTo>
                  <a:pt x="1702236" y="5423303"/>
                  <a:pt x="1709737" y="5431060"/>
                  <a:pt x="1709737" y="5438775"/>
                </a:cubicBezTo>
                <a:cubicBezTo>
                  <a:pt x="1709737" y="5446489"/>
                  <a:pt x="1702236" y="5454246"/>
                  <a:pt x="1693068" y="5456011"/>
                </a:cubicBezTo>
                <a:cubicBezTo>
                  <a:pt x="1681373" y="5458264"/>
                  <a:pt x="1676400" y="5453121"/>
                  <a:pt x="1676400" y="5438775"/>
                </a:cubicBezTo>
                <a:close/>
                <a:moveTo>
                  <a:pt x="2622819" y="5443537"/>
                </a:moveTo>
                <a:cubicBezTo>
                  <a:pt x="2615273" y="5423873"/>
                  <a:pt x="2625504" y="5400675"/>
                  <a:pt x="2641722" y="5400675"/>
                </a:cubicBezTo>
                <a:cubicBezTo>
                  <a:pt x="2649103" y="5400675"/>
                  <a:pt x="2660478" y="5407104"/>
                  <a:pt x="2667000" y="5414962"/>
                </a:cubicBezTo>
                <a:cubicBezTo>
                  <a:pt x="2680725" y="5431500"/>
                  <a:pt x="2665201" y="5457825"/>
                  <a:pt x="2641722" y="5457825"/>
                </a:cubicBezTo>
                <a:cubicBezTo>
                  <a:pt x="2634341" y="5457825"/>
                  <a:pt x="2625834" y="5451395"/>
                  <a:pt x="2622819" y="5443537"/>
                </a:cubicBezTo>
                <a:close/>
                <a:moveTo>
                  <a:pt x="2289468" y="5415026"/>
                </a:moveTo>
                <a:cubicBezTo>
                  <a:pt x="2286169" y="5406428"/>
                  <a:pt x="2288037" y="5394827"/>
                  <a:pt x="2293620" y="5389245"/>
                </a:cubicBezTo>
                <a:cubicBezTo>
                  <a:pt x="2308132" y="5374732"/>
                  <a:pt x="2335629" y="5387996"/>
                  <a:pt x="2331838" y="5407680"/>
                </a:cubicBezTo>
                <a:cubicBezTo>
                  <a:pt x="2327615" y="5429605"/>
                  <a:pt x="2297094" y="5434897"/>
                  <a:pt x="2289468" y="5415026"/>
                </a:cubicBezTo>
                <a:close/>
                <a:moveTo>
                  <a:pt x="3165744" y="5414962"/>
                </a:moveTo>
                <a:cubicBezTo>
                  <a:pt x="3157385" y="5393178"/>
                  <a:pt x="3169095" y="5372100"/>
                  <a:pt x="3189556" y="5372100"/>
                </a:cubicBezTo>
                <a:cubicBezTo>
                  <a:pt x="3212085" y="5372100"/>
                  <a:pt x="3223652" y="5398421"/>
                  <a:pt x="3208923" y="5416169"/>
                </a:cubicBezTo>
                <a:cubicBezTo>
                  <a:pt x="3194592" y="5433436"/>
                  <a:pt x="3172597" y="5432822"/>
                  <a:pt x="3165744" y="5414962"/>
                </a:cubicBezTo>
                <a:close/>
                <a:moveTo>
                  <a:pt x="1266455" y="5404992"/>
                </a:moveTo>
                <a:cubicBezTo>
                  <a:pt x="1251414" y="5386869"/>
                  <a:pt x="1262511" y="5360355"/>
                  <a:pt x="1283464" y="5364349"/>
                </a:cubicBezTo>
                <a:cubicBezTo>
                  <a:pt x="1304405" y="5368340"/>
                  <a:pt x="1310843" y="5405890"/>
                  <a:pt x="1291837" y="5413184"/>
                </a:cubicBezTo>
                <a:cubicBezTo>
                  <a:pt x="1284085" y="5416158"/>
                  <a:pt x="1272663" y="5412472"/>
                  <a:pt x="1266455" y="5404992"/>
                </a:cubicBezTo>
                <a:close/>
                <a:moveTo>
                  <a:pt x="1783080" y="5408295"/>
                </a:moveTo>
                <a:cubicBezTo>
                  <a:pt x="1755167" y="5380382"/>
                  <a:pt x="1778957" y="5335961"/>
                  <a:pt x="1814512" y="5349605"/>
                </a:cubicBezTo>
                <a:cubicBezTo>
                  <a:pt x="1838975" y="5358992"/>
                  <a:pt x="1826600" y="5419725"/>
                  <a:pt x="1800225" y="5419725"/>
                </a:cubicBezTo>
                <a:cubicBezTo>
                  <a:pt x="1797081" y="5419725"/>
                  <a:pt x="1789366" y="5414581"/>
                  <a:pt x="1783080" y="5408295"/>
                </a:cubicBezTo>
                <a:close/>
                <a:moveTo>
                  <a:pt x="1997075" y="5403849"/>
                </a:moveTo>
                <a:cubicBezTo>
                  <a:pt x="1986725" y="5393500"/>
                  <a:pt x="1989834" y="5357750"/>
                  <a:pt x="2002155" y="5345430"/>
                </a:cubicBezTo>
                <a:cubicBezTo>
                  <a:pt x="2032514" y="5315070"/>
                  <a:pt x="2077979" y="5352696"/>
                  <a:pt x="2057400" y="5391150"/>
                </a:cubicBezTo>
                <a:cubicBezTo>
                  <a:pt x="2047632" y="5409401"/>
                  <a:pt x="2010453" y="5417228"/>
                  <a:pt x="1997075" y="5403849"/>
                </a:cubicBezTo>
                <a:close/>
                <a:moveTo>
                  <a:pt x="2139950" y="5403849"/>
                </a:moveTo>
                <a:cubicBezTo>
                  <a:pt x="2119499" y="5383399"/>
                  <a:pt x="2139649" y="5348658"/>
                  <a:pt x="2166077" y="5358800"/>
                </a:cubicBezTo>
                <a:cubicBezTo>
                  <a:pt x="2185630" y="5366303"/>
                  <a:pt x="2185685" y="5396925"/>
                  <a:pt x="2166158" y="5404418"/>
                </a:cubicBezTo>
                <a:cubicBezTo>
                  <a:pt x="2147502" y="5411577"/>
                  <a:pt x="2147681" y="5411581"/>
                  <a:pt x="2139950" y="5403849"/>
                </a:cubicBezTo>
                <a:close/>
                <a:moveTo>
                  <a:pt x="780815" y="5386105"/>
                </a:moveTo>
                <a:cubicBezTo>
                  <a:pt x="754014" y="5353811"/>
                  <a:pt x="811059" y="5297998"/>
                  <a:pt x="843419" y="5324854"/>
                </a:cubicBezTo>
                <a:cubicBezTo>
                  <a:pt x="860189" y="5338772"/>
                  <a:pt x="861486" y="5373578"/>
                  <a:pt x="845820" y="5389245"/>
                </a:cubicBezTo>
                <a:cubicBezTo>
                  <a:pt x="829882" y="5405182"/>
                  <a:pt x="795260" y="5403510"/>
                  <a:pt x="780815" y="5386105"/>
                </a:cubicBezTo>
                <a:close/>
                <a:moveTo>
                  <a:pt x="2730829" y="5394654"/>
                </a:moveTo>
                <a:cubicBezTo>
                  <a:pt x="2719898" y="5383723"/>
                  <a:pt x="2723225" y="5356149"/>
                  <a:pt x="2736837" y="5344852"/>
                </a:cubicBezTo>
                <a:cubicBezTo>
                  <a:pt x="2757228" y="5327929"/>
                  <a:pt x="2789374" y="5356048"/>
                  <a:pt x="2775516" y="5378685"/>
                </a:cubicBezTo>
                <a:cubicBezTo>
                  <a:pt x="2764105" y="5397325"/>
                  <a:pt x="2741557" y="5405382"/>
                  <a:pt x="2730829" y="5394654"/>
                </a:cubicBezTo>
                <a:close/>
                <a:moveTo>
                  <a:pt x="3023622" y="5390235"/>
                </a:moveTo>
                <a:cubicBezTo>
                  <a:pt x="3013556" y="5373949"/>
                  <a:pt x="3045315" y="5346555"/>
                  <a:pt x="3058721" y="5359961"/>
                </a:cubicBezTo>
                <a:cubicBezTo>
                  <a:pt x="3064693" y="5365933"/>
                  <a:pt x="3067001" y="5377536"/>
                  <a:pt x="3063851" y="5385747"/>
                </a:cubicBezTo>
                <a:cubicBezTo>
                  <a:pt x="3057259" y="5402926"/>
                  <a:pt x="3033129" y="5405618"/>
                  <a:pt x="3023622" y="5390235"/>
                </a:cubicBezTo>
                <a:close/>
                <a:moveTo>
                  <a:pt x="583406" y="5384308"/>
                </a:moveTo>
                <a:cubicBezTo>
                  <a:pt x="564191" y="5377415"/>
                  <a:pt x="569759" y="5353050"/>
                  <a:pt x="590550" y="5353050"/>
                </a:cubicBezTo>
                <a:cubicBezTo>
                  <a:pt x="601027" y="5353050"/>
                  <a:pt x="609600" y="5359226"/>
                  <a:pt x="609600" y="5366775"/>
                </a:cubicBezTo>
                <a:cubicBezTo>
                  <a:pt x="609600" y="5383341"/>
                  <a:pt x="599520" y="5390088"/>
                  <a:pt x="583406" y="5384308"/>
                </a:cubicBezTo>
                <a:close/>
                <a:moveTo>
                  <a:pt x="1533525" y="5367337"/>
                </a:moveTo>
                <a:cubicBezTo>
                  <a:pt x="1519799" y="5350799"/>
                  <a:pt x="1535323" y="5324475"/>
                  <a:pt x="1558802" y="5324475"/>
                </a:cubicBezTo>
                <a:cubicBezTo>
                  <a:pt x="1577765" y="5324475"/>
                  <a:pt x="1585502" y="5350616"/>
                  <a:pt x="1571524" y="5367458"/>
                </a:cubicBezTo>
                <a:cubicBezTo>
                  <a:pt x="1556695" y="5385326"/>
                  <a:pt x="1548432" y="5385300"/>
                  <a:pt x="1533525" y="5367337"/>
                </a:cubicBezTo>
                <a:close/>
                <a:moveTo>
                  <a:pt x="2520542" y="5366976"/>
                </a:moveTo>
                <a:cubicBezTo>
                  <a:pt x="2517284" y="5358488"/>
                  <a:pt x="2521130" y="5349945"/>
                  <a:pt x="2529688" y="5346662"/>
                </a:cubicBezTo>
                <a:cubicBezTo>
                  <a:pt x="2547474" y="5339836"/>
                  <a:pt x="2566937" y="5356768"/>
                  <a:pt x="2557975" y="5371270"/>
                </a:cubicBezTo>
                <a:cubicBezTo>
                  <a:pt x="2548628" y="5386393"/>
                  <a:pt x="2527042" y="5383917"/>
                  <a:pt x="2520542" y="5366976"/>
                </a:cubicBezTo>
                <a:close/>
                <a:moveTo>
                  <a:pt x="2867025" y="5367337"/>
                </a:moveTo>
                <a:cubicBezTo>
                  <a:pt x="2867025" y="5357527"/>
                  <a:pt x="2873267" y="5352855"/>
                  <a:pt x="2883693" y="5354863"/>
                </a:cubicBezTo>
                <a:cubicBezTo>
                  <a:pt x="2903770" y="5358729"/>
                  <a:pt x="2902504" y="5375634"/>
                  <a:pt x="2881815" y="5379942"/>
                </a:cubicBezTo>
                <a:cubicBezTo>
                  <a:pt x="2873186" y="5381738"/>
                  <a:pt x="2867025" y="5376488"/>
                  <a:pt x="2867025" y="5367337"/>
                </a:cubicBezTo>
                <a:close/>
                <a:moveTo>
                  <a:pt x="943234" y="5358124"/>
                </a:moveTo>
                <a:cubicBezTo>
                  <a:pt x="930067" y="5342259"/>
                  <a:pt x="937778" y="5324475"/>
                  <a:pt x="957824" y="5324475"/>
                </a:cubicBezTo>
                <a:cubicBezTo>
                  <a:pt x="972694" y="5324475"/>
                  <a:pt x="976906" y="5358140"/>
                  <a:pt x="963104" y="5366670"/>
                </a:cubicBezTo>
                <a:cubicBezTo>
                  <a:pt x="958459" y="5369541"/>
                  <a:pt x="949517" y="5365695"/>
                  <a:pt x="943234" y="5358124"/>
                </a:cubicBezTo>
                <a:close/>
                <a:moveTo>
                  <a:pt x="3337459" y="5347481"/>
                </a:moveTo>
                <a:cubicBezTo>
                  <a:pt x="3333281" y="5330838"/>
                  <a:pt x="3336309" y="5317833"/>
                  <a:pt x="3346802" y="5307340"/>
                </a:cubicBezTo>
                <a:cubicBezTo>
                  <a:pt x="3361149" y="5292993"/>
                  <a:pt x="3362325" y="5294858"/>
                  <a:pt x="3362325" y="5331958"/>
                </a:cubicBezTo>
                <a:cubicBezTo>
                  <a:pt x="3362325" y="5376401"/>
                  <a:pt x="3347102" y="5385904"/>
                  <a:pt x="3337459" y="5347481"/>
                </a:cubicBezTo>
                <a:close/>
                <a:moveTo>
                  <a:pt x="2371827" y="5338886"/>
                </a:moveTo>
                <a:cubicBezTo>
                  <a:pt x="2357246" y="5321316"/>
                  <a:pt x="2366331" y="5280957"/>
                  <a:pt x="2386620" y="5273172"/>
                </a:cubicBezTo>
                <a:cubicBezTo>
                  <a:pt x="2409387" y="5264435"/>
                  <a:pt x="2438400" y="5284296"/>
                  <a:pt x="2438400" y="5308617"/>
                </a:cubicBezTo>
                <a:cubicBezTo>
                  <a:pt x="2438400" y="5348972"/>
                  <a:pt x="2396143" y="5368185"/>
                  <a:pt x="2371827" y="5338886"/>
                </a:cubicBezTo>
                <a:close/>
                <a:moveTo>
                  <a:pt x="1383506" y="5336681"/>
                </a:moveTo>
                <a:cubicBezTo>
                  <a:pt x="1368556" y="5331321"/>
                  <a:pt x="1367955" y="5293829"/>
                  <a:pt x="1382584" y="5279200"/>
                </a:cubicBezTo>
                <a:cubicBezTo>
                  <a:pt x="1397742" y="5264042"/>
                  <a:pt x="1428750" y="5281656"/>
                  <a:pt x="1428750" y="5305425"/>
                </a:cubicBezTo>
                <a:cubicBezTo>
                  <a:pt x="1428750" y="5325423"/>
                  <a:pt x="1402563" y="5343514"/>
                  <a:pt x="1383506" y="5336681"/>
                </a:cubicBezTo>
                <a:close/>
                <a:moveTo>
                  <a:pt x="670369" y="5320168"/>
                </a:moveTo>
                <a:cubicBezTo>
                  <a:pt x="663101" y="5301227"/>
                  <a:pt x="673868" y="5286375"/>
                  <a:pt x="694868" y="5286375"/>
                </a:cubicBezTo>
                <a:cubicBezTo>
                  <a:pt x="713592" y="5286375"/>
                  <a:pt x="723696" y="5302725"/>
                  <a:pt x="716940" y="5322093"/>
                </a:cubicBezTo>
                <a:cubicBezTo>
                  <a:pt x="711211" y="5338519"/>
                  <a:pt x="676866" y="5337099"/>
                  <a:pt x="670369" y="5320168"/>
                </a:cubicBezTo>
                <a:close/>
                <a:moveTo>
                  <a:pt x="1143147" y="5319890"/>
                </a:moveTo>
                <a:cubicBezTo>
                  <a:pt x="1133410" y="5308158"/>
                  <a:pt x="1133091" y="5299555"/>
                  <a:pt x="1141691" y="5280680"/>
                </a:cubicBezTo>
                <a:cubicBezTo>
                  <a:pt x="1154366" y="5252861"/>
                  <a:pt x="1186886" y="5252104"/>
                  <a:pt x="1203891" y="5279231"/>
                </a:cubicBezTo>
                <a:cubicBezTo>
                  <a:pt x="1226047" y="5314576"/>
                  <a:pt x="1169918" y="5352146"/>
                  <a:pt x="1143147" y="5319890"/>
                </a:cubicBezTo>
                <a:close/>
                <a:moveTo>
                  <a:pt x="1882862" y="5320643"/>
                </a:moveTo>
                <a:cubicBezTo>
                  <a:pt x="1876885" y="5305066"/>
                  <a:pt x="1883909" y="5295900"/>
                  <a:pt x="1901825" y="5295900"/>
                </a:cubicBezTo>
                <a:cubicBezTo>
                  <a:pt x="1908810" y="5295900"/>
                  <a:pt x="1914525" y="5304472"/>
                  <a:pt x="1914525" y="5314950"/>
                </a:cubicBezTo>
                <a:cubicBezTo>
                  <a:pt x="1914525" y="5336608"/>
                  <a:pt x="1890637" y="5340903"/>
                  <a:pt x="1882862" y="5320643"/>
                </a:cubicBezTo>
                <a:close/>
                <a:moveTo>
                  <a:pt x="1654968" y="5314187"/>
                </a:moveTo>
                <a:cubicBezTo>
                  <a:pt x="1627837" y="5298384"/>
                  <a:pt x="1642469" y="5229225"/>
                  <a:pt x="1672944" y="5229225"/>
                </a:cubicBezTo>
                <a:cubicBezTo>
                  <a:pt x="1709784" y="5229225"/>
                  <a:pt x="1727207" y="5281832"/>
                  <a:pt x="1699532" y="5309507"/>
                </a:cubicBezTo>
                <a:cubicBezTo>
                  <a:pt x="1682182" y="5326856"/>
                  <a:pt x="1677555" y="5327342"/>
                  <a:pt x="1654968" y="5314187"/>
                </a:cubicBezTo>
                <a:close/>
                <a:moveTo>
                  <a:pt x="1024344" y="5306083"/>
                </a:moveTo>
                <a:cubicBezTo>
                  <a:pt x="1017300" y="5294685"/>
                  <a:pt x="1035218" y="5283392"/>
                  <a:pt x="1047905" y="5291233"/>
                </a:cubicBezTo>
                <a:cubicBezTo>
                  <a:pt x="1058557" y="5297817"/>
                  <a:pt x="1051564" y="5314950"/>
                  <a:pt x="1038225" y="5314950"/>
                </a:cubicBezTo>
                <a:cubicBezTo>
                  <a:pt x="1033604" y="5314950"/>
                  <a:pt x="1027358" y="5310959"/>
                  <a:pt x="1024344" y="5306083"/>
                </a:cubicBezTo>
                <a:close/>
                <a:moveTo>
                  <a:pt x="2207117" y="5302647"/>
                </a:moveTo>
                <a:cubicBezTo>
                  <a:pt x="2204323" y="5295366"/>
                  <a:pt x="2205494" y="5283816"/>
                  <a:pt x="2209719" y="5276979"/>
                </a:cubicBezTo>
                <a:cubicBezTo>
                  <a:pt x="2220404" y="5259691"/>
                  <a:pt x="2250030" y="5273042"/>
                  <a:pt x="2246113" y="5293380"/>
                </a:cubicBezTo>
                <a:cubicBezTo>
                  <a:pt x="2242153" y="5313942"/>
                  <a:pt x="2214017" y="5320629"/>
                  <a:pt x="2207117" y="5302647"/>
                </a:cubicBezTo>
                <a:close/>
                <a:moveTo>
                  <a:pt x="2915093" y="5301197"/>
                </a:moveTo>
                <a:cubicBezTo>
                  <a:pt x="2902047" y="5285477"/>
                  <a:pt x="2909222" y="5267325"/>
                  <a:pt x="2928480" y="5267325"/>
                </a:cubicBezTo>
                <a:cubicBezTo>
                  <a:pt x="2946678" y="5267325"/>
                  <a:pt x="2953880" y="5292628"/>
                  <a:pt x="2939160" y="5304846"/>
                </a:cubicBezTo>
                <a:cubicBezTo>
                  <a:pt x="2930000" y="5312448"/>
                  <a:pt x="2923629" y="5311482"/>
                  <a:pt x="2915093" y="5301197"/>
                </a:cubicBezTo>
                <a:close/>
                <a:moveTo>
                  <a:pt x="3230788" y="5298281"/>
                </a:moveTo>
                <a:cubicBezTo>
                  <a:pt x="3232553" y="5289113"/>
                  <a:pt x="3240310" y="5281612"/>
                  <a:pt x="3248025" y="5281612"/>
                </a:cubicBezTo>
                <a:cubicBezTo>
                  <a:pt x="3255739" y="5281612"/>
                  <a:pt x="3263496" y="5289113"/>
                  <a:pt x="3265261" y="5298281"/>
                </a:cubicBezTo>
                <a:cubicBezTo>
                  <a:pt x="3267514" y="5309976"/>
                  <a:pt x="3262371" y="5314950"/>
                  <a:pt x="3248025" y="5314950"/>
                </a:cubicBezTo>
                <a:cubicBezTo>
                  <a:pt x="3233678" y="5314950"/>
                  <a:pt x="3228535" y="5309976"/>
                  <a:pt x="3230788" y="5298281"/>
                </a:cubicBezTo>
                <a:close/>
                <a:moveTo>
                  <a:pt x="2600325" y="5286937"/>
                </a:moveTo>
                <a:cubicBezTo>
                  <a:pt x="2600325" y="5262922"/>
                  <a:pt x="2616656" y="5253211"/>
                  <a:pt x="2633513" y="5267201"/>
                </a:cubicBezTo>
                <a:cubicBezTo>
                  <a:pt x="2650856" y="5281594"/>
                  <a:pt x="2641406" y="5305425"/>
                  <a:pt x="2618355" y="5305425"/>
                </a:cubicBezTo>
                <a:cubicBezTo>
                  <a:pt x="2606857" y="5305425"/>
                  <a:pt x="2600325" y="5298726"/>
                  <a:pt x="2600325" y="5286937"/>
                </a:cubicBezTo>
                <a:close/>
                <a:moveTo>
                  <a:pt x="3077249" y="5268585"/>
                </a:moveTo>
                <a:cubicBezTo>
                  <a:pt x="3064519" y="5244798"/>
                  <a:pt x="3072759" y="5222194"/>
                  <a:pt x="3096962" y="5214513"/>
                </a:cubicBezTo>
                <a:cubicBezTo>
                  <a:pt x="3122717" y="5206338"/>
                  <a:pt x="3144783" y="5227452"/>
                  <a:pt x="3141350" y="5256984"/>
                </a:cubicBezTo>
                <a:cubicBezTo>
                  <a:pt x="3137594" y="5289295"/>
                  <a:pt x="3092683" y="5297423"/>
                  <a:pt x="3077249" y="5268585"/>
                </a:cubicBezTo>
                <a:close/>
                <a:moveTo>
                  <a:pt x="1482466" y="5270241"/>
                </a:moveTo>
                <a:cubicBezTo>
                  <a:pt x="1471739" y="5259514"/>
                  <a:pt x="1475932" y="5248275"/>
                  <a:pt x="1490662" y="5248275"/>
                </a:cubicBezTo>
                <a:cubicBezTo>
                  <a:pt x="1498520" y="5248275"/>
                  <a:pt x="1504950" y="5252308"/>
                  <a:pt x="1504950" y="5257237"/>
                </a:cubicBezTo>
                <a:cubicBezTo>
                  <a:pt x="1504950" y="5269248"/>
                  <a:pt x="1490075" y="5277850"/>
                  <a:pt x="1482466" y="5270241"/>
                </a:cubicBezTo>
                <a:close/>
                <a:moveTo>
                  <a:pt x="873454" y="5261304"/>
                </a:moveTo>
                <a:cubicBezTo>
                  <a:pt x="863903" y="5251753"/>
                  <a:pt x="865201" y="5221796"/>
                  <a:pt x="875440" y="5215468"/>
                </a:cubicBezTo>
                <a:cubicBezTo>
                  <a:pt x="892173" y="5205127"/>
                  <a:pt x="915435" y="5221925"/>
                  <a:pt x="912522" y="5242246"/>
                </a:cubicBezTo>
                <a:cubicBezTo>
                  <a:pt x="909636" y="5262375"/>
                  <a:pt x="886037" y="5273887"/>
                  <a:pt x="873454" y="5261304"/>
                </a:cubicBezTo>
                <a:close/>
                <a:moveTo>
                  <a:pt x="1946298" y="5252397"/>
                </a:moveTo>
                <a:cubicBezTo>
                  <a:pt x="1939424" y="5234483"/>
                  <a:pt x="1956280" y="5214948"/>
                  <a:pt x="1970845" y="5223949"/>
                </a:cubicBezTo>
                <a:cubicBezTo>
                  <a:pt x="1986545" y="5233652"/>
                  <a:pt x="1983260" y="5267325"/>
                  <a:pt x="1966613" y="5267325"/>
                </a:cubicBezTo>
                <a:cubicBezTo>
                  <a:pt x="1958591" y="5267325"/>
                  <a:pt x="1949449" y="5260607"/>
                  <a:pt x="1946298" y="5252397"/>
                </a:cubicBezTo>
                <a:close/>
                <a:moveTo>
                  <a:pt x="2767867" y="5251830"/>
                </a:moveTo>
                <a:cubicBezTo>
                  <a:pt x="2761196" y="5234445"/>
                  <a:pt x="2777347" y="5210175"/>
                  <a:pt x="2795587" y="5210175"/>
                </a:cubicBezTo>
                <a:cubicBezTo>
                  <a:pt x="2817840" y="5210175"/>
                  <a:pt x="2832729" y="5236975"/>
                  <a:pt x="2819400" y="5253037"/>
                </a:cubicBezTo>
                <a:cubicBezTo>
                  <a:pt x="2803728" y="5271920"/>
                  <a:pt x="2775321" y="5271255"/>
                  <a:pt x="2767867" y="5251830"/>
                </a:cubicBezTo>
                <a:close/>
                <a:moveTo>
                  <a:pt x="1804987" y="5238750"/>
                </a:moveTo>
                <a:cubicBezTo>
                  <a:pt x="1797014" y="5225849"/>
                  <a:pt x="1807772" y="5210175"/>
                  <a:pt x="1824599" y="5210175"/>
                </a:cubicBezTo>
                <a:cubicBezTo>
                  <a:pt x="1832148" y="5210175"/>
                  <a:pt x="1838325" y="5218747"/>
                  <a:pt x="1838325" y="5229225"/>
                </a:cubicBezTo>
                <a:cubicBezTo>
                  <a:pt x="1838325" y="5248944"/>
                  <a:pt x="1815345" y="5255510"/>
                  <a:pt x="1804987" y="5238750"/>
                </a:cubicBezTo>
                <a:close/>
                <a:moveTo>
                  <a:pt x="1282430" y="5224462"/>
                </a:moveTo>
                <a:cubicBezTo>
                  <a:pt x="1269306" y="5190261"/>
                  <a:pt x="1305284" y="5166719"/>
                  <a:pt x="1331149" y="5192584"/>
                </a:cubicBezTo>
                <a:cubicBezTo>
                  <a:pt x="1338706" y="5200141"/>
                  <a:pt x="1339196" y="5209056"/>
                  <a:pt x="1332719" y="5221159"/>
                </a:cubicBezTo>
                <a:cubicBezTo>
                  <a:pt x="1321391" y="5242325"/>
                  <a:pt x="1290074" y="5244382"/>
                  <a:pt x="1282430" y="5224462"/>
                </a:cubicBezTo>
                <a:close/>
                <a:moveTo>
                  <a:pt x="2079894" y="5224462"/>
                </a:moveTo>
                <a:cubicBezTo>
                  <a:pt x="2071535" y="5202678"/>
                  <a:pt x="2083245" y="5181600"/>
                  <a:pt x="2103706" y="5181600"/>
                </a:cubicBezTo>
                <a:cubicBezTo>
                  <a:pt x="2124168" y="5181600"/>
                  <a:pt x="2135878" y="5202678"/>
                  <a:pt x="2127519" y="5224462"/>
                </a:cubicBezTo>
                <a:cubicBezTo>
                  <a:pt x="2124504" y="5232320"/>
                  <a:pt x="2113788" y="5238750"/>
                  <a:pt x="2103706" y="5238750"/>
                </a:cubicBezTo>
                <a:cubicBezTo>
                  <a:pt x="2093625" y="5238750"/>
                  <a:pt x="2082909" y="5232320"/>
                  <a:pt x="2079894" y="5224462"/>
                </a:cubicBezTo>
                <a:close/>
                <a:moveTo>
                  <a:pt x="3307556" y="5232098"/>
                </a:moveTo>
                <a:cubicBezTo>
                  <a:pt x="3292874" y="5226597"/>
                  <a:pt x="3291860" y="5194591"/>
                  <a:pt x="3306089" y="5185797"/>
                </a:cubicBezTo>
                <a:cubicBezTo>
                  <a:pt x="3311830" y="5182249"/>
                  <a:pt x="3322588" y="5185405"/>
                  <a:pt x="3329994" y="5192812"/>
                </a:cubicBezTo>
                <a:cubicBezTo>
                  <a:pt x="3345891" y="5208709"/>
                  <a:pt x="3328130" y="5239806"/>
                  <a:pt x="3307556" y="5232098"/>
                </a:cubicBezTo>
                <a:close/>
                <a:moveTo>
                  <a:pt x="2458154" y="5211490"/>
                </a:moveTo>
                <a:cubicBezTo>
                  <a:pt x="2445661" y="5188147"/>
                  <a:pt x="2467071" y="5156893"/>
                  <a:pt x="2489626" y="5165548"/>
                </a:cubicBezTo>
                <a:cubicBezTo>
                  <a:pt x="2511584" y="5173975"/>
                  <a:pt x="2519059" y="5198087"/>
                  <a:pt x="2504974" y="5215058"/>
                </a:cubicBezTo>
                <a:cubicBezTo>
                  <a:pt x="2488972" y="5234339"/>
                  <a:pt x="2469591" y="5232862"/>
                  <a:pt x="2458154" y="5211490"/>
                </a:cubicBezTo>
                <a:close/>
                <a:moveTo>
                  <a:pt x="584682" y="5196443"/>
                </a:moveTo>
                <a:cubicBezTo>
                  <a:pt x="570392" y="5159203"/>
                  <a:pt x="605253" y="5120574"/>
                  <a:pt x="635793" y="5139807"/>
                </a:cubicBezTo>
                <a:cubicBezTo>
                  <a:pt x="671763" y="5162459"/>
                  <a:pt x="656237" y="5210175"/>
                  <a:pt x="612897" y="5210175"/>
                </a:cubicBezTo>
                <a:cubicBezTo>
                  <a:pt x="600277" y="5210175"/>
                  <a:pt x="587581" y="5203995"/>
                  <a:pt x="584682" y="5196443"/>
                </a:cubicBezTo>
                <a:close/>
                <a:moveTo>
                  <a:pt x="1557150" y="5200347"/>
                </a:moveTo>
                <a:cubicBezTo>
                  <a:pt x="1553451" y="5194362"/>
                  <a:pt x="1554906" y="5184983"/>
                  <a:pt x="1560384" y="5179505"/>
                </a:cubicBezTo>
                <a:cubicBezTo>
                  <a:pt x="1573185" y="5166704"/>
                  <a:pt x="1603029" y="5177870"/>
                  <a:pt x="1597821" y="5193511"/>
                </a:cubicBezTo>
                <a:cubicBezTo>
                  <a:pt x="1592519" y="5209434"/>
                  <a:pt x="1565566" y="5213964"/>
                  <a:pt x="1557150" y="5200347"/>
                </a:cubicBezTo>
                <a:close/>
                <a:moveTo>
                  <a:pt x="2314575" y="5191125"/>
                </a:moveTo>
                <a:cubicBezTo>
                  <a:pt x="2314575" y="5180647"/>
                  <a:pt x="2320290" y="5172075"/>
                  <a:pt x="2327275" y="5172075"/>
                </a:cubicBezTo>
                <a:cubicBezTo>
                  <a:pt x="2345190" y="5172075"/>
                  <a:pt x="2352214" y="5181241"/>
                  <a:pt x="2346237" y="5196818"/>
                </a:cubicBezTo>
                <a:cubicBezTo>
                  <a:pt x="2338462" y="5217078"/>
                  <a:pt x="2314575" y="5212783"/>
                  <a:pt x="2314575" y="5191125"/>
                </a:cubicBezTo>
                <a:close/>
                <a:moveTo>
                  <a:pt x="765657" y="5186918"/>
                </a:moveTo>
                <a:cubicBezTo>
                  <a:pt x="755308" y="5159949"/>
                  <a:pt x="766336" y="5138737"/>
                  <a:pt x="790705" y="5138737"/>
                </a:cubicBezTo>
                <a:cubicBezTo>
                  <a:pt x="808419" y="5138737"/>
                  <a:pt x="815197" y="5144467"/>
                  <a:pt x="817602" y="5161472"/>
                </a:cubicBezTo>
                <a:cubicBezTo>
                  <a:pt x="822365" y="5195161"/>
                  <a:pt x="777293" y="5217241"/>
                  <a:pt x="765657" y="5186918"/>
                </a:cubicBezTo>
                <a:close/>
                <a:moveTo>
                  <a:pt x="996949" y="5194299"/>
                </a:moveTo>
                <a:cubicBezTo>
                  <a:pt x="980519" y="5177869"/>
                  <a:pt x="991242" y="5133273"/>
                  <a:pt x="1014130" y="5122845"/>
                </a:cubicBezTo>
                <a:cubicBezTo>
                  <a:pt x="1054885" y="5104276"/>
                  <a:pt x="1087623" y="5156966"/>
                  <a:pt x="1055370" y="5189220"/>
                </a:cubicBezTo>
                <a:cubicBezTo>
                  <a:pt x="1043049" y="5201540"/>
                  <a:pt x="1007299" y="5204649"/>
                  <a:pt x="996949" y="5194299"/>
                </a:cubicBezTo>
                <a:close/>
                <a:moveTo>
                  <a:pt x="2643805" y="5182282"/>
                </a:moveTo>
                <a:cubicBezTo>
                  <a:pt x="2622328" y="5158551"/>
                  <a:pt x="2632018" y="5126420"/>
                  <a:pt x="2662996" y="5118646"/>
                </a:cubicBezTo>
                <a:cubicBezTo>
                  <a:pt x="2708217" y="5107296"/>
                  <a:pt x="2736676" y="5169128"/>
                  <a:pt x="2696201" y="5190789"/>
                </a:cubicBezTo>
                <a:cubicBezTo>
                  <a:pt x="2670505" y="5204541"/>
                  <a:pt x="2662820" y="5203294"/>
                  <a:pt x="2643805" y="5182282"/>
                </a:cubicBezTo>
                <a:close/>
                <a:moveTo>
                  <a:pt x="2972282" y="5177418"/>
                </a:moveTo>
                <a:cubicBezTo>
                  <a:pt x="2948185" y="5148383"/>
                  <a:pt x="2986208" y="5110360"/>
                  <a:pt x="3015243" y="5134457"/>
                </a:cubicBezTo>
                <a:cubicBezTo>
                  <a:pt x="3023287" y="5141133"/>
                  <a:pt x="3028590" y="5155543"/>
                  <a:pt x="3027028" y="5166479"/>
                </a:cubicBezTo>
                <a:cubicBezTo>
                  <a:pt x="3023538" y="5190905"/>
                  <a:pt x="2989174" y="5197772"/>
                  <a:pt x="2972282" y="5177418"/>
                </a:cubicBezTo>
                <a:close/>
                <a:moveTo>
                  <a:pt x="1177922" y="5158483"/>
                </a:moveTo>
                <a:cubicBezTo>
                  <a:pt x="1170659" y="5139556"/>
                  <a:pt x="1197590" y="5118080"/>
                  <a:pt x="1211343" y="5131833"/>
                </a:cubicBezTo>
                <a:cubicBezTo>
                  <a:pt x="1224495" y="5144985"/>
                  <a:pt x="1214642" y="5172075"/>
                  <a:pt x="1196705" y="5172075"/>
                </a:cubicBezTo>
                <a:cubicBezTo>
                  <a:pt x="1189243" y="5172075"/>
                  <a:pt x="1180791" y="5165959"/>
                  <a:pt x="1177922" y="5158483"/>
                </a:cubicBezTo>
                <a:close/>
                <a:moveTo>
                  <a:pt x="1441975" y="5158455"/>
                </a:moveTo>
                <a:cubicBezTo>
                  <a:pt x="1432492" y="5133741"/>
                  <a:pt x="1445784" y="5113314"/>
                  <a:pt x="1469188" y="5116638"/>
                </a:cubicBezTo>
                <a:cubicBezTo>
                  <a:pt x="1484930" y="5118873"/>
                  <a:pt x="1490662" y="5126043"/>
                  <a:pt x="1490662" y="5143500"/>
                </a:cubicBezTo>
                <a:cubicBezTo>
                  <a:pt x="1490662" y="5171616"/>
                  <a:pt x="1451627" y="5183607"/>
                  <a:pt x="1441975" y="5158455"/>
                </a:cubicBezTo>
                <a:close/>
                <a:moveTo>
                  <a:pt x="3176587" y="5162550"/>
                </a:moveTo>
                <a:cubicBezTo>
                  <a:pt x="3166330" y="5145953"/>
                  <a:pt x="3181533" y="5131794"/>
                  <a:pt x="3196380" y="5144116"/>
                </a:cubicBezTo>
                <a:cubicBezTo>
                  <a:pt x="3203714" y="5150203"/>
                  <a:pt x="3207366" y="5158984"/>
                  <a:pt x="3204495" y="5163629"/>
                </a:cubicBezTo>
                <a:cubicBezTo>
                  <a:pt x="3197547" y="5174871"/>
                  <a:pt x="3183876" y="5174343"/>
                  <a:pt x="3176587" y="5162550"/>
                </a:cubicBezTo>
                <a:close/>
                <a:moveTo>
                  <a:pt x="1887855" y="5151120"/>
                </a:moveTo>
                <a:cubicBezTo>
                  <a:pt x="1864241" y="5127506"/>
                  <a:pt x="1881657" y="5086350"/>
                  <a:pt x="1915263" y="5086350"/>
                </a:cubicBezTo>
                <a:cubicBezTo>
                  <a:pt x="1942649" y="5086350"/>
                  <a:pt x="1957002" y="5112027"/>
                  <a:pt x="1944704" y="5139019"/>
                </a:cubicBezTo>
                <a:cubicBezTo>
                  <a:pt x="1933249" y="5164161"/>
                  <a:pt x="1906574" y="5169839"/>
                  <a:pt x="1887855" y="5151120"/>
                </a:cubicBezTo>
                <a:close/>
                <a:moveTo>
                  <a:pt x="2838450" y="5143500"/>
                </a:moveTo>
                <a:cubicBezTo>
                  <a:pt x="2838450" y="5133022"/>
                  <a:pt x="2844165" y="5124450"/>
                  <a:pt x="2851150" y="5124450"/>
                </a:cubicBezTo>
                <a:cubicBezTo>
                  <a:pt x="2869065" y="5124450"/>
                  <a:pt x="2876089" y="5133616"/>
                  <a:pt x="2870112" y="5149193"/>
                </a:cubicBezTo>
                <a:cubicBezTo>
                  <a:pt x="2862337" y="5169453"/>
                  <a:pt x="2838450" y="5165158"/>
                  <a:pt x="2838450" y="5143500"/>
                </a:cubicBezTo>
                <a:close/>
                <a:moveTo>
                  <a:pt x="1670073" y="5138097"/>
                </a:moveTo>
                <a:cubicBezTo>
                  <a:pt x="1666923" y="5129886"/>
                  <a:pt x="1669019" y="5118495"/>
                  <a:pt x="1674731" y="5112783"/>
                </a:cubicBezTo>
                <a:cubicBezTo>
                  <a:pt x="1688484" y="5099030"/>
                  <a:pt x="1715415" y="5120506"/>
                  <a:pt x="1708152" y="5139433"/>
                </a:cubicBezTo>
                <a:cubicBezTo>
                  <a:pt x="1701184" y="5157591"/>
                  <a:pt x="1677231" y="5156750"/>
                  <a:pt x="1670073" y="5138097"/>
                </a:cubicBezTo>
                <a:close/>
                <a:moveTo>
                  <a:pt x="2177455" y="5132502"/>
                </a:moveTo>
                <a:cubicBezTo>
                  <a:pt x="2152998" y="5097585"/>
                  <a:pt x="2192509" y="5050617"/>
                  <a:pt x="2224208" y="5076925"/>
                </a:cubicBezTo>
                <a:cubicBezTo>
                  <a:pt x="2250654" y="5098873"/>
                  <a:pt x="2236041" y="5153025"/>
                  <a:pt x="2203672" y="5153025"/>
                </a:cubicBezTo>
                <a:cubicBezTo>
                  <a:pt x="2197159" y="5153025"/>
                  <a:pt x="2185361" y="5143789"/>
                  <a:pt x="2177455" y="5132502"/>
                </a:cubicBezTo>
                <a:close/>
                <a:moveTo>
                  <a:pt x="2536031" y="5108083"/>
                </a:moveTo>
                <a:cubicBezTo>
                  <a:pt x="2515957" y="5100882"/>
                  <a:pt x="2521840" y="5067300"/>
                  <a:pt x="2543175" y="5067300"/>
                </a:cubicBezTo>
                <a:cubicBezTo>
                  <a:pt x="2555681" y="5067300"/>
                  <a:pt x="2562225" y="5073650"/>
                  <a:pt x="2562225" y="5085787"/>
                </a:cubicBezTo>
                <a:cubicBezTo>
                  <a:pt x="2562225" y="5106787"/>
                  <a:pt x="2553387" y="5114309"/>
                  <a:pt x="2536031" y="5108083"/>
                </a:cubicBezTo>
                <a:close/>
                <a:moveTo>
                  <a:pt x="1773094" y="5096770"/>
                </a:moveTo>
                <a:cubicBezTo>
                  <a:pt x="1755777" y="5086064"/>
                  <a:pt x="1763047" y="5054012"/>
                  <a:pt x="1783694" y="5050036"/>
                </a:cubicBezTo>
                <a:cubicBezTo>
                  <a:pt x="1792817" y="5048279"/>
                  <a:pt x="1802998" y="5053920"/>
                  <a:pt x="1806318" y="5062572"/>
                </a:cubicBezTo>
                <a:cubicBezTo>
                  <a:pt x="1814112" y="5082882"/>
                  <a:pt x="1790291" y="5107402"/>
                  <a:pt x="1773094" y="5096770"/>
                </a:cubicBezTo>
                <a:close/>
                <a:moveTo>
                  <a:pt x="2372726" y="5092319"/>
                </a:moveTo>
                <a:cubicBezTo>
                  <a:pt x="2357073" y="5073458"/>
                  <a:pt x="2370121" y="5048250"/>
                  <a:pt x="2395537" y="5048250"/>
                </a:cubicBezTo>
                <a:cubicBezTo>
                  <a:pt x="2407513" y="5048250"/>
                  <a:pt x="2419987" y="5055222"/>
                  <a:pt x="2423257" y="5063744"/>
                </a:cubicBezTo>
                <a:cubicBezTo>
                  <a:pt x="2429928" y="5081129"/>
                  <a:pt x="2413777" y="5105400"/>
                  <a:pt x="2395537" y="5105400"/>
                </a:cubicBezTo>
                <a:cubicBezTo>
                  <a:pt x="2388962" y="5105400"/>
                  <a:pt x="2378697" y="5099513"/>
                  <a:pt x="2372726" y="5092319"/>
                </a:cubicBezTo>
                <a:close/>
                <a:moveTo>
                  <a:pt x="3090862" y="5095875"/>
                </a:moveTo>
                <a:cubicBezTo>
                  <a:pt x="3083089" y="5083298"/>
                  <a:pt x="3093499" y="5067300"/>
                  <a:pt x="3109455" y="5067300"/>
                </a:cubicBezTo>
                <a:cubicBezTo>
                  <a:pt x="3123387" y="5067300"/>
                  <a:pt x="3135808" y="5090616"/>
                  <a:pt x="3126718" y="5099706"/>
                </a:cubicBezTo>
                <a:cubicBezTo>
                  <a:pt x="3117836" y="5108588"/>
                  <a:pt x="3097368" y="5106401"/>
                  <a:pt x="3090862" y="5095875"/>
                </a:cubicBezTo>
                <a:close/>
                <a:moveTo>
                  <a:pt x="3254704" y="5099379"/>
                </a:moveTo>
                <a:cubicBezTo>
                  <a:pt x="3242966" y="5087641"/>
                  <a:pt x="3247547" y="5050471"/>
                  <a:pt x="3261386" y="5045160"/>
                </a:cubicBezTo>
                <a:cubicBezTo>
                  <a:pt x="3284687" y="5036219"/>
                  <a:pt x="3311661" y="5063368"/>
                  <a:pt x="3299391" y="5083410"/>
                </a:cubicBezTo>
                <a:cubicBezTo>
                  <a:pt x="3287980" y="5102050"/>
                  <a:pt x="3265432" y="5110107"/>
                  <a:pt x="3254704" y="5099379"/>
                </a:cubicBezTo>
                <a:close/>
                <a:moveTo>
                  <a:pt x="889493" y="5082170"/>
                </a:moveTo>
                <a:cubicBezTo>
                  <a:pt x="881960" y="5062539"/>
                  <a:pt x="902229" y="5038307"/>
                  <a:pt x="920362" y="5045265"/>
                </a:cubicBezTo>
                <a:cubicBezTo>
                  <a:pt x="939368" y="5052559"/>
                  <a:pt x="932930" y="5090109"/>
                  <a:pt x="911989" y="5094100"/>
                </a:cubicBezTo>
                <a:cubicBezTo>
                  <a:pt x="902806" y="5095850"/>
                  <a:pt x="892682" y="5090482"/>
                  <a:pt x="889493" y="5082170"/>
                </a:cubicBezTo>
                <a:close/>
                <a:moveTo>
                  <a:pt x="673099" y="5079999"/>
                </a:moveTo>
                <a:cubicBezTo>
                  <a:pt x="663099" y="5069999"/>
                  <a:pt x="665686" y="5040506"/>
                  <a:pt x="677189" y="5033397"/>
                </a:cubicBezTo>
                <a:cubicBezTo>
                  <a:pt x="695772" y="5021912"/>
                  <a:pt x="719579" y="5054314"/>
                  <a:pt x="705246" y="5071584"/>
                </a:cubicBezTo>
                <a:cubicBezTo>
                  <a:pt x="691967" y="5087584"/>
                  <a:pt x="683025" y="5089925"/>
                  <a:pt x="673099" y="5079999"/>
                </a:cubicBezTo>
                <a:close/>
                <a:moveTo>
                  <a:pt x="2038350" y="5067862"/>
                </a:moveTo>
                <a:cubicBezTo>
                  <a:pt x="2038350" y="5042214"/>
                  <a:pt x="2056368" y="5033611"/>
                  <a:pt x="2073728" y="5050971"/>
                </a:cubicBezTo>
                <a:cubicBezTo>
                  <a:pt x="2091088" y="5068331"/>
                  <a:pt x="2082485" y="5086350"/>
                  <a:pt x="2056837" y="5086350"/>
                </a:cubicBezTo>
                <a:cubicBezTo>
                  <a:pt x="2044887" y="5086350"/>
                  <a:pt x="2038350" y="5079812"/>
                  <a:pt x="2038350" y="5067862"/>
                </a:cubicBezTo>
                <a:close/>
                <a:moveTo>
                  <a:pt x="571500" y="5043487"/>
                </a:moveTo>
                <a:cubicBezTo>
                  <a:pt x="571500" y="5024605"/>
                  <a:pt x="575683" y="5019083"/>
                  <a:pt x="588168" y="5021488"/>
                </a:cubicBezTo>
                <a:cubicBezTo>
                  <a:pt x="597336" y="5023253"/>
                  <a:pt x="604837" y="5033153"/>
                  <a:pt x="604837" y="5043487"/>
                </a:cubicBezTo>
                <a:cubicBezTo>
                  <a:pt x="604837" y="5053821"/>
                  <a:pt x="597336" y="5063721"/>
                  <a:pt x="588168" y="5065486"/>
                </a:cubicBezTo>
                <a:cubicBezTo>
                  <a:pt x="575683" y="5067891"/>
                  <a:pt x="571500" y="5062369"/>
                  <a:pt x="571500" y="5043487"/>
                </a:cubicBezTo>
                <a:close/>
                <a:moveTo>
                  <a:pt x="1098819" y="5053012"/>
                </a:moveTo>
                <a:cubicBezTo>
                  <a:pt x="1091273" y="5033348"/>
                  <a:pt x="1101504" y="5010150"/>
                  <a:pt x="1117722" y="5010150"/>
                </a:cubicBezTo>
                <a:cubicBezTo>
                  <a:pt x="1141201" y="5010150"/>
                  <a:pt x="1156725" y="5036474"/>
                  <a:pt x="1143000" y="5053012"/>
                </a:cubicBezTo>
                <a:cubicBezTo>
                  <a:pt x="1136478" y="5060870"/>
                  <a:pt x="1125103" y="5067300"/>
                  <a:pt x="1117722" y="5067300"/>
                </a:cubicBezTo>
                <a:cubicBezTo>
                  <a:pt x="1110341" y="5067300"/>
                  <a:pt x="1101834" y="5060870"/>
                  <a:pt x="1098819" y="5053012"/>
                </a:cubicBezTo>
                <a:close/>
                <a:moveTo>
                  <a:pt x="1286254" y="5053470"/>
                </a:moveTo>
                <a:cubicBezTo>
                  <a:pt x="1260952" y="5022982"/>
                  <a:pt x="1298115" y="4976148"/>
                  <a:pt x="1331118" y="4996932"/>
                </a:cubicBezTo>
                <a:cubicBezTo>
                  <a:pt x="1364097" y="5017700"/>
                  <a:pt x="1352348" y="5067300"/>
                  <a:pt x="1314450" y="5067300"/>
                </a:cubicBezTo>
                <a:cubicBezTo>
                  <a:pt x="1305255" y="5067300"/>
                  <a:pt x="1292567" y="5061076"/>
                  <a:pt x="1286254" y="5053470"/>
                </a:cubicBezTo>
                <a:close/>
                <a:moveTo>
                  <a:pt x="2877551" y="5054219"/>
                </a:moveTo>
                <a:cubicBezTo>
                  <a:pt x="2862822" y="5036471"/>
                  <a:pt x="2874389" y="5010150"/>
                  <a:pt x="2896918" y="5010150"/>
                </a:cubicBezTo>
                <a:cubicBezTo>
                  <a:pt x="2920029" y="5010150"/>
                  <a:pt x="2930016" y="5034497"/>
                  <a:pt x="2914549" y="5053133"/>
                </a:cubicBezTo>
                <a:cubicBezTo>
                  <a:pt x="2899953" y="5070720"/>
                  <a:pt x="2891453" y="5070970"/>
                  <a:pt x="2877551" y="5054219"/>
                </a:cubicBezTo>
                <a:close/>
                <a:moveTo>
                  <a:pt x="1567542" y="5042807"/>
                </a:moveTo>
                <a:cubicBezTo>
                  <a:pt x="1559310" y="5034574"/>
                  <a:pt x="1552575" y="5022022"/>
                  <a:pt x="1552575" y="5014912"/>
                </a:cubicBezTo>
                <a:cubicBezTo>
                  <a:pt x="1552575" y="5002600"/>
                  <a:pt x="1577267" y="4972050"/>
                  <a:pt x="1587219" y="4972050"/>
                </a:cubicBezTo>
                <a:cubicBezTo>
                  <a:pt x="1606011" y="4972050"/>
                  <a:pt x="1628775" y="4995529"/>
                  <a:pt x="1628775" y="5014912"/>
                </a:cubicBezTo>
                <a:cubicBezTo>
                  <a:pt x="1628775" y="5028044"/>
                  <a:pt x="1620805" y="5042319"/>
                  <a:pt x="1610351" y="5047914"/>
                </a:cubicBezTo>
                <a:cubicBezTo>
                  <a:pt x="1586523" y="5060666"/>
                  <a:pt x="1585250" y="5060514"/>
                  <a:pt x="1567542" y="5042807"/>
                </a:cubicBezTo>
                <a:close/>
                <a:moveTo>
                  <a:pt x="2749549" y="5051424"/>
                </a:moveTo>
                <a:cubicBezTo>
                  <a:pt x="2736438" y="5038313"/>
                  <a:pt x="2743893" y="5019675"/>
                  <a:pt x="2762250" y="5019675"/>
                </a:cubicBezTo>
                <a:cubicBezTo>
                  <a:pt x="2774950" y="5019675"/>
                  <a:pt x="2781300" y="5026025"/>
                  <a:pt x="2781300" y="5038725"/>
                </a:cubicBezTo>
                <a:cubicBezTo>
                  <a:pt x="2781300" y="5057081"/>
                  <a:pt x="2762661" y="5064536"/>
                  <a:pt x="2749549" y="5051424"/>
                </a:cubicBezTo>
                <a:close/>
                <a:moveTo>
                  <a:pt x="1431948" y="5033322"/>
                </a:moveTo>
                <a:cubicBezTo>
                  <a:pt x="1424010" y="5012634"/>
                  <a:pt x="1444164" y="4993179"/>
                  <a:pt x="1458589" y="5007604"/>
                </a:cubicBezTo>
                <a:cubicBezTo>
                  <a:pt x="1470782" y="5019797"/>
                  <a:pt x="1463228" y="5048250"/>
                  <a:pt x="1447800" y="5048250"/>
                </a:cubicBezTo>
                <a:cubicBezTo>
                  <a:pt x="1442232" y="5048250"/>
                  <a:pt x="1435099" y="5041532"/>
                  <a:pt x="1431948" y="5033322"/>
                </a:cubicBezTo>
                <a:close/>
                <a:moveTo>
                  <a:pt x="2609850" y="5010150"/>
                </a:moveTo>
                <a:cubicBezTo>
                  <a:pt x="2609850" y="4997450"/>
                  <a:pt x="2616200" y="4991100"/>
                  <a:pt x="2628900" y="4991100"/>
                </a:cubicBezTo>
                <a:cubicBezTo>
                  <a:pt x="2641600" y="4991100"/>
                  <a:pt x="2647950" y="4997450"/>
                  <a:pt x="2647950" y="5010150"/>
                </a:cubicBezTo>
                <a:cubicBezTo>
                  <a:pt x="2647950" y="5022850"/>
                  <a:pt x="2641600" y="5029200"/>
                  <a:pt x="2628900" y="5029200"/>
                </a:cubicBezTo>
                <a:cubicBezTo>
                  <a:pt x="2616200" y="5029200"/>
                  <a:pt x="2609850" y="5022850"/>
                  <a:pt x="2609850" y="5010150"/>
                </a:cubicBezTo>
                <a:close/>
                <a:moveTo>
                  <a:pt x="2249283" y="5007054"/>
                </a:moveTo>
                <a:cubicBezTo>
                  <a:pt x="2240634" y="4996633"/>
                  <a:pt x="2241339" y="4990972"/>
                  <a:pt x="2252432" y="4981766"/>
                </a:cubicBezTo>
                <a:cubicBezTo>
                  <a:pt x="2264092" y="4972088"/>
                  <a:pt x="2267855" y="4972850"/>
                  <a:pt x="2272864" y="4985905"/>
                </a:cubicBezTo>
                <a:cubicBezTo>
                  <a:pt x="2281409" y="5008172"/>
                  <a:pt x="2263524" y="5024214"/>
                  <a:pt x="2249283" y="5007054"/>
                </a:cubicBezTo>
                <a:close/>
                <a:moveTo>
                  <a:pt x="2992755" y="5008245"/>
                </a:moveTo>
                <a:cubicBezTo>
                  <a:pt x="2972853" y="4988343"/>
                  <a:pt x="2985579" y="4943475"/>
                  <a:pt x="3011124" y="4943475"/>
                </a:cubicBezTo>
                <a:cubicBezTo>
                  <a:pt x="3020751" y="4943475"/>
                  <a:pt x="3048000" y="4971628"/>
                  <a:pt x="3048000" y="4981575"/>
                </a:cubicBezTo>
                <a:cubicBezTo>
                  <a:pt x="3048000" y="4991521"/>
                  <a:pt x="3020751" y="5019675"/>
                  <a:pt x="3011124" y="5019675"/>
                </a:cubicBezTo>
                <a:cubicBezTo>
                  <a:pt x="3007307" y="5019675"/>
                  <a:pt x="2999041" y="5014531"/>
                  <a:pt x="2992755" y="5008245"/>
                </a:cubicBezTo>
                <a:close/>
                <a:moveTo>
                  <a:pt x="776107" y="4990534"/>
                </a:moveTo>
                <a:cubicBezTo>
                  <a:pt x="766553" y="4960430"/>
                  <a:pt x="802108" y="4925379"/>
                  <a:pt x="823874" y="4943443"/>
                </a:cubicBezTo>
                <a:cubicBezTo>
                  <a:pt x="832562" y="4950653"/>
                  <a:pt x="837927" y="4966764"/>
                  <a:pt x="836300" y="4980759"/>
                </a:cubicBezTo>
                <a:cubicBezTo>
                  <a:pt x="832405" y="5014264"/>
                  <a:pt x="786029" y="5021795"/>
                  <a:pt x="776107" y="4990534"/>
                </a:cubicBezTo>
                <a:close/>
                <a:moveTo>
                  <a:pt x="3132009" y="4986376"/>
                </a:moveTo>
                <a:cubicBezTo>
                  <a:pt x="3123025" y="4966659"/>
                  <a:pt x="3124195" y="4959267"/>
                  <a:pt x="3138860" y="4943062"/>
                </a:cubicBezTo>
                <a:cubicBezTo>
                  <a:pt x="3162407" y="4917043"/>
                  <a:pt x="3204038" y="4921288"/>
                  <a:pt x="3208141" y="4950127"/>
                </a:cubicBezTo>
                <a:cubicBezTo>
                  <a:pt x="3215968" y="5005133"/>
                  <a:pt x="3153999" y="5034638"/>
                  <a:pt x="3132009" y="4986376"/>
                </a:cubicBezTo>
                <a:close/>
                <a:moveTo>
                  <a:pt x="967448" y="4985638"/>
                </a:moveTo>
                <a:cubicBezTo>
                  <a:pt x="939774" y="4957963"/>
                  <a:pt x="966912" y="4916175"/>
                  <a:pt x="1000786" y="4934304"/>
                </a:cubicBezTo>
                <a:cubicBezTo>
                  <a:pt x="1010900" y="4939716"/>
                  <a:pt x="1019175" y="4952416"/>
                  <a:pt x="1019175" y="4962525"/>
                </a:cubicBezTo>
                <a:cubicBezTo>
                  <a:pt x="1019175" y="4989770"/>
                  <a:pt x="986280" y="5004469"/>
                  <a:pt x="967448" y="4985638"/>
                </a:cubicBezTo>
                <a:close/>
                <a:moveTo>
                  <a:pt x="1852612" y="4991100"/>
                </a:moveTo>
                <a:cubicBezTo>
                  <a:pt x="1844639" y="4978199"/>
                  <a:pt x="1855397" y="4962525"/>
                  <a:pt x="1872224" y="4962525"/>
                </a:cubicBezTo>
                <a:cubicBezTo>
                  <a:pt x="1879773" y="4962525"/>
                  <a:pt x="1885950" y="4971097"/>
                  <a:pt x="1885950" y="4981575"/>
                </a:cubicBezTo>
                <a:cubicBezTo>
                  <a:pt x="1885950" y="5001294"/>
                  <a:pt x="1862970" y="5007860"/>
                  <a:pt x="1852612" y="4991100"/>
                </a:cubicBezTo>
                <a:close/>
                <a:moveTo>
                  <a:pt x="2457829" y="4977270"/>
                </a:moveTo>
                <a:cubicBezTo>
                  <a:pt x="2432527" y="4946782"/>
                  <a:pt x="2469690" y="4899948"/>
                  <a:pt x="2502693" y="4920732"/>
                </a:cubicBezTo>
                <a:cubicBezTo>
                  <a:pt x="2535672" y="4941500"/>
                  <a:pt x="2523923" y="4991100"/>
                  <a:pt x="2486025" y="4991100"/>
                </a:cubicBezTo>
                <a:cubicBezTo>
                  <a:pt x="2476830" y="4991100"/>
                  <a:pt x="2464142" y="4984876"/>
                  <a:pt x="2457829" y="4977270"/>
                </a:cubicBezTo>
                <a:close/>
                <a:moveTo>
                  <a:pt x="1714879" y="4967744"/>
                </a:moveTo>
                <a:cubicBezTo>
                  <a:pt x="1702418" y="4952730"/>
                  <a:pt x="1709873" y="4914900"/>
                  <a:pt x="1725293" y="4914900"/>
                </a:cubicBezTo>
                <a:cubicBezTo>
                  <a:pt x="1740541" y="4914900"/>
                  <a:pt x="1771650" y="4933843"/>
                  <a:pt x="1771650" y="4943129"/>
                </a:cubicBezTo>
                <a:cubicBezTo>
                  <a:pt x="1771650" y="4953732"/>
                  <a:pt x="1744409" y="4981575"/>
                  <a:pt x="1734035" y="4981575"/>
                </a:cubicBezTo>
                <a:cubicBezTo>
                  <a:pt x="1729812" y="4981575"/>
                  <a:pt x="1721192" y="4975351"/>
                  <a:pt x="1714879" y="4967744"/>
                </a:cubicBezTo>
                <a:close/>
                <a:moveTo>
                  <a:pt x="1968500" y="4975224"/>
                </a:moveTo>
                <a:cubicBezTo>
                  <a:pt x="1957440" y="4964165"/>
                  <a:pt x="1961635" y="4927184"/>
                  <a:pt x="1975230" y="4915901"/>
                </a:cubicBezTo>
                <a:cubicBezTo>
                  <a:pt x="1995709" y="4898905"/>
                  <a:pt x="2019300" y="4913665"/>
                  <a:pt x="2019300" y="4943475"/>
                </a:cubicBezTo>
                <a:cubicBezTo>
                  <a:pt x="2019300" y="4973627"/>
                  <a:pt x="1987055" y="4993780"/>
                  <a:pt x="1968500" y="4975224"/>
                </a:cubicBezTo>
                <a:close/>
                <a:moveTo>
                  <a:pt x="2108223" y="4966647"/>
                </a:moveTo>
                <a:cubicBezTo>
                  <a:pt x="2099555" y="4944059"/>
                  <a:pt x="2119871" y="4928128"/>
                  <a:pt x="2138076" y="4943237"/>
                </a:cubicBezTo>
                <a:cubicBezTo>
                  <a:pt x="2149357" y="4952600"/>
                  <a:pt x="2150310" y="4958629"/>
                  <a:pt x="2142076" y="4968551"/>
                </a:cubicBezTo>
                <a:cubicBezTo>
                  <a:pt x="2127812" y="4985737"/>
                  <a:pt x="2115278" y="4985032"/>
                  <a:pt x="2108223" y="4966647"/>
                </a:cubicBezTo>
                <a:close/>
                <a:moveTo>
                  <a:pt x="571500" y="4944641"/>
                </a:moveTo>
                <a:cubicBezTo>
                  <a:pt x="571500" y="4933522"/>
                  <a:pt x="575533" y="4924425"/>
                  <a:pt x="580462" y="4924425"/>
                </a:cubicBezTo>
                <a:cubicBezTo>
                  <a:pt x="596964" y="4924425"/>
                  <a:pt x="600017" y="4941189"/>
                  <a:pt x="585682" y="4953087"/>
                </a:cubicBezTo>
                <a:cubicBezTo>
                  <a:pt x="573880" y="4962882"/>
                  <a:pt x="571500" y="4961464"/>
                  <a:pt x="571500" y="4944641"/>
                </a:cubicBezTo>
                <a:close/>
                <a:moveTo>
                  <a:pt x="3315941" y="4949733"/>
                </a:moveTo>
                <a:cubicBezTo>
                  <a:pt x="3302749" y="4933838"/>
                  <a:pt x="3318514" y="4910670"/>
                  <a:pt x="3337551" y="4917975"/>
                </a:cubicBezTo>
                <a:cubicBezTo>
                  <a:pt x="3345938" y="4921193"/>
                  <a:pt x="3352800" y="4929932"/>
                  <a:pt x="3352800" y="4937394"/>
                </a:cubicBezTo>
                <a:cubicBezTo>
                  <a:pt x="3352800" y="4955811"/>
                  <a:pt x="3327903" y="4964146"/>
                  <a:pt x="3315941" y="4949733"/>
                </a:cubicBezTo>
                <a:close/>
                <a:moveTo>
                  <a:pt x="2753160" y="4939236"/>
                </a:moveTo>
                <a:cubicBezTo>
                  <a:pt x="2733814" y="4915927"/>
                  <a:pt x="2744723" y="4881938"/>
                  <a:pt x="2772590" y="4878699"/>
                </a:cubicBezTo>
                <a:cubicBezTo>
                  <a:pt x="2807065" y="4874692"/>
                  <a:pt x="2825482" y="4898735"/>
                  <a:pt x="2811479" y="4929469"/>
                </a:cubicBezTo>
                <a:cubicBezTo>
                  <a:pt x="2799571" y="4955604"/>
                  <a:pt x="2770749" y="4960431"/>
                  <a:pt x="2753160" y="4939236"/>
                </a:cubicBezTo>
                <a:close/>
                <a:moveTo>
                  <a:pt x="1213343" y="4929770"/>
                </a:moveTo>
                <a:cubicBezTo>
                  <a:pt x="1205810" y="4910139"/>
                  <a:pt x="1226079" y="4885907"/>
                  <a:pt x="1244212" y="4892865"/>
                </a:cubicBezTo>
                <a:cubicBezTo>
                  <a:pt x="1263218" y="4900159"/>
                  <a:pt x="1256780" y="4937709"/>
                  <a:pt x="1235839" y="4941700"/>
                </a:cubicBezTo>
                <a:cubicBezTo>
                  <a:pt x="1226656" y="4943450"/>
                  <a:pt x="1216532" y="4938082"/>
                  <a:pt x="1213343" y="4929770"/>
                </a:cubicBezTo>
                <a:close/>
                <a:moveTo>
                  <a:pt x="659130" y="4922520"/>
                </a:moveTo>
                <a:cubicBezTo>
                  <a:pt x="632820" y="4896210"/>
                  <a:pt x="663636" y="4850315"/>
                  <a:pt x="695986" y="4867629"/>
                </a:cubicBezTo>
                <a:cubicBezTo>
                  <a:pt x="725296" y="4883315"/>
                  <a:pt x="713883" y="4933950"/>
                  <a:pt x="681037" y="4933950"/>
                </a:cubicBezTo>
                <a:cubicBezTo>
                  <a:pt x="675274" y="4933950"/>
                  <a:pt x="665416" y="4928806"/>
                  <a:pt x="659130" y="4922520"/>
                </a:cubicBezTo>
                <a:close/>
                <a:moveTo>
                  <a:pt x="1473398" y="4927798"/>
                </a:moveTo>
                <a:cubicBezTo>
                  <a:pt x="1460312" y="4914712"/>
                  <a:pt x="1467100" y="4894501"/>
                  <a:pt x="1483518" y="4897663"/>
                </a:cubicBezTo>
                <a:cubicBezTo>
                  <a:pt x="1492686" y="4899428"/>
                  <a:pt x="1500187" y="4906886"/>
                  <a:pt x="1500187" y="4914236"/>
                </a:cubicBezTo>
                <a:cubicBezTo>
                  <a:pt x="1500187" y="4929275"/>
                  <a:pt x="1483382" y="4937782"/>
                  <a:pt x="1473398" y="4927798"/>
                </a:cubicBezTo>
                <a:close/>
                <a:moveTo>
                  <a:pt x="2301275" y="4918802"/>
                </a:moveTo>
                <a:cubicBezTo>
                  <a:pt x="2293533" y="4898628"/>
                  <a:pt x="2302180" y="4886325"/>
                  <a:pt x="2324100" y="4886325"/>
                </a:cubicBezTo>
                <a:cubicBezTo>
                  <a:pt x="2333959" y="4886325"/>
                  <a:pt x="2344435" y="4890224"/>
                  <a:pt x="2347381" y="4894990"/>
                </a:cubicBezTo>
                <a:cubicBezTo>
                  <a:pt x="2356486" y="4909722"/>
                  <a:pt x="2342008" y="4933950"/>
                  <a:pt x="2324100" y="4933950"/>
                </a:cubicBezTo>
                <a:cubicBezTo>
                  <a:pt x="2314743" y="4933950"/>
                  <a:pt x="2304472" y="4927133"/>
                  <a:pt x="2301275" y="4918802"/>
                </a:cubicBezTo>
                <a:close/>
                <a:moveTo>
                  <a:pt x="2616197" y="4910833"/>
                </a:moveTo>
                <a:cubicBezTo>
                  <a:pt x="2608101" y="4889735"/>
                  <a:pt x="2633287" y="4873420"/>
                  <a:pt x="2647506" y="4890552"/>
                </a:cubicBezTo>
                <a:cubicBezTo>
                  <a:pt x="2653891" y="4898246"/>
                  <a:pt x="2656349" y="4909014"/>
                  <a:pt x="2652970" y="4914482"/>
                </a:cubicBezTo>
                <a:cubicBezTo>
                  <a:pt x="2644087" y="4928854"/>
                  <a:pt x="2622282" y="4926691"/>
                  <a:pt x="2616197" y="4910833"/>
                </a:cubicBezTo>
                <a:close/>
                <a:moveTo>
                  <a:pt x="1082675" y="4899024"/>
                </a:moveTo>
                <a:cubicBezTo>
                  <a:pt x="1066244" y="4882594"/>
                  <a:pt x="1076967" y="4837998"/>
                  <a:pt x="1099855" y="4827570"/>
                </a:cubicBezTo>
                <a:cubicBezTo>
                  <a:pt x="1140610" y="4809001"/>
                  <a:pt x="1173348" y="4861691"/>
                  <a:pt x="1141095" y="4893945"/>
                </a:cubicBezTo>
                <a:cubicBezTo>
                  <a:pt x="1128774" y="4906265"/>
                  <a:pt x="1093024" y="4909374"/>
                  <a:pt x="1082675" y="4899024"/>
                </a:cubicBezTo>
                <a:close/>
                <a:moveTo>
                  <a:pt x="1343404" y="4882020"/>
                </a:moveTo>
                <a:cubicBezTo>
                  <a:pt x="1325097" y="4859961"/>
                  <a:pt x="1335273" y="4833937"/>
                  <a:pt x="1362205" y="4833937"/>
                </a:cubicBezTo>
                <a:cubicBezTo>
                  <a:pt x="1379919" y="4833937"/>
                  <a:pt x="1386697" y="4839667"/>
                  <a:pt x="1389102" y="4856672"/>
                </a:cubicBezTo>
                <a:cubicBezTo>
                  <a:pt x="1393868" y="4890383"/>
                  <a:pt x="1364065" y="4906914"/>
                  <a:pt x="1343404" y="4882020"/>
                </a:cubicBezTo>
                <a:close/>
                <a:moveTo>
                  <a:pt x="1611169" y="4887220"/>
                </a:moveTo>
                <a:cubicBezTo>
                  <a:pt x="1593852" y="4876514"/>
                  <a:pt x="1601122" y="4844462"/>
                  <a:pt x="1621769" y="4840486"/>
                </a:cubicBezTo>
                <a:cubicBezTo>
                  <a:pt x="1630892" y="4838729"/>
                  <a:pt x="1641073" y="4844370"/>
                  <a:pt x="1644393" y="4853022"/>
                </a:cubicBezTo>
                <a:cubicBezTo>
                  <a:pt x="1652187" y="4873332"/>
                  <a:pt x="1628366" y="4897852"/>
                  <a:pt x="1611169" y="4887220"/>
                </a:cubicBezTo>
                <a:close/>
                <a:moveTo>
                  <a:pt x="2924175" y="4876800"/>
                </a:moveTo>
                <a:cubicBezTo>
                  <a:pt x="2924175" y="4862453"/>
                  <a:pt x="2929148" y="4857310"/>
                  <a:pt x="2940843" y="4859563"/>
                </a:cubicBezTo>
                <a:cubicBezTo>
                  <a:pt x="2950011" y="4861328"/>
                  <a:pt x="2957512" y="4869085"/>
                  <a:pt x="2957512" y="4876800"/>
                </a:cubicBezTo>
                <a:cubicBezTo>
                  <a:pt x="2957512" y="4884514"/>
                  <a:pt x="2950011" y="4892271"/>
                  <a:pt x="2940843" y="4894036"/>
                </a:cubicBezTo>
                <a:cubicBezTo>
                  <a:pt x="2929148" y="4896289"/>
                  <a:pt x="2924175" y="4891146"/>
                  <a:pt x="2924175" y="4876800"/>
                </a:cubicBezTo>
                <a:close/>
                <a:moveTo>
                  <a:pt x="1878032" y="4865741"/>
                </a:moveTo>
                <a:cubicBezTo>
                  <a:pt x="1879767" y="4853487"/>
                  <a:pt x="1887616" y="4843462"/>
                  <a:pt x="1895475" y="4843462"/>
                </a:cubicBezTo>
                <a:cubicBezTo>
                  <a:pt x="1916132" y="4843462"/>
                  <a:pt x="1913286" y="4880622"/>
                  <a:pt x="1892320" y="4884660"/>
                </a:cubicBezTo>
                <a:cubicBezTo>
                  <a:pt x="1878794" y="4887265"/>
                  <a:pt x="1875586" y="4883017"/>
                  <a:pt x="1878032" y="4865741"/>
                </a:cubicBezTo>
                <a:close/>
                <a:moveTo>
                  <a:pt x="889023" y="4861872"/>
                </a:moveTo>
                <a:cubicBezTo>
                  <a:pt x="881085" y="4841184"/>
                  <a:pt x="901239" y="4821729"/>
                  <a:pt x="915664" y="4836154"/>
                </a:cubicBezTo>
                <a:cubicBezTo>
                  <a:pt x="927857" y="4848347"/>
                  <a:pt x="920303" y="4876800"/>
                  <a:pt x="904875" y="4876800"/>
                </a:cubicBezTo>
                <a:cubicBezTo>
                  <a:pt x="899307" y="4876800"/>
                  <a:pt x="892174" y="4870082"/>
                  <a:pt x="889023" y="4861872"/>
                </a:cubicBezTo>
                <a:close/>
                <a:moveTo>
                  <a:pt x="2163945" y="4860709"/>
                </a:moveTo>
                <a:cubicBezTo>
                  <a:pt x="2150031" y="4834176"/>
                  <a:pt x="2167181" y="4798605"/>
                  <a:pt x="2192099" y="4802311"/>
                </a:cubicBezTo>
                <a:cubicBezTo>
                  <a:pt x="2220623" y="4806553"/>
                  <a:pt x="2236555" y="4833850"/>
                  <a:pt x="2223066" y="4855368"/>
                </a:cubicBezTo>
                <a:cubicBezTo>
                  <a:pt x="2208447" y="4878688"/>
                  <a:pt x="2174959" y="4881713"/>
                  <a:pt x="2163945" y="4860709"/>
                </a:cubicBezTo>
                <a:close/>
                <a:moveTo>
                  <a:pt x="3197423" y="4870648"/>
                </a:moveTo>
                <a:cubicBezTo>
                  <a:pt x="3183940" y="4857165"/>
                  <a:pt x="3191570" y="4838700"/>
                  <a:pt x="3210623" y="4838700"/>
                </a:cubicBezTo>
                <a:cubicBezTo>
                  <a:pt x="3223938" y="4838700"/>
                  <a:pt x="3229368" y="4843872"/>
                  <a:pt x="3227292" y="4854579"/>
                </a:cubicBezTo>
                <a:cubicBezTo>
                  <a:pt x="3223892" y="4872110"/>
                  <a:pt x="3207632" y="4880857"/>
                  <a:pt x="3197423" y="4870648"/>
                </a:cubicBezTo>
                <a:close/>
                <a:moveTo>
                  <a:pt x="2527569" y="4843462"/>
                </a:moveTo>
                <a:cubicBezTo>
                  <a:pt x="2519761" y="4823114"/>
                  <a:pt x="2530460" y="4800600"/>
                  <a:pt x="2547937" y="4800600"/>
                </a:cubicBezTo>
                <a:cubicBezTo>
                  <a:pt x="2568132" y="4800600"/>
                  <a:pt x="2576573" y="4826173"/>
                  <a:pt x="2562124" y="4843583"/>
                </a:cubicBezTo>
                <a:cubicBezTo>
                  <a:pt x="2547123" y="4861658"/>
                  <a:pt x="2534535" y="4861614"/>
                  <a:pt x="2527569" y="4843462"/>
                </a:cubicBezTo>
                <a:close/>
                <a:moveTo>
                  <a:pt x="3066992" y="4843392"/>
                </a:moveTo>
                <a:cubicBezTo>
                  <a:pt x="3056452" y="4830693"/>
                  <a:pt x="3056863" y="4825754"/>
                  <a:pt x="3069510" y="4813106"/>
                </a:cubicBezTo>
                <a:cubicBezTo>
                  <a:pt x="3089937" y="4792680"/>
                  <a:pt x="3116868" y="4804029"/>
                  <a:pt x="3112961" y="4831416"/>
                </a:cubicBezTo>
                <a:cubicBezTo>
                  <a:pt x="3109240" y="4857504"/>
                  <a:pt x="3084133" y="4864046"/>
                  <a:pt x="3066992" y="4843392"/>
                </a:cubicBezTo>
                <a:close/>
                <a:moveTo>
                  <a:pt x="2013061" y="4833526"/>
                </a:moveTo>
                <a:cubicBezTo>
                  <a:pt x="2005874" y="4814797"/>
                  <a:pt x="2014379" y="4806198"/>
                  <a:pt x="2033016" y="4813350"/>
                </a:cubicBezTo>
                <a:cubicBezTo>
                  <a:pt x="2041387" y="4816562"/>
                  <a:pt x="2045169" y="4825142"/>
                  <a:pt x="2041932" y="4833576"/>
                </a:cubicBezTo>
                <a:cubicBezTo>
                  <a:pt x="2034712" y="4852393"/>
                  <a:pt x="2020292" y="4852368"/>
                  <a:pt x="2013061" y="4833526"/>
                </a:cubicBezTo>
                <a:close/>
                <a:moveTo>
                  <a:pt x="571500" y="4814887"/>
                </a:moveTo>
                <a:cubicBezTo>
                  <a:pt x="571500" y="4800688"/>
                  <a:pt x="575601" y="4792485"/>
                  <a:pt x="581025" y="4795837"/>
                </a:cubicBezTo>
                <a:cubicBezTo>
                  <a:pt x="586263" y="4799075"/>
                  <a:pt x="590550" y="4807647"/>
                  <a:pt x="590550" y="4814887"/>
                </a:cubicBezTo>
                <a:cubicBezTo>
                  <a:pt x="590550" y="4822127"/>
                  <a:pt x="586263" y="4830699"/>
                  <a:pt x="581025" y="4833937"/>
                </a:cubicBezTo>
                <a:cubicBezTo>
                  <a:pt x="575601" y="4837289"/>
                  <a:pt x="571500" y="4829086"/>
                  <a:pt x="571500" y="4814887"/>
                </a:cubicBezTo>
                <a:close/>
                <a:moveTo>
                  <a:pt x="1755804" y="4823785"/>
                </a:moveTo>
                <a:cubicBezTo>
                  <a:pt x="1747548" y="4802271"/>
                  <a:pt x="1764450" y="4776787"/>
                  <a:pt x="1786975" y="4776787"/>
                </a:cubicBezTo>
                <a:cubicBezTo>
                  <a:pt x="1815519" y="4776787"/>
                  <a:pt x="1812292" y="4832900"/>
                  <a:pt x="1783513" y="4836986"/>
                </a:cubicBezTo>
                <a:cubicBezTo>
                  <a:pt x="1770042" y="4838899"/>
                  <a:pt x="1759716" y="4833980"/>
                  <a:pt x="1755804" y="4823785"/>
                </a:cubicBezTo>
                <a:close/>
                <a:moveTo>
                  <a:pt x="2365398" y="4823772"/>
                </a:moveTo>
                <a:cubicBezTo>
                  <a:pt x="2357460" y="4803084"/>
                  <a:pt x="2377614" y="4783629"/>
                  <a:pt x="2392039" y="4798054"/>
                </a:cubicBezTo>
                <a:cubicBezTo>
                  <a:pt x="2404232" y="4810247"/>
                  <a:pt x="2396678" y="4838700"/>
                  <a:pt x="2381250" y="4838700"/>
                </a:cubicBezTo>
                <a:cubicBezTo>
                  <a:pt x="2375682" y="4838700"/>
                  <a:pt x="2368549" y="4831982"/>
                  <a:pt x="2365398" y="4823772"/>
                </a:cubicBezTo>
                <a:close/>
                <a:moveTo>
                  <a:pt x="2706925" y="4828460"/>
                </a:moveTo>
                <a:cubicBezTo>
                  <a:pt x="2708802" y="4822828"/>
                  <a:pt x="2714410" y="4818221"/>
                  <a:pt x="2719387" y="4818221"/>
                </a:cubicBezTo>
                <a:cubicBezTo>
                  <a:pt x="2724364" y="4818221"/>
                  <a:pt x="2729972" y="4822828"/>
                  <a:pt x="2731849" y="4828460"/>
                </a:cubicBezTo>
                <a:cubicBezTo>
                  <a:pt x="2733726" y="4834092"/>
                  <a:pt x="2728118" y="4838700"/>
                  <a:pt x="2719387" y="4838700"/>
                </a:cubicBezTo>
                <a:cubicBezTo>
                  <a:pt x="2710656" y="4838700"/>
                  <a:pt x="2705048" y="4834092"/>
                  <a:pt x="2706925" y="4828460"/>
                </a:cubicBezTo>
                <a:close/>
                <a:moveTo>
                  <a:pt x="755919" y="4805362"/>
                </a:moveTo>
                <a:cubicBezTo>
                  <a:pt x="747493" y="4783404"/>
                  <a:pt x="759329" y="4762500"/>
                  <a:pt x="780188" y="4762500"/>
                </a:cubicBezTo>
                <a:cubicBezTo>
                  <a:pt x="803765" y="4762500"/>
                  <a:pt x="812607" y="4776198"/>
                  <a:pt x="804835" y="4800685"/>
                </a:cubicBezTo>
                <a:cubicBezTo>
                  <a:pt x="797789" y="4822883"/>
                  <a:pt x="763886" y="4826125"/>
                  <a:pt x="755919" y="4805362"/>
                </a:cubicBezTo>
                <a:close/>
                <a:moveTo>
                  <a:pt x="3281393" y="4800696"/>
                </a:moveTo>
                <a:cubicBezTo>
                  <a:pt x="3273272" y="4775110"/>
                  <a:pt x="3292716" y="4751194"/>
                  <a:pt x="3318629" y="4754896"/>
                </a:cubicBezTo>
                <a:cubicBezTo>
                  <a:pt x="3351374" y="4759575"/>
                  <a:pt x="3346628" y="4813948"/>
                  <a:pt x="3313136" y="4817822"/>
                </a:cubicBezTo>
                <a:cubicBezTo>
                  <a:pt x="3294222" y="4820010"/>
                  <a:pt x="3286138" y="4815648"/>
                  <a:pt x="3281393" y="4800696"/>
                </a:cubicBezTo>
                <a:close/>
                <a:moveTo>
                  <a:pt x="991180" y="4800958"/>
                </a:moveTo>
                <a:cubicBezTo>
                  <a:pt x="972986" y="4789714"/>
                  <a:pt x="983224" y="4757737"/>
                  <a:pt x="1005017" y="4757737"/>
                </a:cubicBezTo>
                <a:cubicBezTo>
                  <a:pt x="1017046" y="4757737"/>
                  <a:pt x="1024988" y="4765102"/>
                  <a:pt x="1026822" y="4777956"/>
                </a:cubicBezTo>
                <a:cubicBezTo>
                  <a:pt x="1029968" y="4800008"/>
                  <a:pt x="1010242" y="4812739"/>
                  <a:pt x="991180" y="4800958"/>
                </a:cubicBezTo>
                <a:close/>
                <a:moveTo>
                  <a:pt x="1485900" y="4791075"/>
                </a:moveTo>
                <a:cubicBezTo>
                  <a:pt x="1470308" y="4761942"/>
                  <a:pt x="1489978" y="4732006"/>
                  <a:pt x="1522259" y="4735735"/>
                </a:cubicBezTo>
                <a:cubicBezTo>
                  <a:pt x="1540577" y="4737851"/>
                  <a:pt x="1548693" y="4744903"/>
                  <a:pt x="1550924" y="4760643"/>
                </a:cubicBezTo>
                <a:cubicBezTo>
                  <a:pt x="1557223" y="4805075"/>
                  <a:pt x="1506178" y="4828965"/>
                  <a:pt x="1485900" y="4791075"/>
                </a:cubicBezTo>
                <a:close/>
                <a:moveTo>
                  <a:pt x="1251243" y="4786376"/>
                </a:moveTo>
                <a:cubicBezTo>
                  <a:pt x="1247944" y="4777778"/>
                  <a:pt x="1249812" y="4766177"/>
                  <a:pt x="1255395" y="4760595"/>
                </a:cubicBezTo>
                <a:cubicBezTo>
                  <a:pt x="1269907" y="4746082"/>
                  <a:pt x="1297404" y="4759346"/>
                  <a:pt x="1293613" y="4779030"/>
                </a:cubicBezTo>
                <a:cubicBezTo>
                  <a:pt x="1289390" y="4800955"/>
                  <a:pt x="1258869" y="4806247"/>
                  <a:pt x="1251243" y="4786376"/>
                </a:cubicBezTo>
                <a:close/>
                <a:moveTo>
                  <a:pt x="2800789" y="4777317"/>
                </a:moveTo>
                <a:cubicBezTo>
                  <a:pt x="2783403" y="4756367"/>
                  <a:pt x="2795664" y="4733925"/>
                  <a:pt x="2824496" y="4733925"/>
                </a:cubicBezTo>
                <a:cubicBezTo>
                  <a:pt x="2845854" y="4733925"/>
                  <a:pt x="2848827" y="4737498"/>
                  <a:pt x="2846226" y="4760037"/>
                </a:cubicBezTo>
                <a:cubicBezTo>
                  <a:pt x="2842781" y="4789882"/>
                  <a:pt x="2818789" y="4799006"/>
                  <a:pt x="2800789" y="4777317"/>
                </a:cubicBezTo>
                <a:close/>
                <a:moveTo>
                  <a:pt x="2638804" y="4767720"/>
                </a:moveTo>
                <a:cubicBezTo>
                  <a:pt x="2620543" y="4745717"/>
                  <a:pt x="2630670" y="4719637"/>
                  <a:pt x="2657475" y="4719637"/>
                </a:cubicBezTo>
                <a:cubicBezTo>
                  <a:pt x="2672571" y="4719637"/>
                  <a:pt x="2682210" y="4725785"/>
                  <a:pt x="2684324" y="4736763"/>
                </a:cubicBezTo>
                <a:cubicBezTo>
                  <a:pt x="2687622" y="4753889"/>
                  <a:pt x="2671039" y="4781550"/>
                  <a:pt x="2657475" y="4781550"/>
                </a:cubicBezTo>
                <a:cubicBezTo>
                  <a:pt x="2653519" y="4781550"/>
                  <a:pt x="2645117" y="4775326"/>
                  <a:pt x="2638804" y="4767720"/>
                </a:cubicBezTo>
                <a:close/>
                <a:moveTo>
                  <a:pt x="2959893" y="4771262"/>
                </a:moveTo>
                <a:cubicBezTo>
                  <a:pt x="2939115" y="4759159"/>
                  <a:pt x="2938217" y="4721363"/>
                  <a:pt x="2958310" y="4704687"/>
                </a:cubicBezTo>
                <a:cubicBezTo>
                  <a:pt x="2990063" y="4678334"/>
                  <a:pt x="3033621" y="4731025"/>
                  <a:pt x="3005642" y="4761942"/>
                </a:cubicBezTo>
                <a:cubicBezTo>
                  <a:pt x="2985531" y="4784164"/>
                  <a:pt x="2982949" y="4784690"/>
                  <a:pt x="2959893" y="4771262"/>
                </a:cubicBezTo>
                <a:close/>
                <a:moveTo>
                  <a:pt x="651414" y="4758441"/>
                </a:moveTo>
                <a:cubicBezTo>
                  <a:pt x="642748" y="4735858"/>
                  <a:pt x="655010" y="4713051"/>
                  <a:pt x="673864" y="4716682"/>
                </a:cubicBezTo>
                <a:cubicBezTo>
                  <a:pt x="684409" y="4718713"/>
                  <a:pt x="690562" y="4728577"/>
                  <a:pt x="690562" y="4743450"/>
                </a:cubicBezTo>
                <a:cubicBezTo>
                  <a:pt x="690562" y="4770602"/>
                  <a:pt x="660498" y="4782114"/>
                  <a:pt x="651414" y="4758441"/>
                </a:cubicBezTo>
                <a:close/>
                <a:moveTo>
                  <a:pt x="1678781" y="4755664"/>
                </a:moveTo>
                <a:cubicBezTo>
                  <a:pt x="1672232" y="4753312"/>
                  <a:pt x="1666875" y="4741487"/>
                  <a:pt x="1666875" y="4729387"/>
                </a:cubicBezTo>
                <a:cubicBezTo>
                  <a:pt x="1666875" y="4706663"/>
                  <a:pt x="1681814" y="4695536"/>
                  <a:pt x="1702593" y="4702784"/>
                </a:cubicBezTo>
                <a:cubicBezTo>
                  <a:pt x="1709142" y="4705068"/>
                  <a:pt x="1714500" y="4714627"/>
                  <a:pt x="1714500" y="4724027"/>
                </a:cubicBezTo>
                <a:cubicBezTo>
                  <a:pt x="1714500" y="4744562"/>
                  <a:pt x="1695275" y="4761590"/>
                  <a:pt x="1678781" y="4755664"/>
                </a:cubicBezTo>
                <a:close/>
                <a:moveTo>
                  <a:pt x="1906905" y="4751070"/>
                </a:moveTo>
                <a:cubicBezTo>
                  <a:pt x="1892781" y="4736946"/>
                  <a:pt x="1891927" y="4699141"/>
                  <a:pt x="1905541" y="4690727"/>
                </a:cubicBezTo>
                <a:cubicBezTo>
                  <a:pt x="1911077" y="4687306"/>
                  <a:pt x="1926079" y="4687134"/>
                  <a:pt x="1938878" y="4690347"/>
                </a:cubicBezTo>
                <a:cubicBezTo>
                  <a:pt x="1967966" y="4697647"/>
                  <a:pt x="1971105" y="4737986"/>
                  <a:pt x="1943726" y="4752639"/>
                </a:cubicBezTo>
                <a:cubicBezTo>
                  <a:pt x="1920765" y="4764928"/>
                  <a:pt x="1920763" y="4764928"/>
                  <a:pt x="1906905" y="4751070"/>
                </a:cubicBezTo>
                <a:close/>
                <a:moveTo>
                  <a:pt x="2070086" y="4747473"/>
                </a:moveTo>
                <a:cubicBezTo>
                  <a:pt x="2066914" y="4739209"/>
                  <a:pt x="2071335" y="4725432"/>
                  <a:pt x="2079910" y="4716857"/>
                </a:cubicBezTo>
                <a:cubicBezTo>
                  <a:pt x="2094346" y="4702421"/>
                  <a:pt x="2096653" y="4702421"/>
                  <a:pt x="2111089" y="4716857"/>
                </a:cubicBezTo>
                <a:cubicBezTo>
                  <a:pt x="2130563" y="4736331"/>
                  <a:pt x="2121625" y="4762500"/>
                  <a:pt x="2095500" y="4762500"/>
                </a:cubicBezTo>
                <a:cubicBezTo>
                  <a:pt x="2084693" y="4762500"/>
                  <a:pt x="2073257" y="4755738"/>
                  <a:pt x="2070086" y="4747473"/>
                </a:cubicBezTo>
                <a:close/>
                <a:moveTo>
                  <a:pt x="2261044" y="4739143"/>
                </a:moveTo>
                <a:cubicBezTo>
                  <a:pt x="2254409" y="4721852"/>
                  <a:pt x="2264046" y="4705350"/>
                  <a:pt x="2280780" y="4705350"/>
                </a:cubicBezTo>
                <a:cubicBezTo>
                  <a:pt x="2295220" y="4705350"/>
                  <a:pt x="2307831" y="4731243"/>
                  <a:pt x="2299756" y="4744309"/>
                </a:cubicBezTo>
                <a:cubicBezTo>
                  <a:pt x="2291430" y="4757780"/>
                  <a:pt x="2266942" y="4754512"/>
                  <a:pt x="2261044" y="4739143"/>
                </a:cubicBezTo>
                <a:close/>
                <a:moveTo>
                  <a:pt x="2429254" y="4739145"/>
                </a:moveTo>
                <a:cubicBezTo>
                  <a:pt x="2403952" y="4708657"/>
                  <a:pt x="2441115" y="4661823"/>
                  <a:pt x="2474118" y="4682607"/>
                </a:cubicBezTo>
                <a:cubicBezTo>
                  <a:pt x="2507097" y="4703375"/>
                  <a:pt x="2495348" y="4752975"/>
                  <a:pt x="2457450" y="4752975"/>
                </a:cubicBezTo>
                <a:cubicBezTo>
                  <a:pt x="2448255" y="4752975"/>
                  <a:pt x="2435567" y="4746751"/>
                  <a:pt x="2429254" y="4739145"/>
                </a:cubicBezTo>
                <a:close/>
                <a:moveTo>
                  <a:pt x="1146847" y="4730213"/>
                </a:moveTo>
                <a:cubicBezTo>
                  <a:pt x="1138184" y="4707637"/>
                  <a:pt x="1157928" y="4687893"/>
                  <a:pt x="1173548" y="4703513"/>
                </a:cubicBezTo>
                <a:cubicBezTo>
                  <a:pt x="1182528" y="4712493"/>
                  <a:pt x="1181562" y="4718494"/>
                  <a:pt x="1169135" y="4730921"/>
                </a:cubicBezTo>
                <a:cubicBezTo>
                  <a:pt x="1154271" y="4745785"/>
                  <a:pt x="1152805" y="4745739"/>
                  <a:pt x="1146847" y="4730213"/>
                </a:cubicBezTo>
                <a:close/>
                <a:moveTo>
                  <a:pt x="1384569" y="4729162"/>
                </a:moveTo>
                <a:cubicBezTo>
                  <a:pt x="1376761" y="4708814"/>
                  <a:pt x="1387460" y="4686300"/>
                  <a:pt x="1404937" y="4686300"/>
                </a:cubicBezTo>
                <a:cubicBezTo>
                  <a:pt x="1425132" y="4686300"/>
                  <a:pt x="1433573" y="4711873"/>
                  <a:pt x="1419124" y="4729283"/>
                </a:cubicBezTo>
                <a:cubicBezTo>
                  <a:pt x="1404123" y="4747358"/>
                  <a:pt x="1391535" y="4747314"/>
                  <a:pt x="1384569" y="4729162"/>
                </a:cubicBezTo>
                <a:close/>
                <a:moveTo>
                  <a:pt x="3153417" y="4720411"/>
                </a:moveTo>
                <a:cubicBezTo>
                  <a:pt x="3137386" y="4701095"/>
                  <a:pt x="3149704" y="4667250"/>
                  <a:pt x="3172765" y="4667250"/>
                </a:cubicBezTo>
                <a:cubicBezTo>
                  <a:pt x="3195248" y="4667250"/>
                  <a:pt x="3207046" y="4692683"/>
                  <a:pt x="3194091" y="4713221"/>
                </a:cubicBezTo>
                <a:cubicBezTo>
                  <a:pt x="3180791" y="4734306"/>
                  <a:pt x="3166975" y="4736748"/>
                  <a:pt x="3153417" y="4720411"/>
                </a:cubicBezTo>
                <a:close/>
                <a:moveTo>
                  <a:pt x="843388" y="4697166"/>
                </a:moveTo>
                <a:cubicBezTo>
                  <a:pt x="834507" y="4669186"/>
                  <a:pt x="846552" y="4650815"/>
                  <a:pt x="877887" y="4644548"/>
                </a:cubicBezTo>
                <a:cubicBezTo>
                  <a:pt x="912186" y="4637688"/>
                  <a:pt x="923925" y="4643243"/>
                  <a:pt x="923925" y="4666335"/>
                </a:cubicBezTo>
                <a:cubicBezTo>
                  <a:pt x="923925" y="4706260"/>
                  <a:pt x="854687" y="4732766"/>
                  <a:pt x="843388" y="4697166"/>
                </a:cubicBezTo>
                <a:close/>
                <a:moveTo>
                  <a:pt x="1800931" y="4705786"/>
                </a:moveTo>
                <a:cubicBezTo>
                  <a:pt x="1785895" y="4696494"/>
                  <a:pt x="1795509" y="4676775"/>
                  <a:pt x="1815074" y="4676775"/>
                </a:cubicBezTo>
                <a:cubicBezTo>
                  <a:pt x="1829552" y="4676775"/>
                  <a:pt x="1834153" y="4700916"/>
                  <a:pt x="1821201" y="4708921"/>
                </a:cubicBezTo>
                <a:cubicBezTo>
                  <a:pt x="1817022" y="4711504"/>
                  <a:pt x="1807900" y="4710093"/>
                  <a:pt x="1800931" y="4705786"/>
                </a:cubicBezTo>
                <a:close/>
                <a:moveTo>
                  <a:pt x="2554382" y="4700084"/>
                </a:moveTo>
                <a:cubicBezTo>
                  <a:pt x="2558690" y="4679395"/>
                  <a:pt x="2575595" y="4678129"/>
                  <a:pt x="2579461" y="4698206"/>
                </a:cubicBezTo>
                <a:cubicBezTo>
                  <a:pt x="2581469" y="4708632"/>
                  <a:pt x="2576797" y="4714875"/>
                  <a:pt x="2566987" y="4714875"/>
                </a:cubicBezTo>
                <a:cubicBezTo>
                  <a:pt x="2557836" y="4714875"/>
                  <a:pt x="2552586" y="4708713"/>
                  <a:pt x="2554382" y="4700084"/>
                </a:cubicBezTo>
                <a:close/>
                <a:moveTo>
                  <a:pt x="3334751" y="4682744"/>
                </a:moveTo>
                <a:cubicBezTo>
                  <a:pt x="3321573" y="4666865"/>
                  <a:pt x="3330723" y="4638675"/>
                  <a:pt x="3349056" y="4638675"/>
                </a:cubicBezTo>
                <a:cubicBezTo>
                  <a:pt x="3357449" y="4638675"/>
                  <a:pt x="3362325" y="4649175"/>
                  <a:pt x="3362325" y="4667250"/>
                </a:cubicBezTo>
                <a:cubicBezTo>
                  <a:pt x="3362325" y="4697986"/>
                  <a:pt x="3352147" y="4703705"/>
                  <a:pt x="3334751" y="4682744"/>
                </a:cubicBezTo>
                <a:close/>
                <a:moveTo>
                  <a:pt x="2860968" y="4672076"/>
                </a:moveTo>
                <a:cubicBezTo>
                  <a:pt x="2857669" y="4663478"/>
                  <a:pt x="2859537" y="4651877"/>
                  <a:pt x="2865120" y="4646295"/>
                </a:cubicBezTo>
                <a:cubicBezTo>
                  <a:pt x="2879632" y="4631782"/>
                  <a:pt x="2907129" y="4645046"/>
                  <a:pt x="2903338" y="4664730"/>
                </a:cubicBezTo>
                <a:cubicBezTo>
                  <a:pt x="2899115" y="4686655"/>
                  <a:pt x="2868594" y="4691947"/>
                  <a:pt x="2860968" y="4672076"/>
                </a:cubicBezTo>
                <a:close/>
                <a:moveTo>
                  <a:pt x="571500" y="4643437"/>
                </a:moveTo>
                <a:cubicBezTo>
                  <a:pt x="571500" y="4625101"/>
                  <a:pt x="575497" y="4610100"/>
                  <a:pt x="580383" y="4610100"/>
                </a:cubicBezTo>
                <a:cubicBezTo>
                  <a:pt x="592792" y="4610100"/>
                  <a:pt x="601719" y="4642356"/>
                  <a:pt x="594509" y="4661145"/>
                </a:cubicBezTo>
                <a:cubicBezTo>
                  <a:pt x="584195" y="4688022"/>
                  <a:pt x="571500" y="4678251"/>
                  <a:pt x="571500" y="4643437"/>
                </a:cubicBezTo>
                <a:close/>
                <a:moveTo>
                  <a:pt x="1243033" y="4663680"/>
                </a:moveTo>
                <a:cubicBezTo>
                  <a:pt x="1215594" y="4643616"/>
                  <a:pt x="1228043" y="4605867"/>
                  <a:pt x="1263227" y="4602443"/>
                </a:cubicBezTo>
                <a:cubicBezTo>
                  <a:pt x="1296758" y="4599180"/>
                  <a:pt x="1310984" y="4619080"/>
                  <a:pt x="1295630" y="4647769"/>
                </a:cubicBezTo>
                <a:cubicBezTo>
                  <a:pt x="1282943" y="4671474"/>
                  <a:pt x="1262252" y="4677734"/>
                  <a:pt x="1243033" y="4663680"/>
                </a:cubicBezTo>
                <a:close/>
                <a:moveTo>
                  <a:pt x="2001411" y="4663887"/>
                </a:moveTo>
                <a:cubicBezTo>
                  <a:pt x="1989833" y="4649936"/>
                  <a:pt x="1996405" y="4638675"/>
                  <a:pt x="2016125" y="4638675"/>
                </a:cubicBezTo>
                <a:cubicBezTo>
                  <a:pt x="2030314" y="4638675"/>
                  <a:pt x="2033511" y="4663229"/>
                  <a:pt x="2020379" y="4671345"/>
                </a:cubicBezTo>
                <a:cubicBezTo>
                  <a:pt x="2015734" y="4674216"/>
                  <a:pt x="2007198" y="4670860"/>
                  <a:pt x="2001411" y="4663887"/>
                </a:cubicBezTo>
                <a:close/>
                <a:moveTo>
                  <a:pt x="3045023" y="4670623"/>
                </a:moveTo>
                <a:cubicBezTo>
                  <a:pt x="3031937" y="4657537"/>
                  <a:pt x="3038725" y="4637326"/>
                  <a:pt x="3055143" y="4640488"/>
                </a:cubicBezTo>
                <a:cubicBezTo>
                  <a:pt x="3064311" y="4642253"/>
                  <a:pt x="3071812" y="4649711"/>
                  <a:pt x="3071812" y="4657061"/>
                </a:cubicBezTo>
                <a:cubicBezTo>
                  <a:pt x="3071812" y="4672100"/>
                  <a:pt x="3055007" y="4680607"/>
                  <a:pt x="3045023" y="4670623"/>
                </a:cubicBezTo>
                <a:close/>
                <a:moveTo>
                  <a:pt x="1576129" y="4657307"/>
                </a:moveTo>
                <a:cubicBezTo>
                  <a:pt x="1567203" y="4642864"/>
                  <a:pt x="1591397" y="4616537"/>
                  <a:pt x="1602966" y="4628106"/>
                </a:cubicBezTo>
                <a:cubicBezTo>
                  <a:pt x="1613648" y="4638788"/>
                  <a:pt x="1605337" y="4667250"/>
                  <a:pt x="1591536" y="4667250"/>
                </a:cubicBezTo>
                <a:cubicBezTo>
                  <a:pt x="1586442" y="4667250"/>
                  <a:pt x="1579509" y="4662775"/>
                  <a:pt x="1576129" y="4657307"/>
                </a:cubicBezTo>
                <a:close/>
                <a:moveTo>
                  <a:pt x="2735483" y="4655141"/>
                </a:moveTo>
                <a:cubicBezTo>
                  <a:pt x="2721819" y="4638676"/>
                  <a:pt x="2737033" y="4615220"/>
                  <a:pt x="2756526" y="4622700"/>
                </a:cubicBezTo>
                <a:cubicBezTo>
                  <a:pt x="2775211" y="4629870"/>
                  <a:pt x="2776028" y="4642337"/>
                  <a:pt x="2758751" y="4656676"/>
                </a:cubicBezTo>
                <a:cubicBezTo>
                  <a:pt x="2748941" y="4664817"/>
                  <a:pt x="2743199" y="4664438"/>
                  <a:pt x="2735483" y="4655141"/>
                </a:cubicBezTo>
                <a:close/>
                <a:moveTo>
                  <a:pt x="720724" y="4641850"/>
                </a:moveTo>
                <a:cubicBezTo>
                  <a:pt x="710724" y="4631849"/>
                  <a:pt x="713311" y="4602356"/>
                  <a:pt x="724814" y="4595247"/>
                </a:cubicBezTo>
                <a:cubicBezTo>
                  <a:pt x="743397" y="4583762"/>
                  <a:pt x="767204" y="4616164"/>
                  <a:pt x="752871" y="4633434"/>
                </a:cubicBezTo>
                <a:cubicBezTo>
                  <a:pt x="739592" y="4649434"/>
                  <a:pt x="730650" y="4651775"/>
                  <a:pt x="720724" y="4641850"/>
                </a:cubicBezTo>
                <a:close/>
                <a:moveTo>
                  <a:pt x="1040130" y="4636770"/>
                </a:moveTo>
                <a:cubicBezTo>
                  <a:pt x="1012021" y="4608661"/>
                  <a:pt x="1032628" y="4575664"/>
                  <a:pt x="1072103" y="4585572"/>
                </a:cubicBezTo>
                <a:cubicBezTo>
                  <a:pt x="1106490" y="4594202"/>
                  <a:pt x="1097811" y="4648200"/>
                  <a:pt x="1062037" y="4648200"/>
                </a:cubicBezTo>
                <a:cubicBezTo>
                  <a:pt x="1056274" y="4648200"/>
                  <a:pt x="1046416" y="4643056"/>
                  <a:pt x="1040130" y="4636770"/>
                </a:cubicBezTo>
                <a:close/>
                <a:moveTo>
                  <a:pt x="2210179" y="4634370"/>
                </a:moveTo>
                <a:cubicBezTo>
                  <a:pt x="2193745" y="4614568"/>
                  <a:pt x="2201844" y="4586773"/>
                  <a:pt x="2225018" y="4583446"/>
                </a:cubicBezTo>
                <a:cubicBezTo>
                  <a:pt x="2253529" y="4579352"/>
                  <a:pt x="2271112" y="4603575"/>
                  <a:pt x="2257750" y="4628541"/>
                </a:cubicBezTo>
                <a:cubicBezTo>
                  <a:pt x="2245442" y="4651540"/>
                  <a:pt x="2226369" y="4653877"/>
                  <a:pt x="2210179" y="4634370"/>
                </a:cubicBezTo>
                <a:close/>
                <a:moveTo>
                  <a:pt x="2357748" y="4620127"/>
                </a:moveTo>
                <a:cubicBezTo>
                  <a:pt x="2349373" y="4606577"/>
                  <a:pt x="2360053" y="4591050"/>
                  <a:pt x="2377748" y="4591050"/>
                </a:cubicBezTo>
                <a:cubicBezTo>
                  <a:pt x="2386093" y="4591050"/>
                  <a:pt x="2390873" y="4597741"/>
                  <a:pt x="2389092" y="4606929"/>
                </a:cubicBezTo>
                <a:cubicBezTo>
                  <a:pt x="2385381" y="4626060"/>
                  <a:pt x="2366363" y="4634068"/>
                  <a:pt x="2357748" y="4620127"/>
                </a:cubicBezTo>
                <a:close/>
                <a:moveTo>
                  <a:pt x="3229354" y="4605795"/>
                </a:moveTo>
                <a:cubicBezTo>
                  <a:pt x="3211093" y="4583792"/>
                  <a:pt x="3221220" y="4557712"/>
                  <a:pt x="3248025" y="4557712"/>
                </a:cubicBezTo>
                <a:cubicBezTo>
                  <a:pt x="3263121" y="4557712"/>
                  <a:pt x="3272760" y="4563860"/>
                  <a:pt x="3274874" y="4574838"/>
                </a:cubicBezTo>
                <a:cubicBezTo>
                  <a:pt x="3278172" y="4591964"/>
                  <a:pt x="3261589" y="4619625"/>
                  <a:pt x="3248025" y="4619625"/>
                </a:cubicBezTo>
                <a:cubicBezTo>
                  <a:pt x="3244069" y="4619625"/>
                  <a:pt x="3235667" y="4613401"/>
                  <a:pt x="3229354" y="4605795"/>
                </a:cubicBezTo>
                <a:close/>
                <a:moveTo>
                  <a:pt x="1413168" y="4595876"/>
                </a:moveTo>
                <a:cubicBezTo>
                  <a:pt x="1409869" y="4587278"/>
                  <a:pt x="1411737" y="4575677"/>
                  <a:pt x="1417320" y="4570095"/>
                </a:cubicBezTo>
                <a:cubicBezTo>
                  <a:pt x="1431832" y="4555582"/>
                  <a:pt x="1459329" y="4568846"/>
                  <a:pt x="1455538" y="4588530"/>
                </a:cubicBezTo>
                <a:cubicBezTo>
                  <a:pt x="1451315" y="4610455"/>
                  <a:pt x="1420794" y="4615747"/>
                  <a:pt x="1413168" y="4595876"/>
                </a:cubicBezTo>
                <a:close/>
                <a:moveTo>
                  <a:pt x="1725930" y="4598670"/>
                </a:moveTo>
                <a:cubicBezTo>
                  <a:pt x="1693599" y="4566339"/>
                  <a:pt x="1731620" y="4512476"/>
                  <a:pt x="1771650" y="4533900"/>
                </a:cubicBezTo>
                <a:cubicBezTo>
                  <a:pt x="1805269" y="4551892"/>
                  <a:pt x="1790718" y="4610100"/>
                  <a:pt x="1752600" y="4610100"/>
                </a:cubicBezTo>
                <a:cubicBezTo>
                  <a:pt x="1744218" y="4610100"/>
                  <a:pt x="1732216" y="4604956"/>
                  <a:pt x="1725930" y="4598670"/>
                </a:cubicBezTo>
                <a:close/>
                <a:moveTo>
                  <a:pt x="1889148" y="4595172"/>
                </a:moveTo>
                <a:cubicBezTo>
                  <a:pt x="1881641" y="4575609"/>
                  <a:pt x="1896708" y="4560989"/>
                  <a:pt x="1913611" y="4571435"/>
                </a:cubicBezTo>
                <a:cubicBezTo>
                  <a:pt x="1928006" y="4580331"/>
                  <a:pt x="1921376" y="4610100"/>
                  <a:pt x="1905000" y="4610100"/>
                </a:cubicBezTo>
                <a:cubicBezTo>
                  <a:pt x="1899432" y="4610100"/>
                  <a:pt x="1892299" y="4603382"/>
                  <a:pt x="1889148" y="4595172"/>
                </a:cubicBezTo>
                <a:close/>
                <a:moveTo>
                  <a:pt x="2583180" y="4598670"/>
                </a:moveTo>
                <a:cubicBezTo>
                  <a:pt x="2553035" y="4568525"/>
                  <a:pt x="2583258" y="4518491"/>
                  <a:pt x="2618288" y="4540548"/>
                </a:cubicBezTo>
                <a:cubicBezTo>
                  <a:pt x="2639800" y="4554094"/>
                  <a:pt x="2642133" y="4576455"/>
                  <a:pt x="2623932" y="4594656"/>
                </a:cubicBezTo>
                <a:cubicBezTo>
                  <a:pt x="2605486" y="4613102"/>
                  <a:pt x="2598318" y="4613808"/>
                  <a:pt x="2583180" y="4598670"/>
                </a:cubicBezTo>
                <a:close/>
                <a:moveTo>
                  <a:pt x="2454272" y="4586983"/>
                </a:moveTo>
                <a:cubicBezTo>
                  <a:pt x="2448567" y="4572115"/>
                  <a:pt x="2469653" y="4549278"/>
                  <a:pt x="2479757" y="4559382"/>
                </a:cubicBezTo>
                <a:cubicBezTo>
                  <a:pt x="2483204" y="4562829"/>
                  <a:pt x="2486025" y="4573508"/>
                  <a:pt x="2486025" y="4583112"/>
                </a:cubicBezTo>
                <a:cubicBezTo>
                  <a:pt x="2486025" y="4603694"/>
                  <a:pt x="2461817" y="4606646"/>
                  <a:pt x="2454272" y="4586983"/>
                </a:cubicBezTo>
                <a:close/>
                <a:moveTo>
                  <a:pt x="2928937" y="4591050"/>
                </a:moveTo>
                <a:cubicBezTo>
                  <a:pt x="2920964" y="4578149"/>
                  <a:pt x="2931722" y="4562475"/>
                  <a:pt x="2948549" y="4562475"/>
                </a:cubicBezTo>
                <a:cubicBezTo>
                  <a:pt x="2956098" y="4562475"/>
                  <a:pt x="2962275" y="4571047"/>
                  <a:pt x="2962275" y="4581525"/>
                </a:cubicBezTo>
                <a:cubicBezTo>
                  <a:pt x="2962275" y="4601244"/>
                  <a:pt x="2939295" y="4607810"/>
                  <a:pt x="2928937" y="4591050"/>
                </a:cubicBezTo>
                <a:close/>
                <a:moveTo>
                  <a:pt x="2058361" y="4568396"/>
                </a:moveTo>
                <a:cubicBezTo>
                  <a:pt x="2042423" y="4549192"/>
                  <a:pt x="2061232" y="4505325"/>
                  <a:pt x="2085404" y="4505325"/>
                </a:cubicBezTo>
                <a:cubicBezTo>
                  <a:pt x="2095826" y="4505325"/>
                  <a:pt x="2108942" y="4513897"/>
                  <a:pt x="2114550" y="4524375"/>
                </a:cubicBezTo>
                <a:cubicBezTo>
                  <a:pt x="2135566" y="4563644"/>
                  <a:pt x="2086391" y="4602170"/>
                  <a:pt x="2058361" y="4568396"/>
                </a:cubicBezTo>
                <a:close/>
                <a:moveTo>
                  <a:pt x="812762" y="4556911"/>
                </a:moveTo>
                <a:cubicBezTo>
                  <a:pt x="805936" y="4539125"/>
                  <a:pt x="822868" y="4519662"/>
                  <a:pt x="837370" y="4528624"/>
                </a:cubicBezTo>
                <a:cubicBezTo>
                  <a:pt x="852493" y="4537971"/>
                  <a:pt x="850017" y="4559557"/>
                  <a:pt x="833076" y="4566057"/>
                </a:cubicBezTo>
                <a:cubicBezTo>
                  <a:pt x="824588" y="4569315"/>
                  <a:pt x="816045" y="4565469"/>
                  <a:pt x="812762" y="4556911"/>
                </a:cubicBezTo>
                <a:close/>
                <a:moveTo>
                  <a:pt x="2795792" y="4556556"/>
                </a:moveTo>
                <a:cubicBezTo>
                  <a:pt x="2766313" y="4527077"/>
                  <a:pt x="2801115" y="4479619"/>
                  <a:pt x="2836068" y="4501632"/>
                </a:cubicBezTo>
                <a:cubicBezTo>
                  <a:pt x="2865259" y="4520014"/>
                  <a:pt x="2852944" y="4572000"/>
                  <a:pt x="2819400" y="4572000"/>
                </a:cubicBezTo>
                <a:cubicBezTo>
                  <a:pt x="2814909" y="4572000"/>
                  <a:pt x="2804286" y="4565050"/>
                  <a:pt x="2795792" y="4556556"/>
                </a:cubicBezTo>
                <a:close/>
                <a:moveTo>
                  <a:pt x="3082253" y="4559560"/>
                </a:moveTo>
                <a:cubicBezTo>
                  <a:pt x="3046536" y="4533443"/>
                  <a:pt x="3084504" y="4468668"/>
                  <a:pt x="3121818" y="4492058"/>
                </a:cubicBezTo>
                <a:cubicBezTo>
                  <a:pt x="3144313" y="4506160"/>
                  <a:pt x="3147713" y="4537601"/>
                  <a:pt x="3128789" y="4556525"/>
                </a:cubicBezTo>
                <a:cubicBezTo>
                  <a:pt x="3110072" y="4575241"/>
                  <a:pt x="3104220" y="4575622"/>
                  <a:pt x="3082253" y="4559560"/>
                </a:cubicBezTo>
                <a:close/>
                <a:moveTo>
                  <a:pt x="1537261" y="4528440"/>
                </a:moveTo>
                <a:cubicBezTo>
                  <a:pt x="1530208" y="4500338"/>
                  <a:pt x="1542975" y="4482999"/>
                  <a:pt x="1567211" y="4487762"/>
                </a:cubicBezTo>
                <a:cubicBezTo>
                  <a:pt x="1593255" y="4492882"/>
                  <a:pt x="1606259" y="4519884"/>
                  <a:pt x="1591337" y="4537864"/>
                </a:cubicBezTo>
                <a:cubicBezTo>
                  <a:pt x="1571890" y="4561296"/>
                  <a:pt x="1544301" y="4556488"/>
                  <a:pt x="1537261" y="4528440"/>
                </a:cubicBezTo>
                <a:close/>
                <a:moveTo>
                  <a:pt x="578864" y="4531986"/>
                </a:moveTo>
                <a:cubicBezTo>
                  <a:pt x="571392" y="4511702"/>
                  <a:pt x="581354" y="4495800"/>
                  <a:pt x="601531" y="4495800"/>
                </a:cubicBezTo>
                <a:cubicBezTo>
                  <a:pt x="615681" y="4495800"/>
                  <a:pt x="619682" y="4501177"/>
                  <a:pt x="617406" y="4517133"/>
                </a:cubicBezTo>
                <a:cubicBezTo>
                  <a:pt x="614041" y="4540717"/>
                  <a:pt x="586053" y="4551502"/>
                  <a:pt x="578864" y="4531986"/>
                </a:cubicBezTo>
                <a:close/>
                <a:moveTo>
                  <a:pt x="927393" y="4529201"/>
                </a:moveTo>
                <a:cubicBezTo>
                  <a:pt x="924094" y="4520603"/>
                  <a:pt x="925962" y="4509002"/>
                  <a:pt x="931545" y="4503420"/>
                </a:cubicBezTo>
                <a:cubicBezTo>
                  <a:pt x="946057" y="4488907"/>
                  <a:pt x="973554" y="4502171"/>
                  <a:pt x="969763" y="4521855"/>
                </a:cubicBezTo>
                <a:cubicBezTo>
                  <a:pt x="965540" y="4543780"/>
                  <a:pt x="935019" y="4549072"/>
                  <a:pt x="927393" y="4529201"/>
                </a:cubicBezTo>
                <a:close/>
                <a:moveTo>
                  <a:pt x="1146444" y="4529137"/>
                </a:moveTo>
                <a:cubicBezTo>
                  <a:pt x="1138898" y="4509473"/>
                  <a:pt x="1149129" y="4486275"/>
                  <a:pt x="1165347" y="4486275"/>
                </a:cubicBezTo>
                <a:cubicBezTo>
                  <a:pt x="1172728" y="4486275"/>
                  <a:pt x="1184103" y="4492704"/>
                  <a:pt x="1190625" y="4500562"/>
                </a:cubicBezTo>
                <a:cubicBezTo>
                  <a:pt x="1204350" y="4517100"/>
                  <a:pt x="1188826" y="4543425"/>
                  <a:pt x="1165347" y="4543425"/>
                </a:cubicBezTo>
                <a:cubicBezTo>
                  <a:pt x="1157966" y="4543425"/>
                  <a:pt x="1149459" y="4536995"/>
                  <a:pt x="1146444" y="4529137"/>
                </a:cubicBezTo>
                <a:close/>
                <a:moveTo>
                  <a:pt x="1295843" y="4510622"/>
                </a:moveTo>
                <a:cubicBezTo>
                  <a:pt x="1282797" y="4494902"/>
                  <a:pt x="1289972" y="4476750"/>
                  <a:pt x="1309230" y="4476750"/>
                </a:cubicBezTo>
                <a:cubicBezTo>
                  <a:pt x="1327428" y="4476750"/>
                  <a:pt x="1334630" y="4502053"/>
                  <a:pt x="1319910" y="4514271"/>
                </a:cubicBezTo>
                <a:cubicBezTo>
                  <a:pt x="1310750" y="4521873"/>
                  <a:pt x="1304379" y="4520907"/>
                  <a:pt x="1295843" y="4510622"/>
                </a:cubicBezTo>
                <a:close/>
                <a:moveTo>
                  <a:pt x="1949450" y="4508500"/>
                </a:moveTo>
                <a:cubicBezTo>
                  <a:pt x="1935706" y="4494756"/>
                  <a:pt x="1943497" y="4467225"/>
                  <a:pt x="1961130" y="4467225"/>
                </a:cubicBezTo>
                <a:cubicBezTo>
                  <a:pt x="1982909" y="4467225"/>
                  <a:pt x="1993349" y="4489365"/>
                  <a:pt x="1978550" y="4504164"/>
                </a:cubicBezTo>
                <a:cubicBezTo>
                  <a:pt x="1966320" y="4516394"/>
                  <a:pt x="1958508" y="4517558"/>
                  <a:pt x="1949450" y="4508500"/>
                </a:cubicBezTo>
                <a:close/>
                <a:moveTo>
                  <a:pt x="2320925" y="4508500"/>
                </a:moveTo>
                <a:cubicBezTo>
                  <a:pt x="2309704" y="4497279"/>
                  <a:pt x="2314148" y="4460386"/>
                  <a:pt x="2328116" y="4448794"/>
                </a:cubicBezTo>
                <a:cubicBezTo>
                  <a:pt x="2344902" y="4434862"/>
                  <a:pt x="2381250" y="4454250"/>
                  <a:pt x="2381250" y="4477136"/>
                </a:cubicBezTo>
                <a:cubicBezTo>
                  <a:pt x="2381250" y="4505638"/>
                  <a:pt x="2339677" y="4527252"/>
                  <a:pt x="2320925" y="4508500"/>
                </a:cubicBezTo>
                <a:close/>
                <a:moveTo>
                  <a:pt x="2680414" y="4501722"/>
                </a:moveTo>
                <a:cubicBezTo>
                  <a:pt x="2672705" y="4481632"/>
                  <a:pt x="2683526" y="4467225"/>
                  <a:pt x="2706324" y="4467225"/>
                </a:cubicBezTo>
                <a:cubicBezTo>
                  <a:pt x="2720714" y="4467225"/>
                  <a:pt x="2724718" y="4472528"/>
                  <a:pt x="2722431" y="4488558"/>
                </a:cubicBezTo>
                <a:cubicBezTo>
                  <a:pt x="2718879" y="4513457"/>
                  <a:pt x="2688562" y="4522955"/>
                  <a:pt x="2680414" y="4501722"/>
                </a:cubicBezTo>
                <a:close/>
                <a:moveTo>
                  <a:pt x="3308373" y="4499922"/>
                </a:moveTo>
                <a:cubicBezTo>
                  <a:pt x="3300435" y="4479234"/>
                  <a:pt x="3320589" y="4459779"/>
                  <a:pt x="3335014" y="4474204"/>
                </a:cubicBezTo>
                <a:cubicBezTo>
                  <a:pt x="3347207" y="4486397"/>
                  <a:pt x="3339653" y="4514850"/>
                  <a:pt x="3324225" y="4514850"/>
                </a:cubicBezTo>
                <a:cubicBezTo>
                  <a:pt x="3318657" y="4514850"/>
                  <a:pt x="3311524" y="4508132"/>
                  <a:pt x="3308373" y="4499922"/>
                </a:cubicBezTo>
                <a:close/>
                <a:moveTo>
                  <a:pt x="687705" y="4493895"/>
                </a:moveTo>
                <a:cubicBezTo>
                  <a:pt x="661395" y="4467585"/>
                  <a:pt x="692211" y="4421690"/>
                  <a:pt x="724561" y="4439004"/>
                </a:cubicBezTo>
                <a:cubicBezTo>
                  <a:pt x="753871" y="4454690"/>
                  <a:pt x="742458" y="4505325"/>
                  <a:pt x="709612" y="4505325"/>
                </a:cubicBezTo>
                <a:cubicBezTo>
                  <a:pt x="703849" y="4505325"/>
                  <a:pt x="693991" y="4500181"/>
                  <a:pt x="687705" y="4493895"/>
                </a:cubicBezTo>
                <a:close/>
                <a:moveTo>
                  <a:pt x="2182466" y="4492533"/>
                </a:moveTo>
                <a:cubicBezTo>
                  <a:pt x="2169274" y="4476638"/>
                  <a:pt x="2185039" y="4453470"/>
                  <a:pt x="2204076" y="4460775"/>
                </a:cubicBezTo>
                <a:cubicBezTo>
                  <a:pt x="2212463" y="4463993"/>
                  <a:pt x="2219325" y="4472732"/>
                  <a:pt x="2219325" y="4480194"/>
                </a:cubicBezTo>
                <a:cubicBezTo>
                  <a:pt x="2219325" y="4498611"/>
                  <a:pt x="2194428" y="4506946"/>
                  <a:pt x="2182466" y="4492533"/>
                </a:cubicBezTo>
                <a:close/>
                <a:moveTo>
                  <a:pt x="2471224" y="4475920"/>
                </a:moveTo>
                <a:cubicBezTo>
                  <a:pt x="2461408" y="4460037"/>
                  <a:pt x="2483485" y="4441825"/>
                  <a:pt x="2496625" y="4454965"/>
                </a:cubicBezTo>
                <a:cubicBezTo>
                  <a:pt x="2507616" y="4465956"/>
                  <a:pt x="2500737" y="4486275"/>
                  <a:pt x="2486025" y="4486275"/>
                </a:cubicBezTo>
                <a:cubicBezTo>
                  <a:pt x="2481404" y="4486275"/>
                  <a:pt x="2474744" y="4481615"/>
                  <a:pt x="2471224" y="4475920"/>
                </a:cubicBezTo>
                <a:close/>
                <a:moveTo>
                  <a:pt x="2939319" y="4478136"/>
                </a:moveTo>
                <a:cubicBezTo>
                  <a:pt x="2929861" y="4462833"/>
                  <a:pt x="2944584" y="4437514"/>
                  <a:pt x="2961092" y="4440694"/>
                </a:cubicBezTo>
                <a:cubicBezTo>
                  <a:pt x="2981386" y="4444602"/>
                  <a:pt x="2981132" y="4480371"/>
                  <a:pt x="2960781" y="4484290"/>
                </a:cubicBezTo>
                <a:cubicBezTo>
                  <a:pt x="2952102" y="4485962"/>
                  <a:pt x="2942444" y="4483192"/>
                  <a:pt x="2939319" y="4478136"/>
                </a:cubicBezTo>
                <a:close/>
                <a:moveTo>
                  <a:pt x="1821656" y="4470441"/>
                </a:moveTo>
                <a:cubicBezTo>
                  <a:pt x="1803930" y="4463289"/>
                  <a:pt x="1807261" y="4422592"/>
                  <a:pt x="1826167" y="4415338"/>
                </a:cubicBezTo>
                <a:cubicBezTo>
                  <a:pt x="1849121" y="4406529"/>
                  <a:pt x="1869298" y="4435420"/>
                  <a:pt x="1856670" y="4459015"/>
                </a:cubicBezTo>
                <a:cubicBezTo>
                  <a:pt x="1846925" y="4477225"/>
                  <a:pt x="1842249" y="4478751"/>
                  <a:pt x="1821656" y="4470441"/>
                </a:cubicBezTo>
                <a:close/>
                <a:moveTo>
                  <a:pt x="1651293" y="4453001"/>
                </a:moveTo>
                <a:cubicBezTo>
                  <a:pt x="1647994" y="4444403"/>
                  <a:pt x="1649862" y="4432802"/>
                  <a:pt x="1655445" y="4427220"/>
                </a:cubicBezTo>
                <a:cubicBezTo>
                  <a:pt x="1669957" y="4412707"/>
                  <a:pt x="1697454" y="4425971"/>
                  <a:pt x="1693663" y="4445655"/>
                </a:cubicBezTo>
                <a:cubicBezTo>
                  <a:pt x="1689440" y="4467580"/>
                  <a:pt x="1658919" y="4472872"/>
                  <a:pt x="1651293" y="4453001"/>
                </a:cubicBezTo>
                <a:close/>
                <a:moveTo>
                  <a:pt x="1010029" y="4443869"/>
                </a:moveTo>
                <a:cubicBezTo>
                  <a:pt x="980371" y="4408133"/>
                  <a:pt x="1031556" y="4360571"/>
                  <a:pt x="1067954" y="4390044"/>
                </a:cubicBezTo>
                <a:cubicBezTo>
                  <a:pt x="1087328" y="4405732"/>
                  <a:pt x="1088583" y="4410786"/>
                  <a:pt x="1078567" y="4432768"/>
                </a:cubicBezTo>
                <a:cubicBezTo>
                  <a:pt x="1065763" y="4460871"/>
                  <a:pt x="1029071" y="4466814"/>
                  <a:pt x="1010029" y="4443869"/>
                </a:cubicBezTo>
                <a:close/>
                <a:moveTo>
                  <a:pt x="1394189" y="4432405"/>
                </a:moveTo>
                <a:cubicBezTo>
                  <a:pt x="1383175" y="4388524"/>
                  <a:pt x="1445735" y="4361097"/>
                  <a:pt x="1466850" y="4400550"/>
                </a:cubicBezTo>
                <a:cubicBezTo>
                  <a:pt x="1482269" y="4429361"/>
                  <a:pt x="1463301" y="4457700"/>
                  <a:pt x="1428596" y="4457700"/>
                </a:cubicBezTo>
                <a:cubicBezTo>
                  <a:pt x="1406172" y="4457700"/>
                  <a:pt x="1399263" y="4452620"/>
                  <a:pt x="1394189" y="4432405"/>
                </a:cubicBezTo>
                <a:close/>
                <a:moveTo>
                  <a:pt x="3203598" y="4442772"/>
                </a:moveTo>
                <a:cubicBezTo>
                  <a:pt x="3200448" y="4434561"/>
                  <a:pt x="3202756" y="4422958"/>
                  <a:pt x="3208728" y="4416986"/>
                </a:cubicBezTo>
                <a:cubicBezTo>
                  <a:pt x="3222134" y="4403580"/>
                  <a:pt x="3253893" y="4430974"/>
                  <a:pt x="3243827" y="4447260"/>
                </a:cubicBezTo>
                <a:cubicBezTo>
                  <a:pt x="3234320" y="4462643"/>
                  <a:pt x="3210190" y="4459951"/>
                  <a:pt x="3203598" y="4442772"/>
                </a:cubicBezTo>
                <a:close/>
                <a:moveTo>
                  <a:pt x="801913" y="4412456"/>
                </a:moveTo>
                <a:cubicBezTo>
                  <a:pt x="803678" y="4403288"/>
                  <a:pt x="811435" y="4395787"/>
                  <a:pt x="819150" y="4395787"/>
                </a:cubicBezTo>
                <a:cubicBezTo>
                  <a:pt x="826864" y="4395787"/>
                  <a:pt x="834621" y="4403288"/>
                  <a:pt x="836386" y="4412456"/>
                </a:cubicBezTo>
                <a:cubicBezTo>
                  <a:pt x="838639" y="4424151"/>
                  <a:pt x="833496" y="4429125"/>
                  <a:pt x="819150" y="4429125"/>
                </a:cubicBezTo>
                <a:cubicBezTo>
                  <a:pt x="804803" y="4429125"/>
                  <a:pt x="799660" y="4424151"/>
                  <a:pt x="801913" y="4412456"/>
                </a:cubicBezTo>
                <a:close/>
                <a:moveTo>
                  <a:pt x="2561990" y="4414555"/>
                </a:moveTo>
                <a:cubicBezTo>
                  <a:pt x="2552745" y="4403414"/>
                  <a:pt x="2552422" y="4394447"/>
                  <a:pt x="2560620" y="4376455"/>
                </a:cubicBezTo>
                <a:cubicBezTo>
                  <a:pt x="2580882" y="4331985"/>
                  <a:pt x="2637097" y="4357067"/>
                  <a:pt x="2625019" y="4405188"/>
                </a:cubicBezTo>
                <a:cubicBezTo>
                  <a:pt x="2618053" y="4432945"/>
                  <a:pt x="2581732" y="4438343"/>
                  <a:pt x="2561990" y="4414555"/>
                </a:cubicBezTo>
                <a:close/>
                <a:moveTo>
                  <a:pt x="3035498" y="4413448"/>
                </a:moveTo>
                <a:cubicBezTo>
                  <a:pt x="3020825" y="4398775"/>
                  <a:pt x="3029331" y="4371975"/>
                  <a:pt x="3048662" y="4371975"/>
                </a:cubicBezTo>
                <a:cubicBezTo>
                  <a:pt x="3063478" y="4371975"/>
                  <a:pt x="3067618" y="4377112"/>
                  <a:pt x="3065331" y="4392660"/>
                </a:cubicBezTo>
                <a:cubicBezTo>
                  <a:pt x="3062170" y="4414141"/>
                  <a:pt x="3046860" y="4424810"/>
                  <a:pt x="3035498" y="4413448"/>
                </a:cubicBezTo>
                <a:close/>
                <a:moveTo>
                  <a:pt x="571500" y="4386262"/>
                </a:moveTo>
                <a:cubicBezTo>
                  <a:pt x="571500" y="4372063"/>
                  <a:pt x="575601" y="4363860"/>
                  <a:pt x="581025" y="4367212"/>
                </a:cubicBezTo>
                <a:cubicBezTo>
                  <a:pt x="586263" y="4370450"/>
                  <a:pt x="590550" y="4379022"/>
                  <a:pt x="590550" y="4386262"/>
                </a:cubicBezTo>
                <a:cubicBezTo>
                  <a:pt x="590550" y="4393502"/>
                  <a:pt x="586263" y="4402074"/>
                  <a:pt x="581025" y="4405312"/>
                </a:cubicBezTo>
                <a:cubicBezTo>
                  <a:pt x="575601" y="4408664"/>
                  <a:pt x="571500" y="4400461"/>
                  <a:pt x="571500" y="4386262"/>
                </a:cubicBezTo>
                <a:close/>
                <a:moveTo>
                  <a:pt x="1984819" y="4396243"/>
                </a:moveTo>
                <a:cubicBezTo>
                  <a:pt x="1978184" y="4378952"/>
                  <a:pt x="1987821" y="4362450"/>
                  <a:pt x="2004555" y="4362450"/>
                </a:cubicBezTo>
                <a:cubicBezTo>
                  <a:pt x="2019125" y="4362450"/>
                  <a:pt x="2027963" y="4380687"/>
                  <a:pt x="2021865" y="4398168"/>
                </a:cubicBezTo>
                <a:cubicBezTo>
                  <a:pt x="2016174" y="4414484"/>
                  <a:pt x="1991323" y="4413193"/>
                  <a:pt x="1984819" y="4396243"/>
                </a:cubicBezTo>
                <a:close/>
                <a:moveTo>
                  <a:pt x="2130754" y="4404054"/>
                </a:moveTo>
                <a:cubicBezTo>
                  <a:pt x="2121203" y="4394503"/>
                  <a:pt x="2122501" y="4364546"/>
                  <a:pt x="2132740" y="4358218"/>
                </a:cubicBezTo>
                <a:cubicBezTo>
                  <a:pt x="2149473" y="4347877"/>
                  <a:pt x="2172735" y="4364675"/>
                  <a:pt x="2169822" y="4384996"/>
                </a:cubicBezTo>
                <a:cubicBezTo>
                  <a:pt x="2166936" y="4405125"/>
                  <a:pt x="2143337" y="4416637"/>
                  <a:pt x="2130754" y="4404054"/>
                </a:cubicBezTo>
                <a:close/>
                <a:moveTo>
                  <a:pt x="1181469" y="4382190"/>
                </a:moveTo>
                <a:cubicBezTo>
                  <a:pt x="1170085" y="4360918"/>
                  <a:pt x="1176645" y="4337622"/>
                  <a:pt x="1196123" y="4330147"/>
                </a:cubicBezTo>
                <a:cubicBezTo>
                  <a:pt x="1216038" y="4322506"/>
                  <a:pt x="1236700" y="4333036"/>
                  <a:pt x="1243436" y="4354262"/>
                </a:cubicBezTo>
                <a:cubicBezTo>
                  <a:pt x="1255948" y="4393683"/>
                  <a:pt x="1200898" y="4418493"/>
                  <a:pt x="1181469" y="4382190"/>
                </a:cubicBezTo>
                <a:close/>
                <a:moveTo>
                  <a:pt x="1320800" y="4394200"/>
                </a:moveTo>
                <a:cubicBezTo>
                  <a:pt x="1309840" y="4383240"/>
                  <a:pt x="1313863" y="4371975"/>
                  <a:pt x="1328737" y="4371975"/>
                </a:cubicBezTo>
                <a:cubicBezTo>
                  <a:pt x="1336595" y="4371975"/>
                  <a:pt x="1343025" y="4378404"/>
                  <a:pt x="1343025" y="4386262"/>
                </a:cubicBezTo>
                <a:cubicBezTo>
                  <a:pt x="1343025" y="4401136"/>
                  <a:pt x="1331759" y="4405159"/>
                  <a:pt x="1320800" y="4394200"/>
                </a:cubicBezTo>
                <a:close/>
                <a:moveTo>
                  <a:pt x="2850247" y="4394205"/>
                </a:moveTo>
                <a:cubicBezTo>
                  <a:pt x="2832445" y="4387033"/>
                  <a:pt x="2818632" y="4356482"/>
                  <a:pt x="2825317" y="4339062"/>
                </a:cubicBezTo>
                <a:cubicBezTo>
                  <a:pt x="2842923" y="4293182"/>
                  <a:pt x="2905125" y="4303986"/>
                  <a:pt x="2905125" y="4352925"/>
                </a:cubicBezTo>
                <a:cubicBezTo>
                  <a:pt x="2905125" y="4376160"/>
                  <a:pt x="2881562" y="4403871"/>
                  <a:pt x="2865269" y="4399798"/>
                </a:cubicBezTo>
                <a:cubicBezTo>
                  <a:pt x="2863615" y="4399384"/>
                  <a:pt x="2856855" y="4396867"/>
                  <a:pt x="2850247" y="4394205"/>
                </a:cubicBezTo>
                <a:close/>
                <a:moveTo>
                  <a:pt x="1554956" y="4384326"/>
                </a:moveTo>
                <a:cubicBezTo>
                  <a:pt x="1539223" y="4378493"/>
                  <a:pt x="1539799" y="4357955"/>
                  <a:pt x="1556073" y="4344448"/>
                </a:cubicBezTo>
                <a:cubicBezTo>
                  <a:pt x="1576015" y="4327898"/>
                  <a:pt x="1599291" y="4358242"/>
                  <a:pt x="1580331" y="4376073"/>
                </a:cubicBezTo>
                <a:cubicBezTo>
                  <a:pt x="1572923" y="4383040"/>
                  <a:pt x="1561504" y="4386754"/>
                  <a:pt x="1554956" y="4384326"/>
                </a:cubicBezTo>
                <a:close/>
                <a:moveTo>
                  <a:pt x="2726332" y="4379714"/>
                </a:moveTo>
                <a:cubicBezTo>
                  <a:pt x="2732219" y="4362052"/>
                  <a:pt x="2752725" y="4359123"/>
                  <a:pt x="2752725" y="4375943"/>
                </a:cubicBezTo>
                <a:cubicBezTo>
                  <a:pt x="2752725" y="4384238"/>
                  <a:pt x="2745938" y="4391025"/>
                  <a:pt x="2737643" y="4391025"/>
                </a:cubicBezTo>
                <a:cubicBezTo>
                  <a:pt x="2729349" y="4391025"/>
                  <a:pt x="2724259" y="4385935"/>
                  <a:pt x="2726332" y="4379714"/>
                </a:cubicBezTo>
                <a:close/>
                <a:moveTo>
                  <a:pt x="895930" y="4372333"/>
                </a:moveTo>
                <a:cubicBezTo>
                  <a:pt x="877736" y="4361089"/>
                  <a:pt x="887974" y="4329112"/>
                  <a:pt x="909767" y="4329112"/>
                </a:cubicBezTo>
                <a:cubicBezTo>
                  <a:pt x="921796" y="4329112"/>
                  <a:pt x="929738" y="4336477"/>
                  <a:pt x="931572" y="4349331"/>
                </a:cubicBezTo>
                <a:cubicBezTo>
                  <a:pt x="934718" y="4371383"/>
                  <a:pt x="914992" y="4384114"/>
                  <a:pt x="895930" y="4372333"/>
                </a:cubicBezTo>
                <a:close/>
                <a:moveTo>
                  <a:pt x="2404713" y="4361349"/>
                </a:moveTo>
                <a:cubicBezTo>
                  <a:pt x="2399997" y="4346490"/>
                  <a:pt x="2402897" y="4336482"/>
                  <a:pt x="2414346" y="4328111"/>
                </a:cubicBezTo>
                <a:cubicBezTo>
                  <a:pt x="2438397" y="4310524"/>
                  <a:pt x="2458996" y="4322337"/>
                  <a:pt x="2455584" y="4351760"/>
                </a:cubicBezTo>
                <a:cubicBezTo>
                  <a:pt x="2451715" y="4385118"/>
                  <a:pt x="2414484" y="4392136"/>
                  <a:pt x="2404713" y="4361349"/>
                </a:cubicBezTo>
                <a:close/>
                <a:moveTo>
                  <a:pt x="3278505" y="4360545"/>
                </a:moveTo>
                <a:cubicBezTo>
                  <a:pt x="3263548" y="4345588"/>
                  <a:pt x="3263837" y="4315224"/>
                  <a:pt x="3278981" y="4310559"/>
                </a:cubicBezTo>
                <a:cubicBezTo>
                  <a:pt x="3327939" y="4295476"/>
                  <a:pt x="3342150" y="4296277"/>
                  <a:pt x="3347917" y="4314446"/>
                </a:cubicBezTo>
                <a:cubicBezTo>
                  <a:pt x="3361356" y="4356788"/>
                  <a:pt x="3309312" y="4391352"/>
                  <a:pt x="3278505" y="4360545"/>
                </a:cubicBezTo>
                <a:close/>
                <a:moveTo>
                  <a:pt x="717843" y="4348226"/>
                </a:moveTo>
                <a:cubicBezTo>
                  <a:pt x="714544" y="4339628"/>
                  <a:pt x="716412" y="4328027"/>
                  <a:pt x="721995" y="4322445"/>
                </a:cubicBezTo>
                <a:cubicBezTo>
                  <a:pt x="736507" y="4307932"/>
                  <a:pt x="764004" y="4321196"/>
                  <a:pt x="760213" y="4340880"/>
                </a:cubicBezTo>
                <a:cubicBezTo>
                  <a:pt x="755990" y="4362805"/>
                  <a:pt x="725469" y="4368097"/>
                  <a:pt x="717843" y="4348226"/>
                </a:cubicBezTo>
                <a:close/>
                <a:moveTo>
                  <a:pt x="1709910" y="4346975"/>
                </a:moveTo>
                <a:cubicBezTo>
                  <a:pt x="1690986" y="4328051"/>
                  <a:pt x="1694386" y="4296610"/>
                  <a:pt x="1716881" y="4282508"/>
                </a:cubicBezTo>
                <a:cubicBezTo>
                  <a:pt x="1754195" y="4259118"/>
                  <a:pt x="1792163" y="4323893"/>
                  <a:pt x="1756446" y="4350010"/>
                </a:cubicBezTo>
                <a:cubicBezTo>
                  <a:pt x="1734479" y="4366072"/>
                  <a:pt x="1728627" y="4365691"/>
                  <a:pt x="1709910" y="4346975"/>
                </a:cubicBezTo>
                <a:close/>
                <a:moveTo>
                  <a:pt x="2253524" y="4346975"/>
                </a:moveTo>
                <a:cubicBezTo>
                  <a:pt x="2245445" y="4325921"/>
                  <a:pt x="2269907" y="4300741"/>
                  <a:pt x="2290691" y="4308717"/>
                </a:cubicBezTo>
                <a:cubicBezTo>
                  <a:pt x="2300360" y="4312427"/>
                  <a:pt x="2305215" y="4322984"/>
                  <a:pt x="2303336" y="4336213"/>
                </a:cubicBezTo>
                <a:cubicBezTo>
                  <a:pt x="2299538" y="4362960"/>
                  <a:pt x="2262712" y="4370916"/>
                  <a:pt x="2253524" y="4346975"/>
                </a:cubicBezTo>
                <a:close/>
                <a:moveTo>
                  <a:pt x="1880139" y="4320291"/>
                </a:moveTo>
                <a:cubicBezTo>
                  <a:pt x="1871473" y="4297708"/>
                  <a:pt x="1883735" y="4274901"/>
                  <a:pt x="1902589" y="4278532"/>
                </a:cubicBezTo>
                <a:cubicBezTo>
                  <a:pt x="1913134" y="4280563"/>
                  <a:pt x="1919287" y="4290427"/>
                  <a:pt x="1919287" y="4305300"/>
                </a:cubicBezTo>
                <a:cubicBezTo>
                  <a:pt x="1919287" y="4332452"/>
                  <a:pt x="1889223" y="4343964"/>
                  <a:pt x="1880139" y="4320291"/>
                </a:cubicBezTo>
                <a:close/>
                <a:moveTo>
                  <a:pt x="3136923" y="4318947"/>
                </a:moveTo>
                <a:cubicBezTo>
                  <a:pt x="3128985" y="4298259"/>
                  <a:pt x="3149139" y="4278804"/>
                  <a:pt x="3163564" y="4293229"/>
                </a:cubicBezTo>
                <a:cubicBezTo>
                  <a:pt x="3175757" y="4305422"/>
                  <a:pt x="3168203" y="4333875"/>
                  <a:pt x="3152775" y="4333875"/>
                </a:cubicBezTo>
                <a:cubicBezTo>
                  <a:pt x="3147207" y="4333875"/>
                  <a:pt x="3140074" y="4327157"/>
                  <a:pt x="3136923" y="4318947"/>
                </a:cubicBezTo>
                <a:close/>
                <a:moveTo>
                  <a:pt x="992318" y="4283868"/>
                </a:moveTo>
                <a:cubicBezTo>
                  <a:pt x="993992" y="4272081"/>
                  <a:pt x="1001791" y="4262437"/>
                  <a:pt x="1009650" y="4262437"/>
                </a:cubicBezTo>
                <a:cubicBezTo>
                  <a:pt x="1017508" y="4262437"/>
                  <a:pt x="1025307" y="4272081"/>
                  <a:pt x="1026981" y="4283868"/>
                </a:cubicBezTo>
                <a:cubicBezTo>
                  <a:pt x="1029323" y="4300363"/>
                  <a:pt x="1025331" y="4305300"/>
                  <a:pt x="1009650" y="4305300"/>
                </a:cubicBezTo>
                <a:cubicBezTo>
                  <a:pt x="993968" y="4305300"/>
                  <a:pt x="989976" y="4300363"/>
                  <a:pt x="992318" y="4283868"/>
                </a:cubicBezTo>
                <a:close/>
                <a:moveTo>
                  <a:pt x="1361208" y="4289968"/>
                </a:moveTo>
                <a:cubicBezTo>
                  <a:pt x="1351721" y="4278537"/>
                  <a:pt x="1352335" y="4272857"/>
                  <a:pt x="1364360" y="4260832"/>
                </a:cubicBezTo>
                <a:cubicBezTo>
                  <a:pt x="1381821" y="4243370"/>
                  <a:pt x="1400175" y="4251280"/>
                  <a:pt x="1400175" y="4276268"/>
                </a:cubicBezTo>
                <a:cubicBezTo>
                  <a:pt x="1400175" y="4299378"/>
                  <a:pt x="1376056" y="4307858"/>
                  <a:pt x="1361208" y="4289968"/>
                </a:cubicBezTo>
                <a:close/>
                <a:moveTo>
                  <a:pt x="2666942" y="4290942"/>
                </a:moveTo>
                <a:cubicBezTo>
                  <a:pt x="2656402" y="4278243"/>
                  <a:pt x="2656813" y="4273304"/>
                  <a:pt x="2669460" y="4260656"/>
                </a:cubicBezTo>
                <a:cubicBezTo>
                  <a:pt x="2689887" y="4240230"/>
                  <a:pt x="2716818" y="4251579"/>
                  <a:pt x="2712911" y="4278966"/>
                </a:cubicBezTo>
                <a:cubicBezTo>
                  <a:pt x="2709190" y="4305054"/>
                  <a:pt x="2684083" y="4311596"/>
                  <a:pt x="2666942" y="4290942"/>
                </a:cubicBezTo>
                <a:close/>
                <a:moveTo>
                  <a:pt x="612761" y="4280748"/>
                </a:moveTo>
                <a:cubicBezTo>
                  <a:pt x="609589" y="4272484"/>
                  <a:pt x="614010" y="4258707"/>
                  <a:pt x="622585" y="4250132"/>
                </a:cubicBezTo>
                <a:cubicBezTo>
                  <a:pt x="637021" y="4235696"/>
                  <a:pt x="639328" y="4235696"/>
                  <a:pt x="653764" y="4250132"/>
                </a:cubicBezTo>
                <a:cubicBezTo>
                  <a:pt x="673238" y="4269606"/>
                  <a:pt x="664300" y="4295775"/>
                  <a:pt x="638175" y="4295775"/>
                </a:cubicBezTo>
                <a:cubicBezTo>
                  <a:pt x="627368" y="4295775"/>
                  <a:pt x="615932" y="4289013"/>
                  <a:pt x="612761" y="4280748"/>
                </a:cubicBezTo>
                <a:close/>
                <a:moveTo>
                  <a:pt x="2021205" y="4284345"/>
                </a:moveTo>
                <a:cubicBezTo>
                  <a:pt x="1995532" y="4258672"/>
                  <a:pt x="2015546" y="4219575"/>
                  <a:pt x="2054361" y="4219575"/>
                </a:cubicBezTo>
                <a:cubicBezTo>
                  <a:pt x="2069621" y="4219575"/>
                  <a:pt x="2077874" y="4226698"/>
                  <a:pt x="2082094" y="4243511"/>
                </a:cubicBezTo>
                <a:cubicBezTo>
                  <a:pt x="2092396" y="4284558"/>
                  <a:pt x="2049910" y="4313050"/>
                  <a:pt x="2021205" y="4284345"/>
                </a:cubicBezTo>
                <a:close/>
                <a:moveTo>
                  <a:pt x="2517022" y="4284862"/>
                </a:moveTo>
                <a:cubicBezTo>
                  <a:pt x="2504275" y="4272115"/>
                  <a:pt x="2512020" y="4248150"/>
                  <a:pt x="2528887" y="4248150"/>
                </a:cubicBezTo>
                <a:cubicBezTo>
                  <a:pt x="2546473" y="4248150"/>
                  <a:pt x="2553736" y="4273532"/>
                  <a:pt x="2539524" y="4285326"/>
                </a:cubicBezTo>
                <a:cubicBezTo>
                  <a:pt x="2531087" y="4292329"/>
                  <a:pt x="2524350" y="4292190"/>
                  <a:pt x="2517022" y="4284862"/>
                </a:cubicBezTo>
                <a:close/>
                <a:moveTo>
                  <a:pt x="2991229" y="4281945"/>
                </a:moveTo>
                <a:cubicBezTo>
                  <a:pt x="2967990" y="4253943"/>
                  <a:pt x="2998729" y="4209595"/>
                  <a:pt x="3032417" y="4222522"/>
                </a:cubicBezTo>
                <a:cubicBezTo>
                  <a:pt x="3061623" y="4233729"/>
                  <a:pt x="3045958" y="4295775"/>
                  <a:pt x="3013923" y="4295775"/>
                </a:cubicBezTo>
                <a:cubicBezTo>
                  <a:pt x="3007754" y="4295775"/>
                  <a:pt x="2997542" y="4289551"/>
                  <a:pt x="2991229" y="4281945"/>
                </a:cubicBezTo>
                <a:close/>
                <a:moveTo>
                  <a:pt x="2177791" y="4279641"/>
                </a:moveTo>
                <a:cubicBezTo>
                  <a:pt x="2166407" y="4268257"/>
                  <a:pt x="2171640" y="4248150"/>
                  <a:pt x="2185987" y="4248150"/>
                </a:cubicBezTo>
                <a:cubicBezTo>
                  <a:pt x="2193845" y="4248150"/>
                  <a:pt x="2200275" y="4254326"/>
                  <a:pt x="2200275" y="4261875"/>
                </a:cubicBezTo>
                <a:cubicBezTo>
                  <a:pt x="2200275" y="4277788"/>
                  <a:pt x="2186680" y="4288530"/>
                  <a:pt x="2177791" y="4279641"/>
                </a:cubicBezTo>
                <a:close/>
                <a:moveTo>
                  <a:pt x="789904" y="4259047"/>
                </a:moveTo>
                <a:cubicBezTo>
                  <a:pt x="770048" y="4242969"/>
                  <a:pt x="768763" y="4237975"/>
                  <a:pt x="778807" y="4215931"/>
                </a:cubicBezTo>
                <a:cubicBezTo>
                  <a:pt x="791611" y="4187829"/>
                  <a:pt x="828303" y="4181885"/>
                  <a:pt x="847345" y="4204829"/>
                </a:cubicBezTo>
                <a:cubicBezTo>
                  <a:pt x="877658" y="4241355"/>
                  <a:pt x="827049" y="4289125"/>
                  <a:pt x="789904" y="4259047"/>
                </a:cubicBezTo>
                <a:close/>
                <a:moveTo>
                  <a:pt x="1102126" y="4261251"/>
                </a:moveTo>
                <a:cubicBezTo>
                  <a:pt x="1089512" y="4248637"/>
                  <a:pt x="1095306" y="4212114"/>
                  <a:pt x="1110869" y="4206142"/>
                </a:cubicBezTo>
                <a:cubicBezTo>
                  <a:pt x="1131979" y="4198041"/>
                  <a:pt x="1154070" y="4218286"/>
                  <a:pt x="1150603" y="4242554"/>
                </a:cubicBezTo>
                <a:cubicBezTo>
                  <a:pt x="1147786" y="4262268"/>
                  <a:pt x="1115569" y="4274694"/>
                  <a:pt x="1102126" y="4261251"/>
                </a:cubicBezTo>
                <a:close/>
                <a:moveTo>
                  <a:pt x="1225473" y="4253416"/>
                </a:moveTo>
                <a:cubicBezTo>
                  <a:pt x="1216323" y="4229571"/>
                  <a:pt x="1229301" y="4208779"/>
                  <a:pt x="1251368" y="4211927"/>
                </a:cubicBezTo>
                <a:cubicBezTo>
                  <a:pt x="1265816" y="4213989"/>
                  <a:pt x="1271587" y="4221609"/>
                  <a:pt x="1271587" y="4238625"/>
                </a:cubicBezTo>
                <a:cubicBezTo>
                  <a:pt x="1271587" y="4266377"/>
                  <a:pt x="1234956" y="4278127"/>
                  <a:pt x="1225473" y="4253416"/>
                </a:cubicBezTo>
                <a:close/>
                <a:moveTo>
                  <a:pt x="1495804" y="4253370"/>
                </a:moveTo>
                <a:cubicBezTo>
                  <a:pt x="1477543" y="4231367"/>
                  <a:pt x="1487670" y="4205287"/>
                  <a:pt x="1514475" y="4205287"/>
                </a:cubicBezTo>
                <a:cubicBezTo>
                  <a:pt x="1529571" y="4205287"/>
                  <a:pt x="1539210" y="4211435"/>
                  <a:pt x="1541324" y="4222413"/>
                </a:cubicBezTo>
                <a:cubicBezTo>
                  <a:pt x="1544622" y="4239539"/>
                  <a:pt x="1528039" y="4267200"/>
                  <a:pt x="1514475" y="4267200"/>
                </a:cubicBezTo>
                <a:cubicBezTo>
                  <a:pt x="1510519" y="4267200"/>
                  <a:pt x="1502117" y="4260976"/>
                  <a:pt x="1495804" y="4253370"/>
                </a:cubicBezTo>
                <a:close/>
                <a:moveTo>
                  <a:pt x="2311400" y="4260850"/>
                </a:moveTo>
                <a:cubicBezTo>
                  <a:pt x="2300440" y="4249890"/>
                  <a:pt x="2304463" y="4238625"/>
                  <a:pt x="2319337" y="4238625"/>
                </a:cubicBezTo>
                <a:cubicBezTo>
                  <a:pt x="2327195" y="4238625"/>
                  <a:pt x="2333625" y="4245054"/>
                  <a:pt x="2333625" y="4252912"/>
                </a:cubicBezTo>
                <a:cubicBezTo>
                  <a:pt x="2333625" y="4267786"/>
                  <a:pt x="2322359" y="4271809"/>
                  <a:pt x="2311400" y="4260850"/>
                </a:cubicBezTo>
                <a:close/>
                <a:moveTo>
                  <a:pt x="1800757" y="4215453"/>
                </a:moveTo>
                <a:cubicBezTo>
                  <a:pt x="1786846" y="4198692"/>
                  <a:pt x="1798720" y="4170271"/>
                  <a:pt x="1818092" y="4173960"/>
                </a:cubicBezTo>
                <a:cubicBezTo>
                  <a:pt x="1838102" y="4177771"/>
                  <a:pt x="1843648" y="4215493"/>
                  <a:pt x="1825237" y="4222559"/>
                </a:cubicBezTo>
                <a:cubicBezTo>
                  <a:pt x="1817485" y="4225533"/>
                  <a:pt x="1806469" y="4222336"/>
                  <a:pt x="1800757" y="4215453"/>
                </a:cubicBezTo>
                <a:close/>
                <a:moveTo>
                  <a:pt x="2809875" y="4210748"/>
                </a:moveTo>
                <a:cubicBezTo>
                  <a:pt x="2809875" y="4197117"/>
                  <a:pt x="2815992" y="4191000"/>
                  <a:pt x="2829623" y="4191000"/>
                </a:cubicBezTo>
                <a:cubicBezTo>
                  <a:pt x="2843254" y="4191000"/>
                  <a:pt x="2848383" y="4196129"/>
                  <a:pt x="2846182" y="4207559"/>
                </a:cubicBezTo>
                <a:cubicBezTo>
                  <a:pt x="2841401" y="4232388"/>
                  <a:pt x="2809875" y="4235157"/>
                  <a:pt x="2809875" y="4210748"/>
                </a:cubicBezTo>
                <a:close/>
                <a:moveTo>
                  <a:pt x="1628775" y="4199826"/>
                </a:moveTo>
                <a:cubicBezTo>
                  <a:pt x="1628775" y="4186195"/>
                  <a:pt x="1633904" y="4181066"/>
                  <a:pt x="1645334" y="4183267"/>
                </a:cubicBezTo>
                <a:cubicBezTo>
                  <a:pt x="1670163" y="4188048"/>
                  <a:pt x="1672932" y="4219575"/>
                  <a:pt x="1648523" y="4219575"/>
                </a:cubicBezTo>
                <a:cubicBezTo>
                  <a:pt x="1634892" y="4219575"/>
                  <a:pt x="1628775" y="4213457"/>
                  <a:pt x="1628775" y="4199826"/>
                </a:cubicBezTo>
                <a:close/>
                <a:moveTo>
                  <a:pt x="3210025" y="4205408"/>
                </a:moveTo>
                <a:cubicBezTo>
                  <a:pt x="3186442" y="4176992"/>
                  <a:pt x="3219544" y="4147279"/>
                  <a:pt x="3245674" y="4173409"/>
                </a:cubicBezTo>
                <a:cubicBezTo>
                  <a:pt x="3253231" y="4180966"/>
                  <a:pt x="3253721" y="4189881"/>
                  <a:pt x="3247244" y="4201984"/>
                </a:cubicBezTo>
                <a:cubicBezTo>
                  <a:pt x="3235850" y="4223272"/>
                  <a:pt x="3225631" y="4224213"/>
                  <a:pt x="3210025" y="4205408"/>
                </a:cubicBezTo>
                <a:close/>
                <a:moveTo>
                  <a:pt x="909637" y="4200525"/>
                </a:moveTo>
                <a:cubicBezTo>
                  <a:pt x="901664" y="4187624"/>
                  <a:pt x="912422" y="4171950"/>
                  <a:pt x="929249" y="4171950"/>
                </a:cubicBezTo>
                <a:cubicBezTo>
                  <a:pt x="936798" y="4171950"/>
                  <a:pt x="942975" y="4180522"/>
                  <a:pt x="942975" y="4191000"/>
                </a:cubicBezTo>
                <a:cubicBezTo>
                  <a:pt x="942975" y="4210719"/>
                  <a:pt x="919995" y="4217285"/>
                  <a:pt x="909637" y="4200525"/>
                </a:cubicBezTo>
                <a:close/>
                <a:moveTo>
                  <a:pt x="2405680" y="4191682"/>
                </a:moveTo>
                <a:cubicBezTo>
                  <a:pt x="2376034" y="4158924"/>
                  <a:pt x="2409125" y="4113689"/>
                  <a:pt x="2450983" y="4129751"/>
                </a:cubicBezTo>
                <a:cubicBezTo>
                  <a:pt x="2486063" y="4143212"/>
                  <a:pt x="2471625" y="4210050"/>
                  <a:pt x="2433637" y="4210050"/>
                </a:cubicBezTo>
                <a:cubicBezTo>
                  <a:pt x="2427403" y="4210050"/>
                  <a:pt x="2414822" y="4201784"/>
                  <a:pt x="2405680" y="4191682"/>
                </a:cubicBezTo>
                <a:close/>
                <a:moveTo>
                  <a:pt x="3347524" y="4190170"/>
                </a:moveTo>
                <a:cubicBezTo>
                  <a:pt x="3344004" y="4184474"/>
                  <a:pt x="3345894" y="4175045"/>
                  <a:pt x="3351724" y="4169215"/>
                </a:cubicBezTo>
                <a:cubicBezTo>
                  <a:pt x="3359508" y="4161431"/>
                  <a:pt x="3362325" y="4164183"/>
                  <a:pt x="3362325" y="4179570"/>
                </a:cubicBezTo>
                <a:cubicBezTo>
                  <a:pt x="3362325" y="4202568"/>
                  <a:pt x="3357377" y="4206111"/>
                  <a:pt x="3347524" y="4190170"/>
                </a:cubicBezTo>
                <a:close/>
                <a:moveTo>
                  <a:pt x="2588026" y="4185051"/>
                </a:moveTo>
                <a:cubicBezTo>
                  <a:pt x="2576547" y="4173572"/>
                  <a:pt x="2580561" y="4146299"/>
                  <a:pt x="2595562" y="4133850"/>
                </a:cubicBezTo>
                <a:cubicBezTo>
                  <a:pt x="2614664" y="4117996"/>
                  <a:pt x="2640483" y="4138494"/>
                  <a:pt x="2636503" y="4166354"/>
                </a:cubicBezTo>
                <a:cubicBezTo>
                  <a:pt x="2633686" y="4186068"/>
                  <a:pt x="2601469" y="4198494"/>
                  <a:pt x="2588026" y="4185051"/>
                </a:cubicBezTo>
                <a:close/>
                <a:moveTo>
                  <a:pt x="2111375" y="4175125"/>
                </a:moveTo>
                <a:cubicBezTo>
                  <a:pt x="2107882" y="4171632"/>
                  <a:pt x="2105025" y="4160916"/>
                  <a:pt x="2105025" y="4151312"/>
                </a:cubicBezTo>
                <a:cubicBezTo>
                  <a:pt x="2105025" y="4131372"/>
                  <a:pt x="2139051" y="4126723"/>
                  <a:pt x="2145690" y="4145756"/>
                </a:cubicBezTo>
                <a:cubicBezTo>
                  <a:pt x="2154824" y="4171940"/>
                  <a:pt x="2129695" y="4193445"/>
                  <a:pt x="2111375" y="4175125"/>
                </a:cubicBezTo>
                <a:close/>
                <a:moveTo>
                  <a:pt x="3070248" y="4166547"/>
                </a:moveTo>
                <a:cubicBezTo>
                  <a:pt x="3062741" y="4146984"/>
                  <a:pt x="3077808" y="4132364"/>
                  <a:pt x="3094711" y="4142810"/>
                </a:cubicBezTo>
                <a:cubicBezTo>
                  <a:pt x="3109106" y="4151706"/>
                  <a:pt x="3102476" y="4181475"/>
                  <a:pt x="3086100" y="4181475"/>
                </a:cubicBezTo>
                <a:cubicBezTo>
                  <a:pt x="3080532" y="4181475"/>
                  <a:pt x="3073399" y="4174757"/>
                  <a:pt x="3070248" y="4166547"/>
                </a:cubicBezTo>
                <a:close/>
                <a:moveTo>
                  <a:pt x="1032082" y="4157501"/>
                </a:moveTo>
                <a:cubicBezTo>
                  <a:pt x="1029101" y="4149732"/>
                  <a:pt x="1029101" y="4137017"/>
                  <a:pt x="1032082" y="4129248"/>
                </a:cubicBezTo>
                <a:cubicBezTo>
                  <a:pt x="1039308" y="4110419"/>
                  <a:pt x="1066800" y="4121606"/>
                  <a:pt x="1066800" y="4143375"/>
                </a:cubicBezTo>
                <a:cubicBezTo>
                  <a:pt x="1066800" y="4165143"/>
                  <a:pt x="1039308" y="4176330"/>
                  <a:pt x="1032082" y="4157501"/>
                </a:cubicBezTo>
                <a:close/>
                <a:moveTo>
                  <a:pt x="1927669" y="4158118"/>
                </a:moveTo>
                <a:cubicBezTo>
                  <a:pt x="1920401" y="4139177"/>
                  <a:pt x="1931168" y="4124325"/>
                  <a:pt x="1952168" y="4124325"/>
                </a:cubicBezTo>
                <a:cubicBezTo>
                  <a:pt x="1970892" y="4124325"/>
                  <a:pt x="1980996" y="4140675"/>
                  <a:pt x="1974240" y="4160043"/>
                </a:cubicBezTo>
                <a:cubicBezTo>
                  <a:pt x="1968511" y="4176469"/>
                  <a:pt x="1934166" y="4175049"/>
                  <a:pt x="1927669" y="4158118"/>
                </a:cubicBezTo>
                <a:close/>
                <a:moveTo>
                  <a:pt x="2244261" y="4147901"/>
                </a:moveTo>
                <a:cubicBezTo>
                  <a:pt x="2224841" y="4128481"/>
                  <a:pt x="2239479" y="4095750"/>
                  <a:pt x="2267584" y="4095750"/>
                </a:cubicBezTo>
                <a:cubicBezTo>
                  <a:pt x="2290328" y="4095750"/>
                  <a:pt x="2302243" y="4121070"/>
                  <a:pt x="2289216" y="4141721"/>
                </a:cubicBezTo>
                <a:cubicBezTo>
                  <a:pt x="2275560" y="4163370"/>
                  <a:pt x="2261644" y="4165283"/>
                  <a:pt x="2244261" y="4147901"/>
                </a:cubicBezTo>
                <a:close/>
                <a:moveTo>
                  <a:pt x="2916268" y="4141756"/>
                </a:moveTo>
                <a:cubicBezTo>
                  <a:pt x="2918364" y="4126960"/>
                  <a:pt x="2925762" y="4119562"/>
                  <a:pt x="2938462" y="4119562"/>
                </a:cubicBezTo>
                <a:cubicBezTo>
                  <a:pt x="2966829" y="4119562"/>
                  <a:pt x="2963995" y="4156744"/>
                  <a:pt x="2935318" y="4160806"/>
                </a:cubicBezTo>
                <a:cubicBezTo>
                  <a:pt x="2916851" y="4163421"/>
                  <a:pt x="2913653" y="4160223"/>
                  <a:pt x="2916268" y="4141756"/>
                </a:cubicBezTo>
                <a:close/>
                <a:moveTo>
                  <a:pt x="663572" y="4139308"/>
                </a:moveTo>
                <a:cubicBezTo>
                  <a:pt x="656309" y="4120381"/>
                  <a:pt x="683240" y="4098905"/>
                  <a:pt x="696993" y="4112658"/>
                </a:cubicBezTo>
                <a:cubicBezTo>
                  <a:pt x="710145" y="4125810"/>
                  <a:pt x="700292" y="4152900"/>
                  <a:pt x="682355" y="4152900"/>
                </a:cubicBezTo>
                <a:cubicBezTo>
                  <a:pt x="674893" y="4152900"/>
                  <a:pt x="666441" y="4146784"/>
                  <a:pt x="663572" y="4139308"/>
                </a:cubicBezTo>
                <a:close/>
                <a:moveTo>
                  <a:pt x="1373505" y="4141470"/>
                </a:moveTo>
                <a:cubicBezTo>
                  <a:pt x="1341174" y="4109139"/>
                  <a:pt x="1379195" y="4055276"/>
                  <a:pt x="1419225" y="4076700"/>
                </a:cubicBezTo>
                <a:cubicBezTo>
                  <a:pt x="1452844" y="4094692"/>
                  <a:pt x="1438293" y="4152900"/>
                  <a:pt x="1400175" y="4152900"/>
                </a:cubicBezTo>
                <a:cubicBezTo>
                  <a:pt x="1391793" y="4152900"/>
                  <a:pt x="1379791" y="4147756"/>
                  <a:pt x="1373505" y="4141470"/>
                </a:cubicBezTo>
                <a:close/>
                <a:moveTo>
                  <a:pt x="2735483" y="4140791"/>
                </a:moveTo>
                <a:cubicBezTo>
                  <a:pt x="2718124" y="4119874"/>
                  <a:pt x="2738594" y="4096596"/>
                  <a:pt x="2757621" y="4115618"/>
                </a:cubicBezTo>
                <a:cubicBezTo>
                  <a:pt x="2770591" y="4128584"/>
                  <a:pt x="2770818" y="4132310"/>
                  <a:pt x="2759229" y="4141929"/>
                </a:cubicBezTo>
                <a:cubicBezTo>
                  <a:pt x="2748807" y="4150579"/>
                  <a:pt x="2743390" y="4150319"/>
                  <a:pt x="2735483" y="4140791"/>
                </a:cubicBezTo>
                <a:close/>
                <a:moveTo>
                  <a:pt x="777144" y="4125711"/>
                </a:moveTo>
                <a:cubicBezTo>
                  <a:pt x="767686" y="4110408"/>
                  <a:pt x="782409" y="4085089"/>
                  <a:pt x="798917" y="4088269"/>
                </a:cubicBezTo>
                <a:cubicBezTo>
                  <a:pt x="819211" y="4092177"/>
                  <a:pt x="818957" y="4127946"/>
                  <a:pt x="798606" y="4131865"/>
                </a:cubicBezTo>
                <a:cubicBezTo>
                  <a:pt x="789927" y="4133537"/>
                  <a:pt x="780269" y="4130767"/>
                  <a:pt x="777144" y="4125711"/>
                </a:cubicBezTo>
                <a:close/>
                <a:moveTo>
                  <a:pt x="1129023" y="4124827"/>
                </a:moveTo>
                <a:cubicBezTo>
                  <a:pt x="1120648" y="4111277"/>
                  <a:pt x="1131328" y="4095750"/>
                  <a:pt x="1149023" y="4095750"/>
                </a:cubicBezTo>
                <a:cubicBezTo>
                  <a:pt x="1157368" y="4095750"/>
                  <a:pt x="1162148" y="4102441"/>
                  <a:pt x="1160367" y="4111629"/>
                </a:cubicBezTo>
                <a:cubicBezTo>
                  <a:pt x="1156656" y="4130760"/>
                  <a:pt x="1137638" y="4138768"/>
                  <a:pt x="1129023" y="4124827"/>
                </a:cubicBezTo>
                <a:close/>
                <a:moveTo>
                  <a:pt x="1247703" y="4119476"/>
                </a:moveTo>
                <a:cubicBezTo>
                  <a:pt x="1238710" y="4108640"/>
                  <a:pt x="1238135" y="4101579"/>
                  <a:pt x="1245633" y="4094081"/>
                </a:cubicBezTo>
                <a:cubicBezTo>
                  <a:pt x="1260083" y="4079631"/>
                  <a:pt x="1287943" y="4092288"/>
                  <a:pt x="1284197" y="4111600"/>
                </a:cubicBezTo>
                <a:cubicBezTo>
                  <a:pt x="1279920" y="4133655"/>
                  <a:pt x="1262577" y="4137398"/>
                  <a:pt x="1247703" y="4119476"/>
                </a:cubicBezTo>
                <a:close/>
                <a:moveTo>
                  <a:pt x="1699364" y="4120786"/>
                </a:moveTo>
                <a:cubicBezTo>
                  <a:pt x="1688775" y="4093192"/>
                  <a:pt x="1699562" y="4071937"/>
                  <a:pt x="1724155" y="4071937"/>
                </a:cubicBezTo>
                <a:cubicBezTo>
                  <a:pt x="1744118" y="4071937"/>
                  <a:pt x="1747837" y="4076424"/>
                  <a:pt x="1747837" y="4100512"/>
                </a:cubicBezTo>
                <a:cubicBezTo>
                  <a:pt x="1747837" y="4132467"/>
                  <a:pt x="1709930" y="4148322"/>
                  <a:pt x="1699364" y="4120786"/>
                </a:cubicBezTo>
                <a:close/>
                <a:moveTo>
                  <a:pt x="3262312" y="4105275"/>
                </a:moveTo>
                <a:cubicBezTo>
                  <a:pt x="3254339" y="4092374"/>
                  <a:pt x="3265097" y="4076700"/>
                  <a:pt x="3281924" y="4076700"/>
                </a:cubicBezTo>
                <a:cubicBezTo>
                  <a:pt x="3289473" y="4076700"/>
                  <a:pt x="3295650" y="4085272"/>
                  <a:pt x="3295650" y="4095750"/>
                </a:cubicBezTo>
                <a:cubicBezTo>
                  <a:pt x="3295650" y="4115469"/>
                  <a:pt x="3272670" y="4122035"/>
                  <a:pt x="3262312" y="4105275"/>
                </a:cubicBezTo>
                <a:close/>
                <a:moveTo>
                  <a:pt x="1546248" y="4090347"/>
                </a:moveTo>
                <a:cubicBezTo>
                  <a:pt x="1543098" y="4082136"/>
                  <a:pt x="1545406" y="4070533"/>
                  <a:pt x="1551378" y="4064561"/>
                </a:cubicBezTo>
                <a:cubicBezTo>
                  <a:pt x="1564784" y="4051155"/>
                  <a:pt x="1596543" y="4078549"/>
                  <a:pt x="1586477" y="4094835"/>
                </a:cubicBezTo>
                <a:cubicBezTo>
                  <a:pt x="1576970" y="4110218"/>
                  <a:pt x="1552840" y="4107526"/>
                  <a:pt x="1546248" y="4090347"/>
                </a:cubicBezTo>
                <a:close/>
                <a:moveTo>
                  <a:pt x="940593" y="4085462"/>
                </a:moveTo>
                <a:cubicBezTo>
                  <a:pt x="905534" y="4065041"/>
                  <a:pt x="932040" y="4011772"/>
                  <a:pt x="971092" y="4024167"/>
                </a:cubicBezTo>
                <a:cubicBezTo>
                  <a:pt x="992908" y="4031091"/>
                  <a:pt x="997583" y="4065906"/>
                  <a:pt x="979170" y="4084320"/>
                </a:cubicBezTo>
                <a:cubicBezTo>
                  <a:pt x="965521" y="4097968"/>
                  <a:pt x="962232" y="4098065"/>
                  <a:pt x="940593" y="4085462"/>
                </a:cubicBezTo>
                <a:close/>
                <a:moveTo>
                  <a:pt x="3119100" y="4066112"/>
                </a:moveTo>
                <a:cubicBezTo>
                  <a:pt x="3109735" y="4036605"/>
                  <a:pt x="3134685" y="4014296"/>
                  <a:pt x="3161188" y="4028480"/>
                </a:cubicBezTo>
                <a:cubicBezTo>
                  <a:pt x="3183778" y="4040569"/>
                  <a:pt x="3187008" y="4057706"/>
                  <a:pt x="3169920" y="4074795"/>
                </a:cubicBezTo>
                <a:cubicBezTo>
                  <a:pt x="3152050" y="4092664"/>
                  <a:pt x="3126121" y="4088235"/>
                  <a:pt x="3119100" y="4066112"/>
                </a:cubicBezTo>
                <a:close/>
                <a:moveTo>
                  <a:pt x="593994" y="4062412"/>
                </a:moveTo>
                <a:cubicBezTo>
                  <a:pt x="586186" y="4042064"/>
                  <a:pt x="596885" y="4019550"/>
                  <a:pt x="614362" y="4019550"/>
                </a:cubicBezTo>
                <a:cubicBezTo>
                  <a:pt x="634557" y="4019550"/>
                  <a:pt x="642998" y="4045123"/>
                  <a:pt x="628549" y="4062533"/>
                </a:cubicBezTo>
                <a:cubicBezTo>
                  <a:pt x="613548" y="4080608"/>
                  <a:pt x="600960" y="4080564"/>
                  <a:pt x="593994" y="4062412"/>
                </a:cubicBezTo>
                <a:close/>
                <a:moveTo>
                  <a:pt x="2508823" y="4063204"/>
                </a:moveTo>
                <a:cubicBezTo>
                  <a:pt x="2502319" y="4046254"/>
                  <a:pt x="2510088" y="4019473"/>
                  <a:pt x="2521444" y="4019695"/>
                </a:cubicBezTo>
                <a:cubicBezTo>
                  <a:pt x="2543346" y="4020125"/>
                  <a:pt x="2557102" y="4038635"/>
                  <a:pt x="2547257" y="4054430"/>
                </a:cubicBezTo>
                <a:cubicBezTo>
                  <a:pt x="2533078" y="4077177"/>
                  <a:pt x="2515707" y="4081142"/>
                  <a:pt x="2508823" y="4063204"/>
                </a:cubicBezTo>
                <a:close/>
                <a:moveTo>
                  <a:pt x="2810254" y="4062869"/>
                </a:moveTo>
                <a:cubicBezTo>
                  <a:pt x="2796639" y="4046464"/>
                  <a:pt x="2804851" y="4013990"/>
                  <a:pt x="2824525" y="4006441"/>
                </a:cubicBezTo>
                <a:cubicBezTo>
                  <a:pt x="2855827" y="3994429"/>
                  <a:pt x="2882392" y="4024235"/>
                  <a:pt x="2871361" y="4058991"/>
                </a:cubicBezTo>
                <a:cubicBezTo>
                  <a:pt x="2864602" y="4080288"/>
                  <a:pt x="2826706" y="4082693"/>
                  <a:pt x="2810254" y="4062869"/>
                </a:cubicBezTo>
                <a:close/>
                <a:moveTo>
                  <a:pt x="1848276" y="4048921"/>
                </a:moveTo>
                <a:cubicBezTo>
                  <a:pt x="1839835" y="4033150"/>
                  <a:pt x="1841698" y="4025701"/>
                  <a:pt x="1858215" y="4009184"/>
                </a:cubicBezTo>
                <a:lnTo>
                  <a:pt x="1878541" y="3988858"/>
                </a:lnTo>
                <a:lnTo>
                  <a:pt x="1898782" y="4009099"/>
                </a:lnTo>
                <a:cubicBezTo>
                  <a:pt x="1914758" y="4025074"/>
                  <a:pt x="1916838" y="4032824"/>
                  <a:pt x="1908657" y="4045876"/>
                </a:cubicBezTo>
                <a:cubicBezTo>
                  <a:pt x="1893373" y="4070259"/>
                  <a:pt x="1860580" y="4071912"/>
                  <a:pt x="1848276" y="4048921"/>
                </a:cubicBezTo>
                <a:close/>
                <a:moveTo>
                  <a:pt x="2022461" y="4052148"/>
                </a:moveTo>
                <a:cubicBezTo>
                  <a:pt x="2019289" y="4043884"/>
                  <a:pt x="2023710" y="4030107"/>
                  <a:pt x="2032285" y="4021532"/>
                </a:cubicBezTo>
                <a:cubicBezTo>
                  <a:pt x="2051778" y="4002039"/>
                  <a:pt x="2081227" y="4024593"/>
                  <a:pt x="2071018" y="4051196"/>
                </a:cubicBezTo>
                <a:cubicBezTo>
                  <a:pt x="2063263" y="4071405"/>
                  <a:pt x="2030100" y="4072056"/>
                  <a:pt x="2022461" y="4052148"/>
                </a:cubicBezTo>
                <a:close/>
                <a:moveTo>
                  <a:pt x="2327568" y="4052951"/>
                </a:moveTo>
                <a:cubicBezTo>
                  <a:pt x="2324269" y="4044353"/>
                  <a:pt x="2326137" y="4032752"/>
                  <a:pt x="2331720" y="4027170"/>
                </a:cubicBezTo>
                <a:cubicBezTo>
                  <a:pt x="2346232" y="4012657"/>
                  <a:pt x="2373729" y="4025921"/>
                  <a:pt x="2369938" y="4045605"/>
                </a:cubicBezTo>
                <a:cubicBezTo>
                  <a:pt x="2365715" y="4067530"/>
                  <a:pt x="2335194" y="4072822"/>
                  <a:pt x="2327568" y="4052951"/>
                </a:cubicBezTo>
                <a:close/>
                <a:moveTo>
                  <a:pt x="2990950" y="4043483"/>
                </a:moveTo>
                <a:cubicBezTo>
                  <a:pt x="2975123" y="4024413"/>
                  <a:pt x="2985666" y="4000500"/>
                  <a:pt x="3009900" y="4000500"/>
                </a:cubicBezTo>
                <a:cubicBezTo>
                  <a:pt x="3020706" y="4000500"/>
                  <a:pt x="3032036" y="4006983"/>
                  <a:pt x="3035077" y="4014908"/>
                </a:cubicBezTo>
                <a:cubicBezTo>
                  <a:pt x="3040550" y="4029171"/>
                  <a:pt x="3023775" y="4057650"/>
                  <a:pt x="3009900" y="4057650"/>
                </a:cubicBezTo>
                <a:cubicBezTo>
                  <a:pt x="3005944" y="4057650"/>
                  <a:pt x="2997416" y="4051275"/>
                  <a:pt x="2990950" y="4043483"/>
                </a:cubicBezTo>
                <a:close/>
                <a:moveTo>
                  <a:pt x="2157225" y="4038297"/>
                </a:moveTo>
                <a:cubicBezTo>
                  <a:pt x="2153526" y="4032312"/>
                  <a:pt x="2154981" y="4022933"/>
                  <a:pt x="2160459" y="4017455"/>
                </a:cubicBezTo>
                <a:cubicBezTo>
                  <a:pt x="2173260" y="4004654"/>
                  <a:pt x="2203104" y="4015820"/>
                  <a:pt x="2197896" y="4031461"/>
                </a:cubicBezTo>
                <a:cubicBezTo>
                  <a:pt x="2192594" y="4047384"/>
                  <a:pt x="2165641" y="4051914"/>
                  <a:pt x="2157225" y="4038297"/>
                </a:cubicBezTo>
                <a:close/>
                <a:moveTo>
                  <a:pt x="835024" y="4032250"/>
                </a:moveTo>
                <a:cubicBezTo>
                  <a:pt x="825024" y="4022249"/>
                  <a:pt x="827611" y="3992756"/>
                  <a:pt x="839114" y="3985647"/>
                </a:cubicBezTo>
                <a:cubicBezTo>
                  <a:pt x="857697" y="3974162"/>
                  <a:pt x="881504" y="4006564"/>
                  <a:pt x="867171" y="4023834"/>
                </a:cubicBezTo>
                <a:cubicBezTo>
                  <a:pt x="853892" y="4039834"/>
                  <a:pt x="844950" y="4042175"/>
                  <a:pt x="835024" y="4032250"/>
                </a:cubicBezTo>
                <a:close/>
                <a:moveTo>
                  <a:pt x="2653392" y="4023632"/>
                </a:moveTo>
                <a:cubicBezTo>
                  <a:pt x="2645160" y="4015399"/>
                  <a:pt x="2638425" y="4004990"/>
                  <a:pt x="2638425" y="4000500"/>
                </a:cubicBezTo>
                <a:cubicBezTo>
                  <a:pt x="2638425" y="3992668"/>
                  <a:pt x="2664831" y="3962400"/>
                  <a:pt x="2671663" y="3962400"/>
                </a:cubicBezTo>
                <a:cubicBezTo>
                  <a:pt x="2690981" y="3962400"/>
                  <a:pt x="2705100" y="3978488"/>
                  <a:pt x="2705100" y="4000500"/>
                </a:cubicBezTo>
                <a:cubicBezTo>
                  <a:pt x="2705100" y="4015911"/>
                  <a:pt x="2698783" y="4029460"/>
                  <a:pt x="2690033" y="4032818"/>
                </a:cubicBezTo>
                <a:cubicBezTo>
                  <a:pt x="2669867" y="4040556"/>
                  <a:pt x="2670468" y="4040707"/>
                  <a:pt x="2653392" y="4023632"/>
                </a:cubicBezTo>
                <a:close/>
                <a:moveTo>
                  <a:pt x="1147601" y="4009516"/>
                </a:moveTo>
                <a:cubicBezTo>
                  <a:pt x="1138509" y="3980870"/>
                  <a:pt x="1165351" y="3953809"/>
                  <a:pt x="1188422" y="3968362"/>
                </a:cubicBezTo>
                <a:cubicBezTo>
                  <a:pt x="1197491" y="3974082"/>
                  <a:pt x="1204912" y="3989012"/>
                  <a:pt x="1204912" y="4001538"/>
                </a:cubicBezTo>
                <a:cubicBezTo>
                  <a:pt x="1204912" y="4033451"/>
                  <a:pt x="1157301" y="4040079"/>
                  <a:pt x="1147601" y="4009516"/>
                </a:cubicBezTo>
                <a:close/>
                <a:moveTo>
                  <a:pt x="1311473" y="4022923"/>
                </a:moveTo>
                <a:cubicBezTo>
                  <a:pt x="1296800" y="4008250"/>
                  <a:pt x="1305306" y="3981450"/>
                  <a:pt x="1324637" y="3981450"/>
                </a:cubicBezTo>
                <a:cubicBezTo>
                  <a:pt x="1339453" y="3981450"/>
                  <a:pt x="1343593" y="3986587"/>
                  <a:pt x="1341306" y="4002135"/>
                </a:cubicBezTo>
                <a:cubicBezTo>
                  <a:pt x="1338145" y="4023616"/>
                  <a:pt x="1322835" y="4034285"/>
                  <a:pt x="1311473" y="4022923"/>
                </a:cubicBezTo>
                <a:close/>
                <a:moveTo>
                  <a:pt x="1454479" y="4013529"/>
                </a:moveTo>
                <a:cubicBezTo>
                  <a:pt x="1438149" y="3997199"/>
                  <a:pt x="1447978" y="3970625"/>
                  <a:pt x="1469231" y="3973643"/>
                </a:cubicBezTo>
                <a:cubicBezTo>
                  <a:pt x="1483241" y="3975633"/>
                  <a:pt x="1490662" y="3983238"/>
                  <a:pt x="1490662" y="3995607"/>
                </a:cubicBezTo>
                <a:cubicBezTo>
                  <a:pt x="1490662" y="4014500"/>
                  <a:pt x="1467114" y="4026164"/>
                  <a:pt x="1454479" y="4013529"/>
                </a:cubicBezTo>
                <a:close/>
                <a:moveTo>
                  <a:pt x="701003" y="3997585"/>
                </a:moveTo>
                <a:cubicBezTo>
                  <a:pt x="672621" y="3976832"/>
                  <a:pt x="684377" y="3938587"/>
                  <a:pt x="719137" y="3938587"/>
                </a:cubicBezTo>
                <a:cubicBezTo>
                  <a:pt x="751005" y="3938587"/>
                  <a:pt x="763925" y="3970463"/>
                  <a:pt x="742514" y="3996261"/>
                </a:cubicBezTo>
                <a:cubicBezTo>
                  <a:pt x="728454" y="4013203"/>
                  <a:pt x="722617" y="4013389"/>
                  <a:pt x="701003" y="3997585"/>
                </a:cubicBezTo>
                <a:close/>
                <a:moveTo>
                  <a:pt x="1068625" y="3999785"/>
                </a:moveTo>
                <a:cubicBezTo>
                  <a:pt x="1070502" y="3994153"/>
                  <a:pt x="1076110" y="3989546"/>
                  <a:pt x="1081087" y="3989546"/>
                </a:cubicBezTo>
                <a:cubicBezTo>
                  <a:pt x="1086064" y="3989546"/>
                  <a:pt x="1091672" y="3994153"/>
                  <a:pt x="1093549" y="3999785"/>
                </a:cubicBezTo>
                <a:cubicBezTo>
                  <a:pt x="1095426" y="4005417"/>
                  <a:pt x="1089818" y="4010025"/>
                  <a:pt x="1081087" y="4010025"/>
                </a:cubicBezTo>
                <a:cubicBezTo>
                  <a:pt x="1072356" y="4010025"/>
                  <a:pt x="1066748" y="4005417"/>
                  <a:pt x="1068625" y="3999785"/>
                </a:cubicBezTo>
                <a:close/>
                <a:moveTo>
                  <a:pt x="1679598" y="3985572"/>
                </a:moveTo>
                <a:cubicBezTo>
                  <a:pt x="1676448" y="3977361"/>
                  <a:pt x="1678544" y="3965970"/>
                  <a:pt x="1684256" y="3960258"/>
                </a:cubicBezTo>
                <a:cubicBezTo>
                  <a:pt x="1698009" y="3946505"/>
                  <a:pt x="1724940" y="3967981"/>
                  <a:pt x="1717677" y="3986908"/>
                </a:cubicBezTo>
                <a:cubicBezTo>
                  <a:pt x="1710709" y="4005066"/>
                  <a:pt x="1686756" y="4004225"/>
                  <a:pt x="1679598" y="3985572"/>
                </a:cubicBezTo>
                <a:close/>
                <a:moveTo>
                  <a:pt x="2411799" y="3988591"/>
                </a:moveTo>
                <a:cubicBezTo>
                  <a:pt x="2397679" y="3971578"/>
                  <a:pt x="2413105" y="3948440"/>
                  <a:pt x="2433380" y="3956220"/>
                </a:cubicBezTo>
                <a:cubicBezTo>
                  <a:pt x="2450489" y="3962786"/>
                  <a:pt x="2450002" y="3991881"/>
                  <a:pt x="2432685" y="3997646"/>
                </a:cubicBezTo>
                <a:cubicBezTo>
                  <a:pt x="2426923" y="3999564"/>
                  <a:pt x="2417524" y="3995490"/>
                  <a:pt x="2411799" y="3988591"/>
                </a:cubicBezTo>
                <a:close/>
                <a:moveTo>
                  <a:pt x="3248025" y="3971925"/>
                </a:moveTo>
                <a:cubicBezTo>
                  <a:pt x="3248025" y="3959225"/>
                  <a:pt x="3254375" y="3952875"/>
                  <a:pt x="3267075" y="3952875"/>
                </a:cubicBezTo>
                <a:cubicBezTo>
                  <a:pt x="3279775" y="3952875"/>
                  <a:pt x="3286125" y="3959225"/>
                  <a:pt x="3286125" y="3971925"/>
                </a:cubicBezTo>
                <a:cubicBezTo>
                  <a:pt x="3286125" y="3984625"/>
                  <a:pt x="3279775" y="3990975"/>
                  <a:pt x="3267075" y="3990975"/>
                </a:cubicBezTo>
                <a:cubicBezTo>
                  <a:pt x="3254375" y="3990975"/>
                  <a:pt x="3248025" y="3984625"/>
                  <a:pt x="3248025" y="3971925"/>
                </a:cubicBezTo>
                <a:close/>
                <a:moveTo>
                  <a:pt x="2234438" y="3953787"/>
                </a:moveTo>
                <a:cubicBezTo>
                  <a:pt x="2217961" y="3935580"/>
                  <a:pt x="2229204" y="3895725"/>
                  <a:pt x="2250817" y="3895725"/>
                </a:cubicBezTo>
                <a:cubicBezTo>
                  <a:pt x="2289681" y="3895725"/>
                  <a:pt x="2305696" y="3931192"/>
                  <a:pt x="2278106" y="3956161"/>
                </a:cubicBezTo>
                <a:cubicBezTo>
                  <a:pt x="2256228" y="3975960"/>
                  <a:pt x="2254415" y="3975862"/>
                  <a:pt x="2234438" y="3953787"/>
                </a:cubicBezTo>
                <a:close/>
                <a:moveTo>
                  <a:pt x="1568359" y="3950124"/>
                </a:moveTo>
                <a:cubicBezTo>
                  <a:pt x="1530721" y="3921967"/>
                  <a:pt x="1558610" y="3857896"/>
                  <a:pt x="1597818" y="3882446"/>
                </a:cubicBezTo>
                <a:cubicBezTo>
                  <a:pt x="1622052" y="3897620"/>
                  <a:pt x="1624645" y="3939792"/>
                  <a:pt x="1602086" y="3951865"/>
                </a:cubicBezTo>
                <a:cubicBezTo>
                  <a:pt x="1589059" y="3958836"/>
                  <a:pt x="1579334" y="3958335"/>
                  <a:pt x="1568359" y="3950124"/>
                </a:cubicBezTo>
                <a:close/>
                <a:moveTo>
                  <a:pt x="1955823" y="3947472"/>
                </a:moveTo>
                <a:cubicBezTo>
                  <a:pt x="1947885" y="3926784"/>
                  <a:pt x="1968039" y="3907329"/>
                  <a:pt x="1982464" y="3921754"/>
                </a:cubicBezTo>
                <a:cubicBezTo>
                  <a:pt x="1994657" y="3933947"/>
                  <a:pt x="1987103" y="3962400"/>
                  <a:pt x="1971675" y="3962400"/>
                </a:cubicBezTo>
                <a:cubicBezTo>
                  <a:pt x="1966107" y="3962400"/>
                  <a:pt x="1958974" y="3955682"/>
                  <a:pt x="1955823" y="3947472"/>
                </a:cubicBezTo>
                <a:close/>
                <a:moveTo>
                  <a:pt x="2918364" y="3948816"/>
                </a:moveTo>
                <a:cubicBezTo>
                  <a:pt x="2909698" y="3926233"/>
                  <a:pt x="2921960" y="3903426"/>
                  <a:pt x="2940814" y="3907057"/>
                </a:cubicBezTo>
                <a:cubicBezTo>
                  <a:pt x="2951359" y="3909088"/>
                  <a:pt x="2957512" y="3918952"/>
                  <a:pt x="2957512" y="3933825"/>
                </a:cubicBezTo>
                <a:cubicBezTo>
                  <a:pt x="2957512" y="3960977"/>
                  <a:pt x="2927448" y="3972489"/>
                  <a:pt x="2918364" y="3948816"/>
                </a:cubicBezTo>
                <a:close/>
                <a:moveTo>
                  <a:pt x="1005548" y="3928363"/>
                </a:moveTo>
                <a:cubicBezTo>
                  <a:pt x="986936" y="3909750"/>
                  <a:pt x="986494" y="3891939"/>
                  <a:pt x="1004278" y="3877180"/>
                </a:cubicBezTo>
                <a:cubicBezTo>
                  <a:pt x="1022664" y="3861921"/>
                  <a:pt x="1057275" y="3880253"/>
                  <a:pt x="1057275" y="3905250"/>
                </a:cubicBezTo>
                <a:cubicBezTo>
                  <a:pt x="1057275" y="3932495"/>
                  <a:pt x="1024380" y="3947194"/>
                  <a:pt x="1005548" y="3928363"/>
                </a:cubicBezTo>
                <a:close/>
                <a:moveTo>
                  <a:pt x="1803656" y="3919502"/>
                </a:moveTo>
                <a:cubicBezTo>
                  <a:pt x="1795555" y="3898393"/>
                  <a:pt x="1824617" y="3868682"/>
                  <a:pt x="1839150" y="3883215"/>
                </a:cubicBezTo>
                <a:cubicBezTo>
                  <a:pt x="1853972" y="3898037"/>
                  <a:pt x="1846012" y="3928238"/>
                  <a:pt x="1826280" y="3932038"/>
                </a:cubicBezTo>
                <a:cubicBezTo>
                  <a:pt x="1817157" y="3933795"/>
                  <a:pt x="1806976" y="3928154"/>
                  <a:pt x="1803656" y="3919502"/>
                </a:cubicBezTo>
                <a:close/>
                <a:moveTo>
                  <a:pt x="2787567" y="3927392"/>
                </a:moveTo>
                <a:cubicBezTo>
                  <a:pt x="2784120" y="3923945"/>
                  <a:pt x="2781300" y="3915410"/>
                  <a:pt x="2781300" y="3908425"/>
                </a:cubicBezTo>
                <a:cubicBezTo>
                  <a:pt x="2781300" y="3894235"/>
                  <a:pt x="2805854" y="3891038"/>
                  <a:pt x="2813970" y="3904170"/>
                </a:cubicBezTo>
                <a:cubicBezTo>
                  <a:pt x="2820452" y="3914659"/>
                  <a:pt x="2796181" y="3936006"/>
                  <a:pt x="2787567" y="3927392"/>
                </a:cubicBezTo>
                <a:close/>
                <a:moveTo>
                  <a:pt x="1235075" y="3917950"/>
                </a:moveTo>
                <a:cubicBezTo>
                  <a:pt x="1225074" y="3907949"/>
                  <a:pt x="1227661" y="3878456"/>
                  <a:pt x="1239164" y="3871347"/>
                </a:cubicBezTo>
                <a:cubicBezTo>
                  <a:pt x="1257747" y="3859862"/>
                  <a:pt x="1281554" y="3892264"/>
                  <a:pt x="1267221" y="3909534"/>
                </a:cubicBezTo>
                <a:cubicBezTo>
                  <a:pt x="1253942" y="3925534"/>
                  <a:pt x="1245000" y="3927875"/>
                  <a:pt x="1235075" y="3917950"/>
                </a:cubicBezTo>
                <a:close/>
                <a:moveTo>
                  <a:pt x="2578097" y="3910708"/>
                </a:moveTo>
                <a:cubicBezTo>
                  <a:pt x="2570001" y="3889610"/>
                  <a:pt x="2595187" y="3873295"/>
                  <a:pt x="2609406" y="3890427"/>
                </a:cubicBezTo>
                <a:cubicBezTo>
                  <a:pt x="2615791" y="3898121"/>
                  <a:pt x="2618249" y="3908889"/>
                  <a:pt x="2614870" y="3914357"/>
                </a:cubicBezTo>
                <a:cubicBezTo>
                  <a:pt x="2605987" y="3928729"/>
                  <a:pt x="2584182" y="3926566"/>
                  <a:pt x="2578097" y="3910708"/>
                </a:cubicBezTo>
                <a:close/>
                <a:moveTo>
                  <a:pt x="3101974" y="3917950"/>
                </a:moveTo>
                <a:cubicBezTo>
                  <a:pt x="3089476" y="3905451"/>
                  <a:pt x="3095889" y="3858423"/>
                  <a:pt x="3111265" y="3849818"/>
                </a:cubicBezTo>
                <a:cubicBezTo>
                  <a:pt x="3148845" y="3828787"/>
                  <a:pt x="3189627" y="3877084"/>
                  <a:pt x="3162197" y="3910136"/>
                </a:cubicBezTo>
                <a:cubicBezTo>
                  <a:pt x="3150185" y="3924609"/>
                  <a:pt x="3113406" y="3929381"/>
                  <a:pt x="3101974" y="3917950"/>
                </a:cubicBezTo>
                <a:close/>
                <a:moveTo>
                  <a:pt x="844549" y="3908425"/>
                </a:moveTo>
                <a:cubicBezTo>
                  <a:pt x="834549" y="3898424"/>
                  <a:pt x="837136" y="3868931"/>
                  <a:pt x="848639" y="3861822"/>
                </a:cubicBezTo>
                <a:cubicBezTo>
                  <a:pt x="863459" y="3852662"/>
                  <a:pt x="889565" y="3881762"/>
                  <a:pt x="882663" y="3899748"/>
                </a:cubicBezTo>
                <a:cubicBezTo>
                  <a:pt x="876772" y="3915100"/>
                  <a:pt x="855962" y="3919837"/>
                  <a:pt x="844549" y="3908425"/>
                </a:cubicBezTo>
                <a:close/>
                <a:moveTo>
                  <a:pt x="1378351" y="3899301"/>
                </a:moveTo>
                <a:cubicBezTo>
                  <a:pt x="1365737" y="3886687"/>
                  <a:pt x="1371531" y="3850164"/>
                  <a:pt x="1387094" y="3844192"/>
                </a:cubicBezTo>
                <a:cubicBezTo>
                  <a:pt x="1408204" y="3836091"/>
                  <a:pt x="1430295" y="3856336"/>
                  <a:pt x="1426828" y="3880604"/>
                </a:cubicBezTo>
                <a:cubicBezTo>
                  <a:pt x="1424011" y="3900318"/>
                  <a:pt x="1391794" y="3912744"/>
                  <a:pt x="1378351" y="3899301"/>
                </a:cubicBezTo>
                <a:close/>
                <a:moveTo>
                  <a:pt x="2066643" y="3890623"/>
                </a:moveTo>
                <a:cubicBezTo>
                  <a:pt x="2049337" y="3869770"/>
                  <a:pt x="2066048" y="3843337"/>
                  <a:pt x="2096538" y="3843337"/>
                </a:cubicBezTo>
                <a:cubicBezTo>
                  <a:pt x="2115492" y="3843337"/>
                  <a:pt x="2119312" y="3848129"/>
                  <a:pt x="2119312" y="3871912"/>
                </a:cubicBezTo>
                <a:cubicBezTo>
                  <a:pt x="2119312" y="3905365"/>
                  <a:pt x="2088085" y="3916459"/>
                  <a:pt x="2066643" y="3890623"/>
                </a:cubicBezTo>
                <a:close/>
                <a:moveTo>
                  <a:pt x="2429761" y="3872981"/>
                </a:moveTo>
                <a:cubicBezTo>
                  <a:pt x="2420991" y="3862413"/>
                  <a:pt x="2420685" y="3853877"/>
                  <a:pt x="2428549" y="3839183"/>
                </a:cubicBezTo>
                <a:cubicBezTo>
                  <a:pt x="2446758" y="3805158"/>
                  <a:pt x="2489918" y="3820220"/>
                  <a:pt x="2484477" y="3858702"/>
                </a:cubicBezTo>
                <a:cubicBezTo>
                  <a:pt x="2480677" y="3885574"/>
                  <a:pt x="2447417" y="3894254"/>
                  <a:pt x="2429761" y="3872981"/>
                </a:cubicBezTo>
                <a:close/>
                <a:moveTo>
                  <a:pt x="2844799" y="3860800"/>
                </a:moveTo>
                <a:cubicBezTo>
                  <a:pt x="2830844" y="3846844"/>
                  <a:pt x="2838878" y="3819525"/>
                  <a:pt x="2856937" y="3819525"/>
                </a:cubicBezTo>
                <a:cubicBezTo>
                  <a:pt x="2881251" y="3819525"/>
                  <a:pt x="2890609" y="3835921"/>
                  <a:pt x="2876203" y="3853279"/>
                </a:cubicBezTo>
                <a:cubicBezTo>
                  <a:pt x="2863629" y="3868431"/>
                  <a:pt x="2854594" y="3870594"/>
                  <a:pt x="2844799" y="3860800"/>
                </a:cubicBezTo>
                <a:close/>
                <a:moveTo>
                  <a:pt x="673099" y="3851275"/>
                </a:moveTo>
                <a:cubicBezTo>
                  <a:pt x="659356" y="3837531"/>
                  <a:pt x="667147" y="3810000"/>
                  <a:pt x="684780" y="3810000"/>
                </a:cubicBezTo>
                <a:cubicBezTo>
                  <a:pt x="706559" y="3810000"/>
                  <a:pt x="716999" y="3832140"/>
                  <a:pt x="702200" y="3846939"/>
                </a:cubicBezTo>
                <a:cubicBezTo>
                  <a:pt x="689970" y="3859169"/>
                  <a:pt x="682158" y="3860333"/>
                  <a:pt x="673099" y="3851275"/>
                </a:cubicBezTo>
                <a:close/>
                <a:moveTo>
                  <a:pt x="1117893" y="3843401"/>
                </a:moveTo>
                <a:cubicBezTo>
                  <a:pt x="1114594" y="3834803"/>
                  <a:pt x="1116462" y="3823202"/>
                  <a:pt x="1122045" y="3817620"/>
                </a:cubicBezTo>
                <a:cubicBezTo>
                  <a:pt x="1136557" y="3803107"/>
                  <a:pt x="1164054" y="3816371"/>
                  <a:pt x="1160263" y="3836055"/>
                </a:cubicBezTo>
                <a:cubicBezTo>
                  <a:pt x="1156040" y="3857980"/>
                  <a:pt x="1125519" y="3863272"/>
                  <a:pt x="1117893" y="3843401"/>
                </a:cubicBezTo>
                <a:close/>
                <a:moveTo>
                  <a:pt x="1717944" y="3843337"/>
                </a:moveTo>
                <a:cubicBezTo>
                  <a:pt x="1709585" y="3821553"/>
                  <a:pt x="1721295" y="3800475"/>
                  <a:pt x="1741756" y="3800475"/>
                </a:cubicBezTo>
                <a:cubicBezTo>
                  <a:pt x="1764285" y="3800475"/>
                  <a:pt x="1775852" y="3826796"/>
                  <a:pt x="1761123" y="3844544"/>
                </a:cubicBezTo>
                <a:cubicBezTo>
                  <a:pt x="1746792" y="3861811"/>
                  <a:pt x="1724797" y="3861197"/>
                  <a:pt x="1717944" y="3843337"/>
                </a:cubicBezTo>
                <a:close/>
                <a:moveTo>
                  <a:pt x="2679969" y="3843337"/>
                </a:moveTo>
                <a:cubicBezTo>
                  <a:pt x="2672396" y="3823602"/>
                  <a:pt x="2682675" y="3800475"/>
                  <a:pt x="2699019" y="3800475"/>
                </a:cubicBezTo>
                <a:cubicBezTo>
                  <a:pt x="2715363" y="3800475"/>
                  <a:pt x="2725642" y="3823602"/>
                  <a:pt x="2718069" y="3843337"/>
                </a:cubicBezTo>
                <a:cubicBezTo>
                  <a:pt x="2715054" y="3851195"/>
                  <a:pt x="2706481" y="3857625"/>
                  <a:pt x="2699019" y="3857625"/>
                </a:cubicBezTo>
                <a:cubicBezTo>
                  <a:pt x="2691557" y="3857625"/>
                  <a:pt x="2682984" y="3851195"/>
                  <a:pt x="2679969" y="3843337"/>
                </a:cubicBezTo>
                <a:close/>
                <a:moveTo>
                  <a:pt x="1916797" y="3831432"/>
                </a:moveTo>
                <a:cubicBezTo>
                  <a:pt x="1873418" y="3816838"/>
                  <a:pt x="1886831" y="3752850"/>
                  <a:pt x="1933268" y="3752850"/>
                </a:cubicBezTo>
                <a:cubicBezTo>
                  <a:pt x="1952500" y="3752850"/>
                  <a:pt x="1962698" y="3758624"/>
                  <a:pt x="1966912" y="3771900"/>
                </a:cubicBezTo>
                <a:cubicBezTo>
                  <a:pt x="1979229" y="3810706"/>
                  <a:pt x="1951853" y="3843226"/>
                  <a:pt x="1916797" y="3831432"/>
                </a:cubicBezTo>
                <a:close/>
                <a:moveTo>
                  <a:pt x="2317773" y="3814122"/>
                </a:moveTo>
                <a:cubicBezTo>
                  <a:pt x="2309835" y="3793434"/>
                  <a:pt x="2329989" y="3773979"/>
                  <a:pt x="2344414" y="3788404"/>
                </a:cubicBezTo>
                <a:cubicBezTo>
                  <a:pt x="2356607" y="3800597"/>
                  <a:pt x="2349053" y="3829050"/>
                  <a:pt x="2333625" y="3829050"/>
                </a:cubicBezTo>
                <a:cubicBezTo>
                  <a:pt x="2328057" y="3829050"/>
                  <a:pt x="2320924" y="3822332"/>
                  <a:pt x="2317773" y="3814122"/>
                </a:cubicBezTo>
                <a:close/>
                <a:moveTo>
                  <a:pt x="2978551" y="3823101"/>
                </a:moveTo>
                <a:cubicBezTo>
                  <a:pt x="2966169" y="3810719"/>
                  <a:pt x="2971597" y="3764490"/>
                  <a:pt x="2986087" y="3758930"/>
                </a:cubicBezTo>
                <a:cubicBezTo>
                  <a:pt x="3013255" y="3748505"/>
                  <a:pt x="3030134" y="3763170"/>
                  <a:pt x="3027081" y="3794547"/>
                </a:cubicBezTo>
                <a:cubicBezTo>
                  <a:pt x="3024252" y="3823618"/>
                  <a:pt x="2995806" y="3840356"/>
                  <a:pt x="2978551" y="3823101"/>
                </a:cubicBezTo>
                <a:close/>
                <a:moveTo>
                  <a:pt x="916082" y="3804734"/>
                </a:moveTo>
                <a:cubicBezTo>
                  <a:pt x="920390" y="3784045"/>
                  <a:pt x="937295" y="3782779"/>
                  <a:pt x="941161" y="3802856"/>
                </a:cubicBezTo>
                <a:cubicBezTo>
                  <a:pt x="943169" y="3813282"/>
                  <a:pt x="938497" y="3819525"/>
                  <a:pt x="928687" y="3819525"/>
                </a:cubicBezTo>
                <a:cubicBezTo>
                  <a:pt x="919536" y="3819525"/>
                  <a:pt x="914286" y="3813363"/>
                  <a:pt x="916082" y="3804734"/>
                </a:cubicBezTo>
                <a:close/>
                <a:moveTo>
                  <a:pt x="2185422" y="3809085"/>
                </a:moveTo>
                <a:cubicBezTo>
                  <a:pt x="2173788" y="3790260"/>
                  <a:pt x="2204447" y="3768261"/>
                  <a:pt x="2218581" y="3785292"/>
                </a:cubicBezTo>
                <a:cubicBezTo>
                  <a:pt x="2225131" y="3793183"/>
                  <a:pt x="2227724" y="3804114"/>
                  <a:pt x="2224345" y="3809582"/>
                </a:cubicBezTo>
                <a:cubicBezTo>
                  <a:pt x="2216294" y="3822608"/>
                  <a:pt x="2193601" y="3822319"/>
                  <a:pt x="2185422" y="3809085"/>
                </a:cubicBezTo>
                <a:close/>
                <a:moveTo>
                  <a:pt x="3287011" y="3806306"/>
                </a:moveTo>
                <a:cubicBezTo>
                  <a:pt x="3271642" y="3787787"/>
                  <a:pt x="3289196" y="3752850"/>
                  <a:pt x="3313868" y="3752850"/>
                </a:cubicBezTo>
                <a:cubicBezTo>
                  <a:pt x="3340002" y="3752850"/>
                  <a:pt x="3358773" y="3779326"/>
                  <a:pt x="3346512" y="3798892"/>
                </a:cubicBezTo>
                <a:cubicBezTo>
                  <a:pt x="3333302" y="3819971"/>
                  <a:pt x="3301628" y="3823918"/>
                  <a:pt x="3287011" y="3806306"/>
                </a:cubicBezTo>
                <a:close/>
                <a:moveTo>
                  <a:pt x="776492" y="3794556"/>
                </a:moveTo>
                <a:cubicBezTo>
                  <a:pt x="747013" y="3765077"/>
                  <a:pt x="781815" y="3717619"/>
                  <a:pt x="816768" y="3739632"/>
                </a:cubicBezTo>
                <a:cubicBezTo>
                  <a:pt x="845959" y="3758014"/>
                  <a:pt x="833644" y="3810000"/>
                  <a:pt x="800100" y="3810000"/>
                </a:cubicBezTo>
                <a:cubicBezTo>
                  <a:pt x="795609" y="3810000"/>
                  <a:pt x="784986" y="3803050"/>
                  <a:pt x="776492" y="3794556"/>
                </a:cubicBezTo>
                <a:close/>
                <a:moveTo>
                  <a:pt x="1249322" y="3801633"/>
                </a:moveTo>
                <a:cubicBezTo>
                  <a:pt x="1226959" y="3787457"/>
                  <a:pt x="1239732" y="3748087"/>
                  <a:pt x="1266694" y="3748087"/>
                </a:cubicBezTo>
                <a:cubicBezTo>
                  <a:pt x="1293626" y="3748087"/>
                  <a:pt x="1303802" y="3774111"/>
                  <a:pt x="1285495" y="3796170"/>
                </a:cubicBezTo>
                <a:cubicBezTo>
                  <a:pt x="1272323" y="3812041"/>
                  <a:pt x="1267009" y="3812843"/>
                  <a:pt x="1249322" y="3801633"/>
                </a:cubicBezTo>
                <a:close/>
                <a:moveTo>
                  <a:pt x="1468294" y="3801370"/>
                </a:moveTo>
                <a:cubicBezTo>
                  <a:pt x="1450977" y="3790664"/>
                  <a:pt x="1458247" y="3758612"/>
                  <a:pt x="1478894" y="3754636"/>
                </a:cubicBezTo>
                <a:cubicBezTo>
                  <a:pt x="1488017" y="3752879"/>
                  <a:pt x="1498198" y="3758520"/>
                  <a:pt x="1501518" y="3767172"/>
                </a:cubicBezTo>
                <a:cubicBezTo>
                  <a:pt x="1509312" y="3787482"/>
                  <a:pt x="1485491" y="3812002"/>
                  <a:pt x="1468294" y="3801370"/>
                </a:cubicBezTo>
                <a:close/>
                <a:moveTo>
                  <a:pt x="1587497" y="3777358"/>
                </a:moveTo>
                <a:cubicBezTo>
                  <a:pt x="1580261" y="3758501"/>
                  <a:pt x="1603092" y="3740502"/>
                  <a:pt x="1616827" y="3754237"/>
                </a:cubicBezTo>
                <a:cubicBezTo>
                  <a:pt x="1629574" y="3766984"/>
                  <a:pt x="1621829" y="3790950"/>
                  <a:pt x="1604962" y="3790950"/>
                </a:cubicBezTo>
                <a:cubicBezTo>
                  <a:pt x="1598225" y="3790950"/>
                  <a:pt x="1590366" y="3784834"/>
                  <a:pt x="1587497" y="3777358"/>
                </a:cubicBezTo>
                <a:close/>
                <a:moveTo>
                  <a:pt x="1024248" y="3772402"/>
                </a:moveTo>
                <a:cubicBezTo>
                  <a:pt x="1015873" y="3758852"/>
                  <a:pt x="1026553" y="3743325"/>
                  <a:pt x="1044248" y="3743325"/>
                </a:cubicBezTo>
                <a:cubicBezTo>
                  <a:pt x="1052593" y="3743325"/>
                  <a:pt x="1057373" y="3750016"/>
                  <a:pt x="1055592" y="3759204"/>
                </a:cubicBezTo>
                <a:cubicBezTo>
                  <a:pt x="1051881" y="3778335"/>
                  <a:pt x="1032863" y="3786343"/>
                  <a:pt x="1024248" y="3772402"/>
                </a:cubicBezTo>
                <a:close/>
                <a:moveTo>
                  <a:pt x="2547884" y="3771814"/>
                </a:moveTo>
                <a:cubicBezTo>
                  <a:pt x="2536031" y="3752635"/>
                  <a:pt x="2553546" y="3723051"/>
                  <a:pt x="2574949" y="3726100"/>
                </a:cubicBezTo>
                <a:cubicBezTo>
                  <a:pt x="2607501" y="3730738"/>
                  <a:pt x="2610028" y="3781425"/>
                  <a:pt x="2577707" y="3781425"/>
                </a:cubicBezTo>
                <a:cubicBezTo>
                  <a:pt x="2564571" y="3781425"/>
                  <a:pt x="2551151" y="3777100"/>
                  <a:pt x="2547884" y="3771814"/>
                </a:cubicBezTo>
                <a:close/>
                <a:moveTo>
                  <a:pt x="2800026" y="3747697"/>
                </a:moveTo>
                <a:cubicBezTo>
                  <a:pt x="2783941" y="3728315"/>
                  <a:pt x="2798785" y="3700462"/>
                  <a:pt x="2825200" y="3700462"/>
                </a:cubicBezTo>
                <a:cubicBezTo>
                  <a:pt x="2838845" y="3700462"/>
                  <a:pt x="2843212" y="3707358"/>
                  <a:pt x="2843212" y="3728907"/>
                </a:cubicBezTo>
                <a:cubicBezTo>
                  <a:pt x="2843212" y="3761779"/>
                  <a:pt x="2820070" y="3771848"/>
                  <a:pt x="2800026" y="3747697"/>
                </a:cubicBezTo>
                <a:close/>
                <a:moveTo>
                  <a:pt x="3087925" y="3752135"/>
                </a:moveTo>
                <a:cubicBezTo>
                  <a:pt x="3089802" y="3746503"/>
                  <a:pt x="3095410" y="3741896"/>
                  <a:pt x="3100387" y="3741896"/>
                </a:cubicBezTo>
                <a:cubicBezTo>
                  <a:pt x="3105364" y="3741896"/>
                  <a:pt x="3110972" y="3746503"/>
                  <a:pt x="3112849" y="3752135"/>
                </a:cubicBezTo>
                <a:cubicBezTo>
                  <a:pt x="3114726" y="3757767"/>
                  <a:pt x="3109118" y="3762375"/>
                  <a:pt x="3100387" y="3762375"/>
                </a:cubicBezTo>
                <a:cubicBezTo>
                  <a:pt x="3091656" y="3762375"/>
                  <a:pt x="3086048" y="3757767"/>
                  <a:pt x="3087925" y="3752135"/>
                </a:cubicBezTo>
                <a:close/>
                <a:moveTo>
                  <a:pt x="571500" y="3729037"/>
                </a:moveTo>
                <a:cubicBezTo>
                  <a:pt x="571500" y="3710155"/>
                  <a:pt x="575683" y="3704633"/>
                  <a:pt x="588168" y="3707038"/>
                </a:cubicBezTo>
                <a:cubicBezTo>
                  <a:pt x="597336" y="3708803"/>
                  <a:pt x="604837" y="3718703"/>
                  <a:pt x="604837" y="3729037"/>
                </a:cubicBezTo>
                <a:cubicBezTo>
                  <a:pt x="604837" y="3739371"/>
                  <a:pt x="597336" y="3749271"/>
                  <a:pt x="588168" y="3751036"/>
                </a:cubicBezTo>
                <a:cubicBezTo>
                  <a:pt x="575683" y="3753441"/>
                  <a:pt x="571500" y="3747919"/>
                  <a:pt x="571500" y="3729037"/>
                </a:cubicBezTo>
                <a:close/>
                <a:moveTo>
                  <a:pt x="3175539" y="3739266"/>
                </a:moveTo>
                <a:cubicBezTo>
                  <a:pt x="3166873" y="3716683"/>
                  <a:pt x="3179135" y="3693876"/>
                  <a:pt x="3197989" y="3697507"/>
                </a:cubicBezTo>
                <a:cubicBezTo>
                  <a:pt x="3208534" y="3699538"/>
                  <a:pt x="3214687" y="3709402"/>
                  <a:pt x="3214687" y="3724275"/>
                </a:cubicBezTo>
                <a:cubicBezTo>
                  <a:pt x="3214687" y="3751427"/>
                  <a:pt x="3184623" y="3762939"/>
                  <a:pt x="3175539" y="3739266"/>
                </a:cubicBezTo>
                <a:close/>
                <a:moveTo>
                  <a:pt x="2079918" y="3729101"/>
                </a:moveTo>
                <a:cubicBezTo>
                  <a:pt x="2076619" y="3720503"/>
                  <a:pt x="2078487" y="3708902"/>
                  <a:pt x="2084070" y="3703320"/>
                </a:cubicBezTo>
                <a:cubicBezTo>
                  <a:pt x="2098582" y="3688807"/>
                  <a:pt x="2126079" y="3702071"/>
                  <a:pt x="2122288" y="3721755"/>
                </a:cubicBezTo>
                <a:cubicBezTo>
                  <a:pt x="2118065" y="3743680"/>
                  <a:pt x="2087544" y="3748972"/>
                  <a:pt x="2079918" y="3729101"/>
                </a:cubicBezTo>
                <a:close/>
                <a:moveTo>
                  <a:pt x="1784889" y="3720216"/>
                </a:moveTo>
                <a:cubicBezTo>
                  <a:pt x="1776223" y="3697633"/>
                  <a:pt x="1788485" y="3674826"/>
                  <a:pt x="1807339" y="3678457"/>
                </a:cubicBezTo>
                <a:cubicBezTo>
                  <a:pt x="1817884" y="3680488"/>
                  <a:pt x="1824037" y="3690352"/>
                  <a:pt x="1824037" y="3705225"/>
                </a:cubicBezTo>
                <a:cubicBezTo>
                  <a:pt x="1824037" y="3732377"/>
                  <a:pt x="1793973" y="3743889"/>
                  <a:pt x="1784889" y="3720216"/>
                </a:cubicBezTo>
                <a:close/>
                <a:moveTo>
                  <a:pt x="1682750" y="3717925"/>
                </a:moveTo>
                <a:cubicBezTo>
                  <a:pt x="1671790" y="3706965"/>
                  <a:pt x="1675813" y="3695700"/>
                  <a:pt x="1690687" y="3695700"/>
                </a:cubicBezTo>
                <a:cubicBezTo>
                  <a:pt x="1698545" y="3695700"/>
                  <a:pt x="1704975" y="3702129"/>
                  <a:pt x="1704975" y="3709987"/>
                </a:cubicBezTo>
                <a:cubicBezTo>
                  <a:pt x="1704975" y="3724861"/>
                  <a:pt x="1693709" y="3728884"/>
                  <a:pt x="1682750" y="3717925"/>
                </a:cubicBezTo>
                <a:close/>
                <a:moveTo>
                  <a:pt x="1152525" y="3696262"/>
                </a:moveTo>
                <a:cubicBezTo>
                  <a:pt x="1152525" y="3670614"/>
                  <a:pt x="1170543" y="3662011"/>
                  <a:pt x="1187903" y="3679371"/>
                </a:cubicBezTo>
                <a:cubicBezTo>
                  <a:pt x="1205263" y="3696731"/>
                  <a:pt x="1196660" y="3714750"/>
                  <a:pt x="1171012" y="3714750"/>
                </a:cubicBezTo>
                <a:cubicBezTo>
                  <a:pt x="1159062" y="3714750"/>
                  <a:pt x="1152525" y="3708212"/>
                  <a:pt x="1152525" y="3696262"/>
                </a:cubicBezTo>
                <a:close/>
                <a:moveTo>
                  <a:pt x="1367517" y="3699782"/>
                </a:moveTo>
                <a:cubicBezTo>
                  <a:pt x="1347105" y="3679369"/>
                  <a:pt x="1348697" y="3650806"/>
                  <a:pt x="1370909" y="3638919"/>
                </a:cubicBezTo>
                <a:cubicBezTo>
                  <a:pt x="1397379" y="3624753"/>
                  <a:pt x="1416643" y="3635691"/>
                  <a:pt x="1421318" y="3667542"/>
                </a:cubicBezTo>
                <a:cubicBezTo>
                  <a:pt x="1427778" y="3711558"/>
                  <a:pt x="1397461" y="3729725"/>
                  <a:pt x="1367517" y="3699782"/>
                </a:cubicBezTo>
                <a:close/>
                <a:moveTo>
                  <a:pt x="2230755" y="3703320"/>
                </a:moveTo>
                <a:cubicBezTo>
                  <a:pt x="2202049" y="3674614"/>
                  <a:pt x="2230541" y="3632128"/>
                  <a:pt x="2271588" y="3642430"/>
                </a:cubicBezTo>
                <a:cubicBezTo>
                  <a:pt x="2311161" y="3652362"/>
                  <a:pt x="2298943" y="3714750"/>
                  <a:pt x="2257425" y="3714750"/>
                </a:cubicBezTo>
                <a:cubicBezTo>
                  <a:pt x="2249043" y="3714750"/>
                  <a:pt x="2237041" y="3709606"/>
                  <a:pt x="2230755" y="3703320"/>
                </a:cubicBezTo>
                <a:close/>
                <a:moveTo>
                  <a:pt x="2387929" y="3708729"/>
                </a:moveTo>
                <a:cubicBezTo>
                  <a:pt x="2376670" y="3697470"/>
                  <a:pt x="2380509" y="3669447"/>
                  <a:pt x="2394020" y="3664262"/>
                </a:cubicBezTo>
                <a:cubicBezTo>
                  <a:pt x="2413218" y="3656895"/>
                  <a:pt x="2431195" y="3671852"/>
                  <a:pt x="2427321" y="3691969"/>
                </a:cubicBezTo>
                <a:cubicBezTo>
                  <a:pt x="2423788" y="3710315"/>
                  <a:pt x="2399745" y="3720545"/>
                  <a:pt x="2387929" y="3708729"/>
                </a:cubicBezTo>
                <a:close/>
                <a:moveTo>
                  <a:pt x="2668905" y="3703320"/>
                </a:moveTo>
                <a:cubicBezTo>
                  <a:pt x="2637439" y="3671854"/>
                  <a:pt x="2665941" y="3627118"/>
                  <a:pt x="2704355" y="3647676"/>
                </a:cubicBezTo>
                <a:cubicBezTo>
                  <a:pt x="2734844" y="3663993"/>
                  <a:pt x="2724595" y="3714750"/>
                  <a:pt x="2690812" y="3714750"/>
                </a:cubicBezTo>
                <a:cubicBezTo>
                  <a:pt x="2685049" y="3714750"/>
                  <a:pt x="2675191" y="3709606"/>
                  <a:pt x="2668905" y="3703320"/>
                </a:cubicBezTo>
                <a:close/>
                <a:moveTo>
                  <a:pt x="879968" y="3691520"/>
                </a:moveTo>
                <a:cubicBezTo>
                  <a:pt x="872435" y="3671889"/>
                  <a:pt x="892704" y="3647657"/>
                  <a:pt x="910837" y="3654615"/>
                </a:cubicBezTo>
                <a:cubicBezTo>
                  <a:pt x="929843" y="3661909"/>
                  <a:pt x="923405" y="3699459"/>
                  <a:pt x="902464" y="3703450"/>
                </a:cubicBezTo>
                <a:cubicBezTo>
                  <a:pt x="893281" y="3705200"/>
                  <a:pt x="883157" y="3699832"/>
                  <a:pt x="879968" y="3691520"/>
                </a:cubicBezTo>
                <a:close/>
                <a:moveTo>
                  <a:pt x="2939642" y="3681051"/>
                </a:moveTo>
                <a:cubicBezTo>
                  <a:pt x="2936384" y="3672563"/>
                  <a:pt x="2940230" y="3664020"/>
                  <a:pt x="2948788" y="3660737"/>
                </a:cubicBezTo>
                <a:cubicBezTo>
                  <a:pt x="2966574" y="3653911"/>
                  <a:pt x="2986037" y="3670843"/>
                  <a:pt x="2977075" y="3685345"/>
                </a:cubicBezTo>
                <a:cubicBezTo>
                  <a:pt x="2967728" y="3700468"/>
                  <a:pt x="2946142" y="3697992"/>
                  <a:pt x="2939642" y="3681051"/>
                </a:cubicBezTo>
                <a:close/>
                <a:moveTo>
                  <a:pt x="670498" y="3672679"/>
                </a:moveTo>
                <a:cubicBezTo>
                  <a:pt x="661757" y="3649901"/>
                  <a:pt x="673294" y="3628479"/>
                  <a:pt x="690705" y="3635160"/>
                </a:cubicBezTo>
                <a:cubicBezTo>
                  <a:pt x="708094" y="3641833"/>
                  <a:pt x="706228" y="3677898"/>
                  <a:pt x="688186" y="3683839"/>
                </a:cubicBezTo>
                <a:cubicBezTo>
                  <a:pt x="681640" y="3685995"/>
                  <a:pt x="673681" y="3680973"/>
                  <a:pt x="670498" y="3672679"/>
                </a:cubicBezTo>
                <a:close/>
                <a:moveTo>
                  <a:pt x="1009955" y="3667695"/>
                </a:moveTo>
                <a:cubicBezTo>
                  <a:pt x="988410" y="3627439"/>
                  <a:pt x="1037614" y="3589096"/>
                  <a:pt x="1066364" y="3623738"/>
                </a:cubicBezTo>
                <a:cubicBezTo>
                  <a:pt x="1072647" y="3631307"/>
                  <a:pt x="1076386" y="3647381"/>
                  <a:pt x="1074674" y="3659456"/>
                </a:cubicBezTo>
                <a:cubicBezTo>
                  <a:pt x="1070386" y="3689709"/>
                  <a:pt x="1024840" y="3695507"/>
                  <a:pt x="1009955" y="3667695"/>
                </a:cubicBezTo>
                <a:close/>
                <a:moveTo>
                  <a:pt x="1965769" y="3672343"/>
                </a:moveTo>
                <a:cubicBezTo>
                  <a:pt x="1959134" y="3655052"/>
                  <a:pt x="1968771" y="3638550"/>
                  <a:pt x="1985505" y="3638550"/>
                </a:cubicBezTo>
                <a:cubicBezTo>
                  <a:pt x="2000075" y="3638550"/>
                  <a:pt x="2008913" y="3656787"/>
                  <a:pt x="2002815" y="3674268"/>
                </a:cubicBezTo>
                <a:cubicBezTo>
                  <a:pt x="1997124" y="3690584"/>
                  <a:pt x="1972273" y="3689293"/>
                  <a:pt x="1965769" y="3672343"/>
                </a:cubicBezTo>
                <a:close/>
                <a:moveTo>
                  <a:pt x="2505518" y="3662897"/>
                </a:moveTo>
                <a:cubicBezTo>
                  <a:pt x="2492472" y="3647177"/>
                  <a:pt x="2499647" y="3629025"/>
                  <a:pt x="2518905" y="3629025"/>
                </a:cubicBezTo>
                <a:cubicBezTo>
                  <a:pt x="2537103" y="3629025"/>
                  <a:pt x="2544305" y="3654328"/>
                  <a:pt x="2529585" y="3666546"/>
                </a:cubicBezTo>
                <a:cubicBezTo>
                  <a:pt x="2520425" y="3674148"/>
                  <a:pt x="2514054" y="3673182"/>
                  <a:pt x="2505518" y="3662897"/>
                </a:cubicBezTo>
                <a:close/>
                <a:moveTo>
                  <a:pt x="1533525" y="3652837"/>
                </a:moveTo>
                <a:cubicBezTo>
                  <a:pt x="1533525" y="3644106"/>
                  <a:pt x="1538132" y="3638498"/>
                  <a:pt x="1543764" y="3640375"/>
                </a:cubicBezTo>
                <a:cubicBezTo>
                  <a:pt x="1549396" y="3642252"/>
                  <a:pt x="1554003" y="3647860"/>
                  <a:pt x="1554003" y="3652837"/>
                </a:cubicBezTo>
                <a:cubicBezTo>
                  <a:pt x="1554003" y="3657814"/>
                  <a:pt x="1549396" y="3663422"/>
                  <a:pt x="1543764" y="3665299"/>
                </a:cubicBezTo>
                <a:cubicBezTo>
                  <a:pt x="1538132" y="3667176"/>
                  <a:pt x="1533525" y="3661568"/>
                  <a:pt x="1533525" y="3652837"/>
                </a:cubicBezTo>
                <a:close/>
                <a:moveTo>
                  <a:pt x="3289593" y="3652901"/>
                </a:moveTo>
                <a:cubicBezTo>
                  <a:pt x="3286294" y="3644303"/>
                  <a:pt x="3288162" y="3632702"/>
                  <a:pt x="3293745" y="3627120"/>
                </a:cubicBezTo>
                <a:cubicBezTo>
                  <a:pt x="3308257" y="3612607"/>
                  <a:pt x="3335754" y="3625871"/>
                  <a:pt x="3331963" y="3645555"/>
                </a:cubicBezTo>
                <a:cubicBezTo>
                  <a:pt x="3327740" y="3667480"/>
                  <a:pt x="3297219" y="3672772"/>
                  <a:pt x="3289593" y="3652901"/>
                </a:cubicBezTo>
                <a:close/>
                <a:moveTo>
                  <a:pt x="1619135" y="3628810"/>
                </a:moveTo>
                <a:cubicBezTo>
                  <a:pt x="1610306" y="3612314"/>
                  <a:pt x="1611328" y="3604940"/>
                  <a:pt x="1624452" y="3590439"/>
                </a:cubicBezTo>
                <a:cubicBezTo>
                  <a:pt x="1647400" y="3565081"/>
                  <a:pt x="1678704" y="3582140"/>
                  <a:pt x="1674589" y="3617759"/>
                </a:cubicBezTo>
                <a:cubicBezTo>
                  <a:pt x="1670732" y="3651145"/>
                  <a:pt x="1634909" y="3658284"/>
                  <a:pt x="1619135" y="3628810"/>
                </a:cubicBezTo>
                <a:close/>
                <a:moveTo>
                  <a:pt x="3073399" y="3641725"/>
                </a:moveTo>
                <a:cubicBezTo>
                  <a:pt x="3062179" y="3630504"/>
                  <a:pt x="3066623" y="3593611"/>
                  <a:pt x="3080591" y="3582019"/>
                </a:cubicBezTo>
                <a:cubicBezTo>
                  <a:pt x="3097377" y="3568087"/>
                  <a:pt x="3133725" y="3587475"/>
                  <a:pt x="3133725" y="3610361"/>
                </a:cubicBezTo>
                <a:cubicBezTo>
                  <a:pt x="3133725" y="3638863"/>
                  <a:pt x="3092152" y="3660477"/>
                  <a:pt x="3073399" y="3641725"/>
                </a:cubicBezTo>
                <a:close/>
                <a:moveTo>
                  <a:pt x="1835408" y="3632458"/>
                </a:moveTo>
                <a:cubicBezTo>
                  <a:pt x="1827799" y="3624849"/>
                  <a:pt x="1836401" y="3609975"/>
                  <a:pt x="1848412" y="3609975"/>
                </a:cubicBezTo>
                <a:cubicBezTo>
                  <a:pt x="1853341" y="3609975"/>
                  <a:pt x="1857375" y="3616404"/>
                  <a:pt x="1857375" y="3624262"/>
                </a:cubicBezTo>
                <a:cubicBezTo>
                  <a:pt x="1857375" y="3638992"/>
                  <a:pt x="1846135" y="3643185"/>
                  <a:pt x="1835408" y="3632458"/>
                </a:cubicBezTo>
                <a:close/>
                <a:moveTo>
                  <a:pt x="769143" y="3609212"/>
                </a:moveTo>
                <a:cubicBezTo>
                  <a:pt x="734084" y="3588791"/>
                  <a:pt x="760590" y="3535522"/>
                  <a:pt x="799642" y="3547917"/>
                </a:cubicBezTo>
                <a:cubicBezTo>
                  <a:pt x="821458" y="3554841"/>
                  <a:pt x="826133" y="3589656"/>
                  <a:pt x="807720" y="3608070"/>
                </a:cubicBezTo>
                <a:cubicBezTo>
                  <a:pt x="794071" y="3621718"/>
                  <a:pt x="790782" y="3621815"/>
                  <a:pt x="769143" y="3609212"/>
                </a:cubicBezTo>
                <a:close/>
                <a:moveTo>
                  <a:pt x="1249680" y="3608070"/>
                </a:moveTo>
                <a:cubicBezTo>
                  <a:pt x="1224264" y="3582654"/>
                  <a:pt x="1253804" y="3539686"/>
                  <a:pt x="1281112" y="3562350"/>
                </a:cubicBezTo>
                <a:cubicBezTo>
                  <a:pt x="1299824" y="3577879"/>
                  <a:pt x="1299391" y="3606405"/>
                  <a:pt x="1280333" y="3613718"/>
                </a:cubicBezTo>
                <a:cubicBezTo>
                  <a:pt x="1261150" y="3621079"/>
                  <a:pt x="1263037" y="3621427"/>
                  <a:pt x="1249680" y="3608070"/>
                </a:cubicBezTo>
                <a:close/>
                <a:moveTo>
                  <a:pt x="2083493" y="3608775"/>
                </a:moveTo>
                <a:cubicBezTo>
                  <a:pt x="2063657" y="3597675"/>
                  <a:pt x="2061832" y="3568909"/>
                  <a:pt x="2080005" y="3553826"/>
                </a:cubicBezTo>
                <a:cubicBezTo>
                  <a:pt x="2098820" y="3538211"/>
                  <a:pt x="2124075" y="3551198"/>
                  <a:pt x="2124075" y="3576490"/>
                </a:cubicBezTo>
                <a:cubicBezTo>
                  <a:pt x="2124075" y="3605467"/>
                  <a:pt x="2104875" y="3620741"/>
                  <a:pt x="2083493" y="3608775"/>
                </a:cubicBezTo>
                <a:close/>
                <a:moveTo>
                  <a:pt x="2791826" y="3606419"/>
                </a:moveTo>
                <a:cubicBezTo>
                  <a:pt x="2775958" y="3587298"/>
                  <a:pt x="2789487" y="3560803"/>
                  <a:pt x="2813371" y="3564227"/>
                </a:cubicBezTo>
                <a:cubicBezTo>
                  <a:pt x="2836759" y="3567580"/>
                  <a:pt x="2846272" y="3599160"/>
                  <a:pt x="2827480" y="3611069"/>
                </a:cubicBezTo>
                <a:cubicBezTo>
                  <a:pt x="2809825" y="3622257"/>
                  <a:pt x="2804382" y="3621548"/>
                  <a:pt x="2791826" y="3606419"/>
                </a:cubicBezTo>
                <a:close/>
                <a:moveTo>
                  <a:pt x="1115869" y="3582485"/>
                </a:moveTo>
                <a:cubicBezTo>
                  <a:pt x="1097037" y="3570564"/>
                  <a:pt x="1106492" y="3538537"/>
                  <a:pt x="1128842" y="3538537"/>
                </a:cubicBezTo>
                <a:cubicBezTo>
                  <a:pt x="1142499" y="3538537"/>
                  <a:pt x="1147762" y="3544940"/>
                  <a:pt x="1147762" y="3561556"/>
                </a:cubicBezTo>
                <a:cubicBezTo>
                  <a:pt x="1147762" y="3586960"/>
                  <a:pt x="1135573" y="3594958"/>
                  <a:pt x="1115869" y="3582485"/>
                </a:cubicBezTo>
                <a:close/>
                <a:moveTo>
                  <a:pt x="1498074" y="3580239"/>
                </a:moveTo>
                <a:cubicBezTo>
                  <a:pt x="1483510" y="3565675"/>
                  <a:pt x="1493582" y="3543300"/>
                  <a:pt x="1514700" y="3543300"/>
                </a:cubicBezTo>
                <a:cubicBezTo>
                  <a:pt x="1533221" y="3543300"/>
                  <a:pt x="1542957" y="3559731"/>
                  <a:pt x="1535865" y="3579018"/>
                </a:cubicBezTo>
                <a:cubicBezTo>
                  <a:pt x="1530425" y="3593809"/>
                  <a:pt x="1512232" y="3594397"/>
                  <a:pt x="1498074" y="3580239"/>
                </a:cubicBezTo>
                <a:close/>
                <a:moveTo>
                  <a:pt x="2339975" y="3584575"/>
                </a:moveTo>
                <a:cubicBezTo>
                  <a:pt x="2329974" y="3574574"/>
                  <a:pt x="2332561" y="3545081"/>
                  <a:pt x="2344064" y="3537972"/>
                </a:cubicBezTo>
                <a:cubicBezTo>
                  <a:pt x="2362647" y="3526487"/>
                  <a:pt x="2386454" y="3558889"/>
                  <a:pt x="2372121" y="3576159"/>
                </a:cubicBezTo>
                <a:cubicBezTo>
                  <a:pt x="2358842" y="3592159"/>
                  <a:pt x="2349900" y="3594500"/>
                  <a:pt x="2339975" y="3584575"/>
                </a:cubicBezTo>
                <a:close/>
                <a:moveTo>
                  <a:pt x="3200266" y="3576476"/>
                </a:moveTo>
                <a:cubicBezTo>
                  <a:pt x="3189804" y="3563870"/>
                  <a:pt x="3190340" y="3558802"/>
                  <a:pt x="3203531" y="3545611"/>
                </a:cubicBezTo>
                <a:cubicBezTo>
                  <a:pt x="3222078" y="3527063"/>
                  <a:pt x="3242302" y="3540402"/>
                  <a:pt x="3237012" y="3567692"/>
                </a:cubicBezTo>
                <a:cubicBezTo>
                  <a:pt x="3232558" y="3590666"/>
                  <a:pt x="3215439" y="3594759"/>
                  <a:pt x="3200266" y="3576476"/>
                </a:cubicBezTo>
                <a:close/>
                <a:moveTo>
                  <a:pt x="1889418" y="3567176"/>
                </a:moveTo>
                <a:cubicBezTo>
                  <a:pt x="1886119" y="3558578"/>
                  <a:pt x="1887987" y="3546977"/>
                  <a:pt x="1893570" y="3541395"/>
                </a:cubicBezTo>
                <a:cubicBezTo>
                  <a:pt x="1908082" y="3526882"/>
                  <a:pt x="1935579" y="3540146"/>
                  <a:pt x="1931788" y="3559830"/>
                </a:cubicBezTo>
                <a:cubicBezTo>
                  <a:pt x="1927565" y="3581755"/>
                  <a:pt x="1897044" y="3587047"/>
                  <a:pt x="1889418" y="3567176"/>
                </a:cubicBezTo>
                <a:close/>
                <a:moveTo>
                  <a:pt x="2613773" y="3568360"/>
                </a:moveTo>
                <a:cubicBezTo>
                  <a:pt x="2606624" y="3549730"/>
                  <a:pt x="2616364" y="3533775"/>
                  <a:pt x="2634887" y="3533775"/>
                </a:cubicBezTo>
                <a:cubicBezTo>
                  <a:pt x="2644238" y="3533775"/>
                  <a:pt x="2648209" y="3541015"/>
                  <a:pt x="2646231" y="3554460"/>
                </a:cubicBezTo>
                <a:cubicBezTo>
                  <a:pt x="2642535" y="3579577"/>
                  <a:pt x="2621529" y="3588573"/>
                  <a:pt x="2613773" y="3568360"/>
                </a:cubicBezTo>
                <a:close/>
                <a:moveTo>
                  <a:pt x="2929711" y="3568856"/>
                </a:moveTo>
                <a:cubicBezTo>
                  <a:pt x="2893868" y="3542647"/>
                  <a:pt x="2907541" y="3467100"/>
                  <a:pt x="2948127" y="3467100"/>
                </a:cubicBezTo>
                <a:cubicBezTo>
                  <a:pt x="2982907" y="3467100"/>
                  <a:pt x="3003066" y="3539248"/>
                  <a:pt x="2975882" y="3566432"/>
                </a:cubicBezTo>
                <a:cubicBezTo>
                  <a:pt x="2957671" y="3584643"/>
                  <a:pt x="2951728" y="3584955"/>
                  <a:pt x="2929711" y="3568856"/>
                </a:cubicBezTo>
                <a:close/>
                <a:moveTo>
                  <a:pt x="977747" y="3557892"/>
                </a:moveTo>
                <a:cubicBezTo>
                  <a:pt x="971030" y="3540387"/>
                  <a:pt x="988888" y="3528253"/>
                  <a:pt x="1002030" y="3541395"/>
                </a:cubicBezTo>
                <a:cubicBezTo>
                  <a:pt x="1012197" y="3551562"/>
                  <a:pt x="1004884" y="3571875"/>
                  <a:pt x="991056" y="3571875"/>
                </a:cubicBezTo>
                <a:cubicBezTo>
                  <a:pt x="986687" y="3571875"/>
                  <a:pt x="980698" y="3565582"/>
                  <a:pt x="977747" y="3557892"/>
                </a:cubicBezTo>
                <a:close/>
                <a:moveTo>
                  <a:pt x="2175414" y="3558291"/>
                </a:moveTo>
                <a:cubicBezTo>
                  <a:pt x="2166748" y="3535708"/>
                  <a:pt x="2179010" y="3512901"/>
                  <a:pt x="2197864" y="3516532"/>
                </a:cubicBezTo>
                <a:cubicBezTo>
                  <a:pt x="2208409" y="3518563"/>
                  <a:pt x="2214562" y="3528427"/>
                  <a:pt x="2214562" y="3543300"/>
                </a:cubicBezTo>
                <a:cubicBezTo>
                  <a:pt x="2214562" y="3570452"/>
                  <a:pt x="2184498" y="3581964"/>
                  <a:pt x="2175414" y="3558291"/>
                </a:cubicBezTo>
                <a:close/>
                <a:moveTo>
                  <a:pt x="2468880" y="3560445"/>
                </a:moveTo>
                <a:cubicBezTo>
                  <a:pt x="2441254" y="3532819"/>
                  <a:pt x="2475628" y="3469018"/>
                  <a:pt x="2511930" y="3480540"/>
                </a:cubicBezTo>
                <a:cubicBezTo>
                  <a:pt x="2532269" y="3486995"/>
                  <a:pt x="2549888" y="3514725"/>
                  <a:pt x="2533650" y="3514725"/>
                </a:cubicBezTo>
                <a:cubicBezTo>
                  <a:pt x="2528740" y="3514725"/>
                  <a:pt x="2527211" y="3521208"/>
                  <a:pt x="2530252" y="3529133"/>
                </a:cubicBezTo>
                <a:cubicBezTo>
                  <a:pt x="2542383" y="3560748"/>
                  <a:pt x="2493912" y="3585477"/>
                  <a:pt x="2468880" y="3560445"/>
                </a:cubicBezTo>
                <a:close/>
                <a:moveTo>
                  <a:pt x="3349624" y="3556000"/>
                </a:moveTo>
                <a:cubicBezTo>
                  <a:pt x="3339744" y="3546119"/>
                  <a:pt x="3342158" y="3514725"/>
                  <a:pt x="3352800" y="3514725"/>
                </a:cubicBezTo>
                <a:cubicBezTo>
                  <a:pt x="3358038" y="3514725"/>
                  <a:pt x="3362325" y="3525440"/>
                  <a:pt x="3362325" y="3538537"/>
                </a:cubicBezTo>
                <a:cubicBezTo>
                  <a:pt x="3362325" y="3563474"/>
                  <a:pt x="3360124" y="3566499"/>
                  <a:pt x="3349624" y="3556000"/>
                </a:cubicBezTo>
                <a:close/>
                <a:moveTo>
                  <a:pt x="612798" y="3537897"/>
                </a:moveTo>
                <a:cubicBezTo>
                  <a:pt x="604860" y="3517209"/>
                  <a:pt x="625014" y="3497754"/>
                  <a:pt x="639439" y="3512179"/>
                </a:cubicBezTo>
                <a:cubicBezTo>
                  <a:pt x="651632" y="3524372"/>
                  <a:pt x="644078" y="3552825"/>
                  <a:pt x="628650" y="3552825"/>
                </a:cubicBezTo>
                <a:cubicBezTo>
                  <a:pt x="623082" y="3552825"/>
                  <a:pt x="615949" y="3546107"/>
                  <a:pt x="612798" y="3537897"/>
                </a:cubicBezTo>
                <a:close/>
                <a:moveTo>
                  <a:pt x="1729986" y="3538226"/>
                </a:moveTo>
                <a:cubicBezTo>
                  <a:pt x="1721238" y="3515431"/>
                  <a:pt x="1721796" y="3514725"/>
                  <a:pt x="1748535" y="3514725"/>
                </a:cubicBezTo>
                <a:cubicBezTo>
                  <a:pt x="1766690" y="3514725"/>
                  <a:pt x="1772219" y="3519019"/>
                  <a:pt x="1769857" y="3531284"/>
                </a:cubicBezTo>
                <a:cubicBezTo>
                  <a:pt x="1765654" y="3553112"/>
                  <a:pt x="1737574" y="3558000"/>
                  <a:pt x="1729986" y="3538226"/>
                </a:cubicBezTo>
                <a:close/>
                <a:moveTo>
                  <a:pt x="869156" y="3536991"/>
                </a:moveTo>
                <a:cubicBezTo>
                  <a:pt x="854473" y="3531067"/>
                  <a:pt x="853469" y="3499135"/>
                  <a:pt x="867689" y="3490347"/>
                </a:cubicBezTo>
                <a:cubicBezTo>
                  <a:pt x="882509" y="3481187"/>
                  <a:pt x="908615" y="3510287"/>
                  <a:pt x="901713" y="3528273"/>
                </a:cubicBezTo>
                <a:cubicBezTo>
                  <a:pt x="895786" y="3543719"/>
                  <a:pt x="889801" y="3545322"/>
                  <a:pt x="869156" y="3536991"/>
                </a:cubicBezTo>
                <a:close/>
                <a:moveTo>
                  <a:pt x="1371600" y="3529674"/>
                </a:moveTo>
                <a:cubicBezTo>
                  <a:pt x="1371600" y="3519949"/>
                  <a:pt x="1380199" y="3514725"/>
                  <a:pt x="1396206" y="3514725"/>
                </a:cubicBezTo>
                <a:cubicBezTo>
                  <a:pt x="1426045" y="3514725"/>
                  <a:pt x="1422779" y="3537094"/>
                  <a:pt x="1392285" y="3541581"/>
                </a:cubicBezTo>
                <a:cubicBezTo>
                  <a:pt x="1378548" y="3543602"/>
                  <a:pt x="1371600" y="3539603"/>
                  <a:pt x="1371600" y="3529674"/>
                </a:cubicBezTo>
                <a:close/>
                <a:moveTo>
                  <a:pt x="1143000" y="3506787"/>
                </a:moveTo>
                <a:cubicBezTo>
                  <a:pt x="1143000" y="3493366"/>
                  <a:pt x="1153728" y="3487209"/>
                  <a:pt x="1167743" y="3492587"/>
                </a:cubicBezTo>
                <a:cubicBezTo>
                  <a:pt x="1187621" y="3500215"/>
                  <a:pt x="1183890" y="3514725"/>
                  <a:pt x="1162050" y="3514725"/>
                </a:cubicBezTo>
                <a:cubicBezTo>
                  <a:pt x="1151572" y="3514725"/>
                  <a:pt x="1143000" y="3511153"/>
                  <a:pt x="1143000" y="3506787"/>
                </a:cubicBezTo>
                <a:close/>
                <a:moveTo>
                  <a:pt x="1485900" y="3505880"/>
                </a:moveTo>
                <a:cubicBezTo>
                  <a:pt x="1485900" y="3496675"/>
                  <a:pt x="1512320" y="3467100"/>
                  <a:pt x="1520544" y="3467100"/>
                </a:cubicBezTo>
                <a:cubicBezTo>
                  <a:pt x="1535258" y="3467100"/>
                  <a:pt x="1562100" y="3488849"/>
                  <a:pt x="1562100" y="3500772"/>
                </a:cubicBezTo>
                <a:cubicBezTo>
                  <a:pt x="1562100" y="3510700"/>
                  <a:pt x="1551109" y="3514725"/>
                  <a:pt x="1524000" y="3514725"/>
                </a:cubicBezTo>
                <a:cubicBezTo>
                  <a:pt x="1503045" y="3514725"/>
                  <a:pt x="1485900" y="3510744"/>
                  <a:pt x="1485900" y="3505880"/>
                </a:cubicBezTo>
                <a:close/>
                <a:moveTo>
                  <a:pt x="1811432" y="3499077"/>
                </a:moveTo>
                <a:cubicBezTo>
                  <a:pt x="1816385" y="3473911"/>
                  <a:pt x="1843651" y="3461282"/>
                  <a:pt x="1861339" y="3475962"/>
                </a:cubicBezTo>
                <a:cubicBezTo>
                  <a:pt x="1887683" y="3497826"/>
                  <a:pt x="1879422" y="3514725"/>
                  <a:pt x="1842389" y="3514725"/>
                </a:cubicBezTo>
                <a:cubicBezTo>
                  <a:pt x="1815920" y="3514725"/>
                  <a:pt x="1809037" y="3511246"/>
                  <a:pt x="1811432" y="3499077"/>
                </a:cubicBezTo>
                <a:close/>
                <a:moveTo>
                  <a:pt x="2676525" y="3505762"/>
                </a:moveTo>
                <a:cubicBezTo>
                  <a:pt x="2676525" y="3487989"/>
                  <a:pt x="2697727" y="3484220"/>
                  <a:pt x="2712817" y="3499310"/>
                </a:cubicBezTo>
                <a:cubicBezTo>
                  <a:pt x="2727020" y="3513513"/>
                  <a:pt x="2726199" y="3514725"/>
                  <a:pt x="2702378" y="3514725"/>
                </a:cubicBezTo>
                <a:cubicBezTo>
                  <a:pt x="2688159" y="3514725"/>
                  <a:pt x="2676525" y="3510691"/>
                  <a:pt x="2676525" y="3505762"/>
                </a:cubicBezTo>
                <a:close/>
                <a:moveTo>
                  <a:pt x="3205162" y="3505200"/>
                </a:moveTo>
                <a:cubicBezTo>
                  <a:pt x="3208400" y="3499961"/>
                  <a:pt x="3216972" y="3495675"/>
                  <a:pt x="3224212" y="3495675"/>
                </a:cubicBezTo>
                <a:cubicBezTo>
                  <a:pt x="3231452" y="3495675"/>
                  <a:pt x="3240024" y="3499961"/>
                  <a:pt x="3243262" y="3505200"/>
                </a:cubicBezTo>
                <a:cubicBezTo>
                  <a:pt x="3246614" y="3510623"/>
                  <a:pt x="3238411" y="3514725"/>
                  <a:pt x="3224212" y="3514725"/>
                </a:cubicBezTo>
                <a:cubicBezTo>
                  <a:pt x="3210013" y="3514725"/>
                  <a:pt x="3201810" y="3510623"/>
                  <a:pt x="3205162" y="3505200"/>
                </a:cubicBezTo>
                <a:close/>
                <a:moveTo>
                  <a:pt x="571500" y="3469821"/>
                </a:moveTo>
                <a:cubicBezTo>
                  <a:pt x="571500" y="3446000"/>
                  <a:pt x="572711" y="3445179"/>
                  <a:pt x="586914" y="3459382"/>
                </a:cubicBezTo>
                <a:cubicBezTo>
                  <a:pt x="595392" y="3467860"/>
                  <a:pt x="599425" y="3479494"/>
                  <a:pt x="595877" y="3485235"/>
                </a:cubicBezTo>
                <a:cubicBezTo>
                  <a:pt x="584188" y="3504149"/>
                  <a:pt x="571500" y="3496126"/>
                  <a:pt x="571500" y="3469821"/>
                </a:cubicBezTo>
                <a:close/>
                <a:moveTo>
                  <a:pt x="1279548" y="3471222"/>
                </a:moveTo>
                <a:cubicBezTo>
                  <a:pt x="1271610" y="3450534"/>
                  <a:pt x="1291764" y="3431079"/>
                  <a:pt x="1306189" y="3445504"/>
                </a:cubicBezTo>
                <a:cubicBezTo>
                  <a:pt x="1318382" y="3457697"/>
                  <a:pt x="1310828" y="3486150"/>
                  <a:pt x="1295400" y="3486150"/>
                </a:cubicBezTo>
                <a:cubicBezTo>
                  <a:pt x="1289832" y="3486150"/>
                  <a:pt x="1282699" y="3479432"/>
                  <a:pt x="1279548" y="3471222"/>
                </a:cubicBezTo>
                <a:close/>
                <a:moveTo>
                  <a:pt x="2229610" y="3472779"/>
                </a:moveTo>
                <a:cubicBezTo>
                  <a:pt x="2210054" y="3449215"/>
                  <a:pt x="2226047" y="3417854"/>
                  <a:pt x="2255861" y="3421302"/>
                </a:cubicBezTo>
                <a:cubicBezTo>
                  <a:pt x="2277054" y="3423753"/>
                  <a:pt x="2281237" y="3428947"/>
                  <a:pt x="2281237" y="3452812"/>
                </a:cubicBezTo>
                <a:cubicBezTo>
                  <a:pt x="2281237" y="3485537"/>
                  <a:pt x="2250170" y="3497552"/>
                  <a:pt x="2229610" y="3472779"/>
                </a:cubicBezTo>
                <a:close/>
                <a:moveTo>
                  <a:pt x="1029378" y="3458843"/>
                </a:moveTo>
                <a:cubicBezTo>
                  <a:pt x="1011604" y="3425631"/>
                  <a:pt x="1037857" y="3393571"/>
                  <a:pt x="1072075" y="3406702"/>
                </a:cubicBezTo>
                <a:cubicBezTo>
                  <a:pt x="1082068" y="3410536"/>
                  <a:pt x="1085935" y="3422042"/>
                  <a:pt x="1083981" y="3442122"/>
                </a:cubicBezTo>
                <a:cubicBezTo>
                  <a:pt x="1080441" y="3478504"/>
                  <a:pt x="1045609" y="3489170"/>
                  <a:pt x="1029378" y="3458843"/>
                </a:cubicBezTo>
                <a:close/>
                <a:moveTo>
                  <a:pt x="1711325" y="3470275"/>
                </a:moveTo>
                <a:cubicBezTo>
                  <a:pt x="1700049" y="3458999"/>
                  <a:pt x="1704579" y="3431189"/>
                  <a:pt x="1718566" y="3425822"/>
                </a:cubicBezTo>
                <a:cubicBezTo>
                  <a:pt x="1739703" y="3417711"/>
                  <a:pt x="1757770" y="3444630"/>
                  <a:pt x="1743075" y="3462337"/>
                </a:cubicBezTo>
                <a:cubicBezTo>
                  <a:pt x="1730172" y="3477884"/>
                  <a:pt x="1721181" y="3480131"/>
                  <a:pt x="1711325" y="3470275"/>
                </a:cubicBezTo>
                <a:close/>
                <a:moveTo>
                  <a:pt x="2064151" y="3470676"/>
                </a:moveTo>
                <a:cubicBezTo>
                  <a:pt x="2053158" y="3459683"/>
                  <a:pt x="2056437" y="3432131"/>
                  <a:pt x="2070087" y="3420802"/>
                </a:cubicBezTo>
                <a:cubicBezTo>
                  <a:pt x="2087636" y="3406238"/>
                  <a:pt x="2117753" y="3429088"/>
                  <a:pt x="2113107" y="3453442"/>
                </a:cubicBezTo>
                <a:cubicBezTo>
                  <a:pt x="2109590" y="3471874"/>
                  <a:pt x="2076869" y="3483394"/>
                  <a:pt x="2064151" y="3470676"/>
                </a:cubicBezTo>
                <a:close/>
                <a:moveTo>
                  <a:pt x="3330773" y="3470473"/>
                </a:moveTo>
                <a:cubicBezTo>
                  <a:pt x="3316100" y="3455800"/>
                  <a:pt x="3324606" y="3429000"/>
                  <a:pt x="3343937" y="3429000"/>
                </a:cubicBezTo>
                <a:cubicBezTo>
                  <a:pt x="3358753" y="3429000"/>
                  <a:pt x="3362893" y="3434137"/>
                  <a:pt x="3360606" y="3449685"/>
                </a:cubicBezTo>
                <a:cubicBezTo>
                  <a:pt x="3357445" y="3471166"/>
                  <a:pt x="3342135" y="3481835"/>
                  <a:pt x="3330773" y="3470473"/>
                </a:cubicBezTo>
                <a:close/>
                <a:moveTo>
                  <a:pt x="718572" y="3456660"/>
                </a:moveTo>
                <a:cubicBezTo>
                  <a:pt x="708506" y="3440374"/>
                  <a:pt x="740265" y="3412980"/>
                  <a:pt x="753671" y="3426386"/>
                </a:cubicBezTo>
                <a:cubicBezTo>
                  <a:pt x="759643" y="3432358"/>
                  <a:pt x="761951" y="3443961"/>
                  <a:pt x="758801" y="3452172"/>
                </a:cubicBezTo>
                <a:cubicBezTo>
                  <a:pt x="752209" y="3469351"/>
                  <a:pt x="728079" y="3472043"/>
                  <a:pt x="718572" y="3456660"/>
                </a:cubicBezTo>
                <a:close/>
                <a:moveTo>
                  <a:pt x="944800" y="3456860"/>
                </a:moveTo>
                <a:cubicBezTo>
                  <a:pt x="946677" y="3451228"/>
                  <a:pt x="952285" y="3446621"/>
                  <a:pt x="957262" y="3446621"/>
                </a:cubicBezTo>
                <a:cubicBezTo>
                  <a:pt x="962239" y="3446621"/>
                  <a:pt x="967847" y="3451228"/>
                  <a:pt x="969724" y="3456860"/>
                </a:cubicBezTo>
                <a:cubicBezTo>
                  <a:pt x="971601" y="3462492"/>
                  <a:pt x="965993" y="3467100"/>
                  <a:pt x="957262" y="3467100"/>
                </a:cubicBezTo>
                <a:cubicBezTo>
                  <a:pt x="948531" y="3467100"/>
                  <a:pt x="942923" y="3462492"/>
                  <a:pt x="944800" y="3456860"/>
                </a:cubicBezTo>
                <a:close/>
                <a:moveTo>
                  <a:pt x="1917723" y="3452172"/>
                </a:moveTo>
                <a:cubicBezTo>
                  <a:pt x="1914573" y="3443961"/>
                  <a:pt x="1916669" y="3432570"/>
                  <a:pt x="1922381" y="3426858"/>
                </a:cubicBezTo>
                <a:cubicBezTo>
                  <a:pt x="1936134" y="3413105"/>
                  <a:pt x="1963065" y="3434581"/>
                  <a:pt x="1955802" y="3453508"/>
                </a:cubicBezTo>
                <a:cubicBezTo>
                  <a:pt x="1948834" y="3471666"/>
                  <a:pt x="1924881" y="3470825"/>
                  <a:pt x="1917723" y="3452172"/>
                </a:cubicBezTo>
                <a:close/>
                <a:moveTo>
                  <a:pt x="2795082" y="3447492"/>
                </a:moveTo>
                <a:cubicBezTo>
                  <a:pt x="2776124" y="3426544"/>
                  <a:pt x="2781812" y="3406427"/>
                  <a:pt x="2812094" y="3387326"/>
                </a:cubicBezTo>
                <a:cubicBezTo>
                  <a:pt x="2846309" y="3365744"/>
                  <a:pt x="2872709" y="3421954"/>
                  <a:pt x="2842532" y="3452132"/>
                </a:cubicBezTo>
                <a:cubicBezTo>
                  <a:pt x="2822984" y="3471680"/>
                  <a:pt x="2816388" y="3471035"/>
                  <a:pt x="2795082" y="3447492"/>
                </a:cubicBezTo>
                <a:close/>
                <a:moveTo>
                  <a:pt x="3110328" y="3454294"/>
                </a:moveTo>
                <a:cubicBezTo>
                  <a:pt x="3084362" y="3435307"/>
                  <a:pt x="3097307" y="3390900"/>
                  <a:pt x="3128808" y="3390900"/>
                </a:cubicBezTo>
                <a:cubicBezTo>
                  <a:pt x="3160842" y="3390900"/>
                  <a:pt x="3175264" y="3419851"/>
                  <a:pt x="3156544" y="3446577"/>
                </a:cubicBezTo>
                <a:cubicBezTo>
                  <a:pt x="3139741" y="3470567"/>
                  <a:pt x="3133913" y="3471540"/>
                  <a:pt x="3110328" y="3454294"/>
                </a:cubicBezTo>
                <a:close/>
                <a:moveTo>
                  <a:pt x="2381993" y="3444182"/>
                </a:moveTo>
                <a:cubicBezTo>
                  <a:pt x="2368564" y="3428001"/>
                  <a:pt x="2375706" y="3409950"/>
                  <a:pt x="2395537" y="3409950"/>
                </a:cubicBezTo>
                <a:cubicBezTo>
                  <a:pt x="2416161" y="3409950"/>
                  <a:pt x="2423010" y="3429422"/>
                  <a:pt x="2407752" y="3444679"/>
                </a:cubicBezTo>
                <a:cubicBezTo>
                  <a:pt x="2395633" y="3456798"/>
                  <a:pt x="2392411" y="3456736"/>
                  <a:pt x="2381993" y="3444182"/>
                </a:cubicBezTo>
                <a:close/>
                <a:moveTo>
                  <a:pt x="1403619" y="3433762"/>
                </a:moveTo>
                <a:cubicBezTo>
                  <a:pt x="1396073" y="3414098"/>
                  <a:pt x="1406304" y="3390900"/>
                  <a:pt x="1422522" y="3390900"/>
                </a:cubicBezTo>
                <a:cubicBezTo>
                  <a:pt x="1446001" y="3390900"/>
                  <a:pt x="1461525" y="3417224"/>
                  <a:pt x="1447800" y="3433762"/>
                </a:cubicBezTo>
                <a:cubicBezTo>
                  <a:pt x="1441278" y="3441620"/>
                  <a:pt x="1429903" y="3448050"/>
                  <a:pt x="1422522" y="3448050"/>
                </a:cubicBezTo>
                <a:cubicBezTo>
                  <a:pt x="1415141" y="3448050"/>
                  <a:pt x="1406634" y="3441620"/>
                  <a:pt x="1403619" y="3433762"/>
                </a:cubicBezTo>
                <a:close/>
                <a:moveTo>
                  <a:pt x="2568574" y="3441700"/>
                </a:moveTo>
                <a:cubicBezTo>
                  <a:pt x="2557878" y="3431003"/>
                  <a:pt x="2561517" y="3393819"/>
                  <a:pt x="2574299" y="3383211"/>
                </a:cubicBezTo>
                <a:cubicBezTo>
                  <a:pt x="2595814" y="3365355"/>
                  <a:pt x="2633802" y="3402042"/>
                  <a:pt x="2620170" y="3427512"/>
                </a:cubicBezTo>
                <a:cubicBezTo>
                  <a:pt x="2609599" y="3447266"/>
                  <a:pt x="2581788" y="3454913"/>
                  <a:pt x="2568574" y="3441700"/>
                </a:cubicBezTo>
                <a:close/>
                <a:moveTo>
                  <a:pt x="1567855" y="3408477"/>
                </a:moveTo>
                <a:cubicBezTo>
                  <a:pt x="1545221" y="3376162"/>
                  <a:pt x="1572554" y="3336239"/>
                  <a:pt x="1609323" y="3347909"/>
                </a:cubicBezTo>
                <a:cubicBezTo>
                  <a:pt x="1636107" y="3356410"/>
                  <a:pt x="1643330" y="3388604"/>
                  <a:pt x="1623394" y="3410632"/>
                </a:cubicBezTo>
                <a:cubicBezTo>
                  <a:pt x="1601806" y="3434486"/>
                  <a:pt x="1585633" y="3433859"/>
                  <a:pt x="1567855" y="3408477"/>
                </a:cubicBezTo>
                <a:close/>
                <a:moveTo>
                  <a:pt x="625474" y="3413125"/>
                </a:moveTo>
                <a:cubicBezTo>
                  <a:pt x="612805" y="3400455"/>
                  <a:pt x="619531" y="3362777"/>
                  <a:pt x="636039" y="3353942"/>
                </a:cubicBezTo>
                <a:cubicBezTo>
                  <a:pt x="671267" y="3335089"/>
                  <a:pt x="702807" y="3379607"/>
                  <a:pt x="674370" y="3408045"/>
                </a:cubicBezTo>
                <a:cubicBezTo>
                  <a:pt x="661916" y="3420498"/>
                  <a:pt x="635584" y="3423234"/>
                  <a:pt x="625474" y="3413125"/>
                </a:cubicBezTo>
                <a:close/>
                <a:moveTo>
                  <a:pt x="830580" y="3408045"/>
                </a:moveTo>
                <a:cubicBezTo>
                  <a:pt x="801355" y="3378820"/>
                  <a:pt x="841364" y="3324577"/>
                  <a:pt x="877772" y="3344063"/>
                </a:cubicBezTo>
                <a:cubicBezTo>
                  <a:pt x="910175" y="3361404"/>
                  <a:pt x="894372" y="3419475"/>
                  <a:pt x="857250" y="3419475"/>
                </a:cubicBezTo>
                <a:cubicBezTo>
                  <a:pt x="848868" y="3419475"/>
                  <a:pt x="836866" y="3414331"/>
                  <a:pt x="830580" y="3408045"/>
                </a:cubicBezTo>
                <a:close/>
                <a:moveTo>
                  <a:pt x="1175772" y="3409035"/>
                </a:moveTo>
                <a:cubicBezTo>
                  <a:pt x="1165706" y="3392749"/>
                  <a:pt x="1197465" y="3365355"/>
                  <a:pt x="1210871" y="3378761"/>
                </a:cubicBezTo>
                <a:cubicBezTo>
                  <a:pt x="1216843" y="3384733"/>
                  <a:pt x="1219151" y="3396336"/>
                  <a:pt x="1216001" y="3404547"/>
                </a:cubicBezTo>
                <a:cubicBezTo>
                  <a:pt x="1209409" y="3421726"/>
                  <a:pt x="1185279" y="3424418"/>
                  <a:pt x="1175772" y="3409035"/>
                </a:cubicBezTo>
                <a:close/>
                <a:moveTo>
                  <a:pt x="2686050" y="3381375"/>
                </a:moveTo>
                <a:cubicBezTo>
                  <a:pt x="2686050" y="3368675"/>
                  <a:pt x="2692400" y="3362325"/>
                  <a:pt x="2705100" y="3362325"/>
                </a:cubicBezTo>
                <a:cubicBezTo>
                  <a:pt x="2717800" y="3362325"/>
                  <a:pt x="2724150" y="3368675"/>
                  <a:pt x="2724150" y="3381375"/>
                </a:cubicBezTo>
                <a:cubicBezTo>
                  <a:pt x="2724150" y="3394075"/>
                  <a:pt x="2717800" y="3400425"/>
                  <a:pt x="2705100" y="3400425"/>
                </a:cubicBezTo>
                <a:cubicBezTo>
                  <a:pt x="2692400" y="3400425"/>
                  <a:pt x="2686050" y="3394075"/>
                  <a:pt x="2686050" y="3381375"/>
                </a:cubicBezTo>
                <a:close/>
                <a:moveTo>
                  <a:pt x="2935418" y="3378993"/>
                </a:moveTo>
                <a:cubicBezTo>
                  <a:pt x="2937092" y="3367206"/>
                  <a:pt x="2944891" y="3357562"/>
                  <a:pt x="2952750" y="3357562"/>
                </a:cubicBezTo>
                <a:cubicBezTo>
                  <a:pt x="2960608" y="3357562"/>
                  <a:pt x="2968407" y="3367206"/>
                  <a:pt x="2970081" y="3378993"/>
                </a:cubicBezTo>
                <a:cubicBezTo>
                  <a:pt x="2972423" y="3395488"/>
                  <a:pt x="2968431" y="3400425"/>
                  <a:pt x="2952750" y="3400425"/>
                </a:cubicBezTo>
                <a:cubicBezTo>
                  <a:pt x="2937068" y="3400425"/>
                  <a:pt x="2933076" y="3395488"/>
                  <a:pt x="2935418" y="3378993"/>
                </a:cubicBezTo>
                <a:close/>
                <a:moveTo>
                  <a:pt x="1825625" y="3384550"/>
                </a:moveTo>
                <a:cubicBezTo>
                  <a:pt x="1811669" y="3370594"/>
                  <a:pt x="1819703" y="3343275"/>
                  <a:pt x="1837762" y="3343275"/>
                </a:cubicBezTo>
                <a:cubicBezTo>
                  <a:pt x="1860205" y="3343275"/>
                  <a:pt x="1868951" y="3355420"/>
                  <a:pt x="1861149" y="3375752"/>
                </a:cubicBezTo>
                <a:cubicBezTo>
                  <a:pt x="1855181" y="3391304"/>
                  <a:pt x="1836905" y="3395830"/>
                  <a:pt x="1825625" y="3384550"/>
                </a:cubicBezTo>
                <a:close/>
                <a:moveTo>
                  <a:pt x="2449643" y="3369468"/>
                </a:moveTo>
                <a:cubicBezTo>
                  <a:pt x="2451317" y="3357681"/>
                  <a:pt x="2459116" y="3348037"/>
                  <a:pt x="2466975" y="3348037"/>
                </a:cubicBezTo>
                <a:cubicBezTo>
                  <a:pt x="2474833" y="3348037"/>
                  <a:pt x="2482632" y="3357681"/>
                  <a:pt x="2484306" y="3369468"/>
                </a:cubicBezTo>
                <a:cubicBezTo>
                  <a:pt x="2486648" y="3385963"/>
                  <a:pt x="2482656" y="3390900"/>
                  <a:pt x="2466975" y="3390900"/>
                </a:cubicBezTo>
                <a:cubicBezTo>
                  <a:pt x="2451293" y="3390900"/>
                  <a:pt x="2447301" y="3385963"/>
                  <a:pt x="2449643" y="3369468"/>
                </a:cubicBezTo>
                <a:close/>
                <a:moveTo>
                  <a:pt x="3245251" y="3375426"/>
                </a:moveTo>
                <a:cubicBezTo>
                  <a:pt x="3235128" y="3365303"/>
                  <a:pt x="3237124" y="3326199"/>
                  <a:pt x="3248110" y="3319409"/>
                </a:cubicBezTo>
                <a:cubicBezTo>
                  <a:pt x="3269482" y="3306201"/>
                  <a:pt x="3296829" y="3325240"/>
                  <a:pt x="3293822" y="3351236"/>
                </a:cubicBezTo>
                <a:cubicBezTo>
                  <a:pt x="3290942" y="3376140"/>
                  <a:pt x="3260918" y="3391093"/>
                  <a:pt x="3245251" y="3375426"/>
                </a:cubicBezTo>
                <a:close/>
                <a:moveTo>
                  <a:pt x="2300694" y="3362983"/>
                </a:moveTo>
                <a:cubicBezTo>
                  <a:pt x="2294188" y="3352455"/>
                  <a:pt x="2309213" y="3341088"/>
                  <a:pt x="2318008" y="3349883"/>
                </a:cubicBezTo>
                <a:cubicBezTo>
                  <a:pt x="2327065" y="3358940"/>
                  <a:pt x="2325377" y="3371850"/>
                  <a:pt x="2315137" y="3371850"/>
                </a:cubicBezTo>
                <a:cubicBezTo>
                  <a:pt x="2310207" y="3371850"/>
                  <a:pt x="2303708" y="3367859"/>
                  <a:pt x="2300694" y="3362983"/>
                </a:cubicBezTo>
                <a:close/>
                <a:moveTo>
                  <a:pt x="952500" y="3334448"/>
                </a:moveTo>
                <a:cubicBezTo>
                  <a:pt x="952500" y="3320817"/>
                  <a:pt x="958617" y="3314700"/>
                  <a:pt x="972248" y="3314700"/>
                </a:cubicBezTo>
                <a:cubicBezTo>
                  <a:pt x="985879" y="3314700"/>
                  <a:pt x="991008" y="3319829"/>
                  <a:pt x="988807" y="3331259"/>
                </a:cubicBezTo>
                <a:cubicBezTo>
                  <a:pt x="984026" y="3356088"/>
                  <a:pt x="952500" y="3358857"/>
                  <a:pt x="952500" y="3334448"/>
                </a:cubicBezTo>
                <a:close/>
                <a:moveTo>
                  <a:pt x="1297305" y="3341370"/>
                </a:moveTo>
                <a:cubicBezTo>
                  <a:pt x="1271632" y="3315697"/>
                  <a:pt x="1291646" y="3276600"/>
                  <a:pt x="1330461" y="3276600"/>
                </a:cubicBezTo>
                <a:cubicBezTo>
                  <a:pt x="1345721" y="3276600"/>
                  <a:pt x="1353974" y="3283723"/>
                  <a:pt x="1358194" y="3300536"/>
                </a:cubicBezTo>
                <a:cubicBezTo>
                  <a:pt x="1368496" y="3341583"/>
                  <a:pt x="1326010" y="3370075"/>
                  <a:pt x="1297305" y="3341370"/>
                </a:cubicBezTo>
                <a:close/>
                <a:moveTo>
                  <a:pt x="2148556" y="3336821"/>
                </a:moveTo>
                <a:cubicBezTo>
                  <a:pt x="2145087" y="3327781"/>
                  <a:pt x="2148781" y="3314486"/>
                  <a:pt x="2157062" y="3306205"/>
                </a:cubicBezTo>
                <a:cubicBezTo>
                  <a:pt x="2178292" y="3284975"/>
                  <a:pt x="2210342" y="3314904"/>
                  <a:pt x="2191146" y="3338034"/>
                </a:cubicBezTo>
                <a:cubicBezTo>
                  <a:pt x="2175110" y="3357357"/>
                  <a:pt x="2156230" y="3356819"/>
                  <a:pt x="2148556" y="3336821"/>
                </a:cubicBezTo>
                <a:close/>
                <a:moveTo>
                  <a:pt x="1106060" y="3331100"/>
                </a:moveTo>
                <a:cubicBezTo>
                  <a:pt x="1091259" y="3316299"/>
                  <a:pt x="1092707" y="3300196"/>
                  <a:pt x="1110140" y="3285728"/>
                </a:cubicBezTo>
                <a:cubicBezTo>
                  <a:pt x="1128820" y="3270225"/>
                  <a:pt x="1156430" y="3293439"/>
                  <a:pt x="1147376" y="3317034"/>
                </a:cubicBezTo>
                <a:cubicBezTo>
                  <a:pt x="1139567" y="3337384"/>
                  <a:pt x="1119258" y="3344298"/>
                  <a:pt x="1106060" y="3331100"/>
                </a:cubicBezTo>
                <a:close/>
                <a:moveTo>
                  <a:pt x="1967328" y="3330469"/>
                </a:moveTo>
                <a:cubicBezTo>
                  <a:pt x="1942196" y="3312092"/>
                  <a:pt x="1954400" y="3269382"/>
                  <a:pt x="1987129" y="3261168"/>
                </a:cubicBezTo>
                <a:cubicBezTo>
                  <a:pt x="2027853" y="3250947"/>
                  <a:pt x="2047944" y="3313322"/>
                  <a:pt x="2010401" y="3333414"/>
                </a:cubicBezTo>
                <a:cubicBezTo>
                  <a:pt x="1987335" y="3345759"/>
                  <a:pt x="1988331" y="3345827"/>
                  <a:pt x="1967328" y="3330469"/>
                </a:cubicBezTo>
                <a:close/>
                <a:moveTo>
                  <a:pt x="3013355" y="3319490"/>
                </a:moveTo>
                <a:cubicBezTo>
                  <a:pt x="3010063" y="3310912"/>
                  <a:pt x="3011770" y="3299494"/>
                  <a:pt x="3017148" y="3294116"/>
                </a:cubicBezTo>
                <a:cubicBezTo>
                  <a:pt x="3032675" y="3278589"/>
                  <a:pt x="3062287" y="3289054"/>
                  <a:pt x="3062287" y="3310067"/>
                </a:cubicBezTo>
                <a:cubicBezTo>
                  <a:pt x="3062287" y="3334296"/>
                  <a:pt x="3022012" y="3342051"/>
                  <a:pt x="3013355" y="3319490"/>
                </a:cubicBezTo>
                <a:close/>
                <a:moveTo>
                  <a:pt x="1707245" y="3313160"/>
                </a:moveTo>
                <a:cubicBezTo>
                  <a:pt x="1691808" y="3297723"/>
                  <a:pt x="1692363" y="3290572"/>
                  <a:pt x="1710398" y="3272536"/>
                </a:cubicBezTo>
                <a:cubicBezTo>
                  <a:pt x="1730939" y="3251996"/>
                  <a:pt x="1764467" y="3269551"/>
                  <a:pt x="1760321" y="3298675"/>
                </a:cubicBezTo>
                <a:cubicBezTo>
                  <a:pt x="1756930" y="3322495"/>
                  <a:pt x="1725230" y="3331145"/>
                  <a:pt x="1707245" y="3313160"/>
                </a:cubicBezTo>
                <a:close/>
                <a:moveTo>
                  <a:pt x="705593" y="3301307"/>
                </a:moveTo>
                <a:cubicBezTo>
                  <a:pt x="692164" y="3285126"/>
                  <a:pt x="699306" y="3267075"/>
                  <a:pt x="719137" y="3267075"/>
                </a:cubicBezTo>
                <a:cubicBezTo>
                  <a:pt x="739761" y="3267075"/>
                  <a:pt x="746610" y="3286547"/>
                  <a:pt x="731352" y="3301804"/>
                </a:cubicBezTo>
                <a:cubicBezTo>
                  <a:pt x="719233" y="3313923"/>
                  <a:pt x="716011" y="3313861"/>
                  <a:pt x="705593" y="3301307"/>
                </a:cubicBezTo>
                <a:close/>
                <a:moveTo>
                  <a:pt x="2348592" y="3299732"/>
                </a:moveTo>
                <a:cubicBezTo>
                  <a:pt x="2327242" y="3278381"/>
                  <a:pt x="2330038" y="3260338"/>
                  <a:pt x="2357485" y="3242355"/>
                </a:cubicBezTo>
                <a:cubicBezTo>
                  <a:pt x="2385807" y="3223797"/>
                  <a:pt x="2409825" y="3236987"/>
                  <a:pt x="2409825" y="3271098"/>
                </a:cubicBezTo>
                <a:cubicBezTo>
                  <a:pt x="2409825" y="3310966"/>
                  <a:pt x="2375757" y="3326896"/>
                  <a:pt x="2348592" y="3299732"/>
                </a:cubicBezTo>
                <a:close/>
                <a:moveTo>
                  <a:pt x="2794293" y="3300476"/>
                </a:moveTo>
                <a:cubicBezTo>
                  <a:pt x="2790994" y="3291878"/>
                  <a:pt x="2792862" y="3280277"/>
                  <a:pt x="2798445" y="3274695"/>
                </a:cubicBezTo>
                <a:cubicBezTo>
                  <a:pt x="2812957" y="3260182"/>
                  <a:pt x="2840454" y="3273446"/>
                  <a:pt x="2836663" y="3293130"/>
                </a:cubicBezTo>
                <a:cubicBezTo>
                  <a:pt x="2832440" y="3315055"/>
                  <a:pt x="2801919" y="3320347"/>
                  <a:pt x="2794293" y="3300476"/>
                </a:cubicBezTo>
                <a:close/>
                <a:moveTo>
                  <a:pt x="571500" y="3276600"/>
                </a:moveTo>
                <a:cubicBezTo>
                  <a:pt x="571500" y="3259225"/>
                  <a:pt x="575452" y="3249343"/>
                  <a:pt x="581025" y="3252787"/>
                </a:cubicBezTo>
                <a:cubicBezTo>
                  <a:pt x="586263" y="3256025"/>
                  <a:pt x="590550" y="3266740"/>
                  <a:pt x="590550" y="3276600"/>
                </a:cubicBezTo>
                <a:cubicBezTo>
                  <a:pt x="590550" y="3286459"/>
                  <a:pt x="586263" y="3297174"/>
                  <a:pt x="581025" y="3300412"/>
                </a:cubicBezTo>
                <a:cubicBezTo>
                  <a:pt x="575452" y="3303856"/>
                  <a:pt x="571500" y="3293974"/>
                  <a:pt x="571500" y="3276600"/>
                </a:cubicBezTo>
                <a:close/>
                <a:moveTo>
                  <a:pt x="1495425" y="3286125"/>
                </a:moveTo>
                <a:cubicBezTo>
                  <a:pt x="1495425" y="3273425"/>
                  <a:pt x="1501775" y="3267075"/>
                  <a:pt x="1514475" y="3267075"/>
                </a:cubicBezTo>
                <a:cubicBezTo>
                  <a:pt x="1527175" y="3267075"/>
                  <a:pt x="1533525" y="3273425"/>
                  <a:pt x="1533525" y="3286125"/>
                </a:cubicBezTo>
                <a:cubicBezTo>
                  <a:pt x="1533525" y="3298825"/>
                  <a:pt x="1527175" y="3305175"/>
                  <a:pt x="1514475" y="3305175"/>
                </a:cubicBezTo>
                <a:cubicBezTo>
                  <a:pt x="1501775" y="3305175"/>
                  <a:pt x="1495425" y="3298825"/>
                  <a:pt x="1495425" y="3286125"/>
                </a:cubicBezTo>
                <a:close/>
                <a:moveTo>
                  <a:pt x="2520949" y="3279775"/>
                </a:moveTo>
                <a:cubicBezTo>
                  <a:pt x="2507838" y="3266663"/>
                  <a:pt x="2515293" y="3248025"/>
                  <a:pt x="2533650" y="3248025"/>
                </a:cubicBezTo>
                <a:cubicBezTo>
                  <a:pt x="2546350" y="3248025"/>
                  <a:pt x="2552700" y="3254375"/>
                  <a:pt x="2552700" y="3267075"/>
                </a:cubicBezTo>
                <a:cubicBezTo>
                  <a:pt x="2552700" y="3285431"/>
                  <a:pt x="2534061" y="3292886"/>
                  <a:pt x="2520949" y="3279775"/>
                </a:cubicBezTo>
                <a:close/>
                <a:moveTo>
                  <a:pt x="2657844" y="3267765"/>
                </a:moveTo>
                <a:cubicBezTo>
                  <a:pt x="2639608" y="3233691"/>
                  <a:pt x="2673406" y="3197099"/>
                  <a:pt x="2701544" y="3220451"/>
                </a:cubicBezTo>
                <a:cubicBezTo>
                  <a:pt x="2719344" y="3235224"/>
                  <a:pt x="2718084" y="3273234"/>
                  <a:pt x="2699558" y="3280343"/>
                </a:cubicBezTo>
                <a:cubicBezTo>
                  <a:pt x="2675608" y="3289534"/>
                  <a:pt x="2668318" y="3287335"/>
                  <a:pt x="2657844" y="3267765"/>
                </a:cubicBezTo>
                <a:close/>
                <a:moveTo>
                  <a:pt x="1204399" y="3256720"/>
                </a:moveTo>
                <a:cubicBezTo>
                  <a:pt x="1196087" y="3243270"/>
                  <a:pt x="1214445" y="3224912"/>
                  <a:pt x="1227895" y="3233224"/>
                </a:cubicBezTo>
                <a:cubicBezTo>
                  <a:pt x="1233590" y="3236744"/>
                  <a:pt x="1238250" y="3245800"/>
                  <a:pt x="1238250" y="3253349"/>
                </a:cubicBezTo>
                <a:cubicBezTo>
                  <a:pt x="1238250" y="3269386"/>
                  <a:pt x="1213736" y="3271826"/>
                  <a:pt x="1204399" y="3256720"/>
                </a:cubicBezTo>
                <a:close/>
                <a:moveTo>
                  <a:pt x="1851136" y="3252376"/>
                </a:moveTo>
                <a:cubicBezTo>
                  <a:pt x="1843949" y="3233647"/>
                  <a:pt x="1852454" y="3225048"/>
                  <a:pt x="1871091" y="3232200"/>
                </a:cubicBezTo>
                <a:cubicBezTo>
                  <a:pt x="1879462" y="3235412"/>
                  <a:pt x="1883244" y="3243992"/>
                  <a:pt x="1880007" y="3252426"/>
                </a:cubicBezTo>
                <a:cubicBezTo>
                  <a:pt x="1872787" y="3271243"/>
                  <a:pt x="1858367" y="3271218"/>
                  <a:pt x="1851136" y="3252376"/>
                </a:cubicBezTo>
                <a:close/>
                <a:moveTo>
                  <a:pt x="3105485" y="3248651"/>
                </a:moveTo>
                <a:cubicBezTo>
                  <a:pt x="3090928" y="3221451"/>
                  <a:pt x="3093185" y="3211962"/>
                  <a:pt x="3118095" y="3195641"/>
                </a:cubicBezTo>
                <a:cubicBezTo>
                  <a:pt x="3144054" y="3178631"/>
                  <a:pt x="3168623" y="3184832"/>
                  <a:pt x="3176752" y="3210445"/>
                </a:cubicBezTo>
                <a:cubicBezTo>
                  <a:pt x="3191146" y="3255795"/>
                  <a:pt x="3127553" y="3289886"/>
                  <a:pt x="3105485" y="3248651"/>
                </a:cubicBezTo>
                <a:close/>
                <a:moveTo>
                  <a:pt x="832656" y="3243658"/>
                </a:moveTo>
                <a:cubicBezTo>
                  <a:pt x="818049" y="3232810"/>
                  <a:pt x="816504" y="3226638"/>
                  <a:pt x="824950" y="3212864"/>
                </a:cubicBezTo>
                <a:cubicBezTo>
                  <a:pt x="839569" y="3189022"/>
                  <a:pt x="870832" y="3190703"/>
                  <a:pt x="874378" y="3215520"/>
                </a:cubicBezTo>
                <a:cubicBezTo>
                  <a:pt x="878599" y="3245061"/>
                  <a:pt x="855509" y="3260632"/>
                  <a:pt x="832656" y="3243658"/>
                </a:cubicBezTo>
                <a:close/>
                <a:moveTo>
                  <a:pt x="982622" y="3239658"/>
                </a:moveTo>
                <a:cubicBezTo>
                  <a:pt x="964075" y="3227901"/>
                  <a:pt x="972790" y="3186979"/>
                  <a:pt x="994732" y="3182792"/>
                </a:cubicBezTo>
                <a:cubicBezTo>
                  <a:pt x="1020006" y="3177970"/>
                  <a:pt x="1040406" y="3207100"/>
                  <a:pt x="1027995" y="3230290"/>
                </a:cubicBezTo>
                <a:cubicBezTo>
                  <a:pt x="1017764" y="3249408"/>
                  <a:pt x="1002860" y="3252485"/>
                  <a:pt x="982622" y="3239658"/>
                </a:cubicBezTo>
                <a:close/>
                <a:moveTo>
                  <a:pt x="1409700" y="3238500"/>
                </a:moveTo>
                <a:cubicBezTo>
                  <a:pt x="1409700" y="3233261"/>
                  <a:pt x="1413733" y="3228975"/>
                  <a:pt x="1418662" y="3228975"/>
                </a:cubicBezTo>
                <a:cubicBezTo>
                  <a:pt x="1423592" y="3228975"/>
                  <a:pt x="1430274" y="3233261"/>
                  <a:pt x="1433512" y="3238500"/>
                </a:cubicBezTo>
                <a:cubicBezTo>
                  <a:pt x="1436750" y="3243738"/>
                  <a:pt x="1432716" y="3248025"/>
                  <a:pt x="1424549" y="3248025"/>
                </a:cubicBezTo>
                <a:cubicBezTo>
                  <a:pt x="1416382" y="3248025"/>
                  <a:pt x="1409700" y="3243738"/>
                  <a:pt x="1409700" y="3238500"/>
                </a:cubicBezTo>
                <a:close/>
                <a:moveTo>
                  <a:pt x="2901042" y="3233057"/>
                </a:moveTo>
                <a:cubicBezTo>
                  <a:pt x="2883335" y="3215349"/>
                  <a:pt x="2883183" y="3214076"/>
                  <a:pt x="2895935" y="3190248"/>
                </a:cubicBezTo>
                <a:cubicBezTo>
                  <a:pt x="2911998" y="3160233"/>
                  <a:pt x="2962275" y="3172464"/>
                  <a:pt x="2962275" y="3206387"/>
                </a:cubicBezTo>
                <a:cubicBezTo>
                  <a:pt x="2962275" y="3219756"/>
                  <a:pt x="2936408" y="3248025"/>
                  <a:pt x="2924175" y="3248025"/>
                </a:cubicBezTo>
                <a:cubicBezTo>
                  <a:pt x="2919684" y="3248025"/>
                  <a:pt x="2909275" y="3241289"/>
                  <a:pt x="2901042" y="3233057"/>
                </a:cubicBezTo>
                <a:close/>
                <a:moveTo>
                  <a:pt x="1591054" y="3224670"/>
                </a:moveTo>
                <a:cubicBezTo>
                  <a:pt x="1574367" y="3204563"/>
                  <a:pt x="1582852" y="3177053"/>
                  <a:pt x="1606796" y="3173628"/>
                </a:cubicBezTo>
                <a:cubicBezTo>
                  <a:pt x="1635826" y="3169476"/>
                  <a:pt x="1653339" y="3203049"/>
                  <a:pt x="1632838" y="3223551"/>
                </a:cubicBezTo>
                <a:cubicBezTo>
                  <a:pt x="1614296" y="3242092"/>
                  <a:pt x="1605704" y="3242322"/>
                  <a:pt x="1591054" y="3224670"/>
                </a:cubicBezTo>
                <a:close/>
                <a:moveTo>
                  <a:pt x="2221349" y="3227189"/>
                </a:moveTo>
                <a:cubicBezTo>
                  <a:pt x="2194109" y="3199949"/>
                  <a:pt x="2222760" y="3162927"/>
                  <a:pt x="2253443" y="3185716"/>
                </a:cubicBezTo>
                <a:cubicBezTo>
                  <a:pt x="2267770" y="3196356"/>
                  <a:pt x="2269510" y="3202878"/>
                  <a:pt x="2261507" y="3215943"/>
                </a:cubicBezTo>
                <a:cubicBezTo>
                  <a:pt x="2248093" y="3237840"/>
                  <a:pt x="2235521" y="3241361"/>
                  <a:pt x="2221349" y="3227189"/>
                </a:cubicBezTo>
                <a:close/>
                <a:moveTo>
                  <a:pt x="2057266" y="3205001"/>
                </a:moveTo>
                <a:cubicBezTo>
                  <a:pt x="2046804" y="3192395"/>
                  <a:pt x="2047340" y="3187327"/>
                  <a:pt x="2060531" y="3174136"/>
                </a:cubicBezTo>
                <a:cubicBezTo>
                  <a:pt x="2079078" y="3155588"/>
                  <a:pt x="2099302" y="3168927"/>
                  <a:pt x="2094012" y="3196217"/>
                </a:cubicBezTo>
                <a:cubicBezTo>
                  <a:pt x="2089558" y="3219191"/>
                  <a:pt x="2072439" y="3223284"/>
                  <a:pt x="2057266" y="3205001"/>
                </a:cubicBezTo>
                <a:close/>
                <a:moveTo>
                  <a:pt x="3270273" y="3204522"/>
                </a:moveTo>
                <a:cubicBezTo>
                  <a:pt x="3262335" y="3183834"/>
                  <a:pt x="3282489" y="3164379"/>
                  <a:pt x="3296914" y="3178804"/>
                </a:cubicBezTo>
                <a:cubicBezTo>
                  <a:pt x="3309107" y="3190997"/>
                  <a:pt x="3301553" y="3219450"/>
                  <a:pt x="3286125" y="3219450"/>
                </a:cubicBezTo>
                <a:cubicBezTo>
                  <a:pt x="3280557" y="3219450"/>
                  <a:pt x="3273424" y="3212732"/>
                  <a:pt x="3270273" y="3204522"/>
                </a:cubicBezTo>
                <a:close/>
                <a:moveTo>
                  <a:pt x="687705" y="3179445"/>
                </a:moveTo>
                <a:cubicBezTo>
                  <a:pt x="663780" y="3155520"/>
                  <a:pt x="681589" y="3114675"/>
                  <a:pt x="715944" y="3114675"/>
                </a:cubicBezTo>
                <a:cubicBezTo>
                  <a:pt x="725190" y="3114675"/>
                  <a:pt x="737342" y="3123247"/>
                  <a:pt x="742950" y="3133725"/>
                </a:cubicBezTo>
                <a:cubicBezTo>
                  <a:pt x="763529" y="3172178"/>
                  <a:pt x="718064" y="3209804"/>
                  <a:pt x="687705" y="3179445"/>
                </a:cubicBezTo>
                <a:close/>
                <a:moveTo>
                  <a:pt x="1285008" y="3175543"/>
                </a:moveTo>
                <a:cubicBezTo>
                  <a:pt x="1275521" y="3164112"/>
                  <a:pt x="1276135" y="3158432"/>
                  <a:pt x="1288160" y="3146407"/>
                </a:cubicBezTo>
                <a:cubicBezTo>
                  <a:pt x="1305621" y="3128945"/>
                  <a:pt x="1323975" y="3136855"/>
                  <a:pt x="1323975" y="3161843"/>
                </a:cubicBezTo>
                <a:cubicBezTo>
                  <a:pt x="1323975" y="3184953"/>
                  <a:pt x="1299856" y="3193433"/>
                  <a:pt x="1285008" y="3175543"/>
                </a:cubicBezTo>
                <a:close/>
                <a:moveTo>
                  <a:pt x="2768798" y="3184723"/>
                </a:moveTo>
                <a:cubicBezTo>
                  <a:pt x="2754125" y="3170050"/>
                  <a:pt x="2762631" y="3143250"/>
                  <a:pt x="2781962" y="3143250"/>
                </a:cubicBezTo>
                <a:cubicBezTo>
                  <a:pt x="2796778" y="3143250"/>
                  <a:pt x="2800918" y="3148387"/>
                  <a:pt x="2798631" y="3163935"/>
                </a:cubicBezTo>
                <a:cubicBezTo>
                  <a:pt x="2795470" y="3185416"/>
                  <a:pt x="2780160" y="3196085"/>
                  <a:pt x="2768798" y="3184723"/>
                </a:cubicBezTo>
                <a:close/>
                <a:moveTo>
                  <a:pt x="1459706" y="3175041"/>
                </a:moveTo>
                <a:cubicBezTo>
                  <a:pt x="1436346" y="3165615"/>
                  <a:pt x="1451826" y="3105150"/>
                  <a:pt x="1477599" y="3105150"/>
                </a:cubicBezTo>
                <a:cubicBezTo>
                  <a:pt x="1487226" y="3105150"/>
                  <a:pt x="1514475" y="3133303"/>
                  <a:pt x="1514475" y="3143250"/>
                </a:cubicBezTo>
                <a:cubicBezTo>
                  <a:pt x="1514475" y="3153340"/>
                  <a:pt x="1486908" y="3181625"/>
                  <a:pt x="1478075" y="3180598"/>
                </a:cubicBezTo>
                <a:cubicBezTo>
                  <a:pt x="1474521" y="3180184"/>
                  <a:pt x="1466254" y="3177684"/>
                  <a:pt x="1459706" y="3175041"/>
                </a:cubicBezTo>
                <a:close/>
                <a:moveTo>
                  <a:pt x="1918144" y="3167518"/>
                </a:moveTo>
                <a:cubicBezTo>
                  <a:pt x="1911509" y="3150227"/>
                  <a:pt x="1921146" y="3133725"/>
                  <a:pt x="1937880" y="3133725"/>
                </a:cubicBezTo>
                <a:cubicBezTo>
                  <a:pt x="1955259" y="3133725"/>
                  <a:pt x="1963067" y="3157572"/>
                  <a:pt x="1949975" y="3170664"/>
                </a:cubicBezTo>
                <a:cubicBezTo>
                  <a:pt x="1935466" y="3185173"/>
                  <a:pt x="1924503" y="3184090"/>
                  <a:pt x="1918144" y="3167518"/>
                </a:cubicBezTo>
                <a:close/>
                <a:moveTo>
                  <a:pt x="2565939" y="3167766"/>
                </a:moveTo>
                <a:cubicBezTo>
                  <a:pt x="2557273" y="3145183"/>
                  <a:pt x="2569535" y="3122376"/>
                  <a:pt x="2588389" y="3126007"/>
                </a:cubicBezTo>
                <a:cubicBezTo>
                  <a:pt x="2598934" y="3128038"/>
                  <a:pt x="2605087" y="3137902"/>
                  <a:pt x="2605087" y="3152775"/>
                </a:cubicBezTo>
                <a:cubicBezTo>
                  <a:pt x="2605087" y="3179927"/>
                  <a:pt x="2575023" y="3191439"/>
                  <a:pt x="2565939" y="3167766"/>
                </a:cubicBezTo>
                <a:close/>
                <a:moveTo>
                  <a:pt x="1111701" y="3165926"/>
                </a:moveTo>
                <a:cubicBezTo>
                  <a:pt x="1080791" y="3135016"/>
                  <a:pt x="1124175" y="3075355"/>
                  <a:pt x="1162606" y="3095922"/>
                </a:cubicBezTo>
                <a:cubicBezTo>
                  <a:pt x="1195553" y="3113555"/>
                  <a:pt x="1184738" y="3166239"/>
                  <a:pt x="1147420" y="3169895"/>
                </a:cubicBezTo>
                <a:cubicBezTo>
                  <a:pt x="1131515" y="3171453"/>
                  <a:pt x="1115442" y="3169667"/>
                  <a:pt x="1111701" y="3165926"/>
                </a:cubicBezTo>
                <a:close/>
                <a:moveTo>
                  <a:pt x="1746732" y="3158093"/>
                </a:moveTo>
                <a:cubicBezTo>
                  <a:pt x="1736401" y="3131170"/>
                  <a:pt x="1747615" y="3109956"/>
                  <a:pt x="1773780" y="3106930"/>
                </a:cubicBezTo>
                <a:cubicBezTo>
                  <a:pt x="1800385" y="3103853"/>
                  <a:pt x="1820018" y="3137979"/>
                  <a:pt x="1805322" y="3161758"/>
                </a:cubicBezTo>
                <a:cubicBezTo>
                  <a:pt x="1796105" y="3176671"/>
                  <a:pt x="1752823" y="3173964"/>
                  <a:pt x="1746732" y="3158093"/>
                </a:cubicBezTo>
                <a:close/>
                <a:moveTo>
                  <a:pt x="2393973" y="3156897"/>
                </a:moveTo>
                <a:cubicBezTo>
                  <a:pt x="2390823" y="3148686"/>
                  <a:pt x="2392919" y="3137295"/>
                  <a:pt x="2398631" y="3131583"/>
                </a:cubicBezTo>
                <a:cubicBezTo>
                  <a:pt x="2412384" y="3117830"/>
                  <a:pt x="2439315" y="3139306"/>
                  <a:pt x="2432052" y="3158233"/>
                </a:cubicBezTo>
                <a:cubicBezTo>
                  <a:pt x="2425084" y="3176391"/>
                  <a:pt x="2401131" y="3175550"/>
                  <a:pt x="2393973" y="3156897"/>
                </a:cubicBezTo>
                <a:close/>
                <a:moveTo>
                  <a:pt x="571500" y="3138487"/>
                </a:moveTo>
                <a:cubicBezTo>
                  <a:pt x="571500" y="3122400"/>
                  <a:pt x="575865" y="3114542"/>
                  <a:pt x="583406" y="3117056"/>
                </a:cubicBezTo>
                <a:cubicBezTo>
                  <a:pt x="589954" y="3119239"/>
                  <a:pt x="595312" y="3128883"/>
                  <a:pt x="595312" y="3138487"/>
                </a:cubicBezTo>
                <a:cubicBezTo>
                  <a:pt x="595312" y="3148091"/>
                  <a:pt x="589954" y="3157735"/>
                  <a:pt x="583406" y="3159918"/>
                </a:cubicBezTo>
                <a:cubicBezTo>
                  <a:pt x="575865" y="3162432"/>
                  <a:pt x="571500" y="3154574"/>
                  <a:pt x="571500" y="3138487"/>
                </a:cubicBezTo>
                <a:close/>
                <a:moveTo>
                  <a:pt x="904875" y="3105712"/>
                </a:moveTo>
                <a:cubicBezTo>
                  <a:pt x="904875" y="3095543"/>
                  <a:pt x="908294" y="3085111"/>
                  <a:pt x="912473" y="3082528"/>
                </a:cubicBezTo>
                <a:cubicBezTo>
                  <a:pt x="926045" y="3074140"/>
                  <a:pt x="945912" y="3093280"/>
                  <a:pt x="939899" y="3108951"/>
                </a:cubicBezTo>
                <a:cubicBezTo>
                  <a:pt x="931640" y="3130473"/>
                  <a:pt x="904875" y="3127998"/>
                  <a:pt x="904875" y="3105712"/>
                </a:cubicBezTo>
                <a:close/>
                <a:moveTo>
                  <a:pt x="3035030" y="3109912"/>
                </a:moveTo>
                <a:cubicBezTo>
                  <a:pt x="3027737" y="3090908"/>
                  <a:pt x="3037525" y="3067050"/>
                  <a:pt x="3052615" y="3067050"/>
                </a:cubicBezTo>
                <a:cubicBezTo>
                  <a:pt x="3059271" y="3067050"/>
                  <a:pt x="3070053" y="3073479"/>
                  <a:pt x="3076575" y="3081337"/>
                </a:cubicBezTo>
                <a:cubicBezTo>
                  <a:pt x="3089945" y="3097447"/>
                  <a:pt x="3074991" y="3124200"/>
                  <a:pt x="3052615" y="3124200"/>
                </a:cubicBezTo>
                <a:cubicBezTo>
                  <a:pt x="3045959" y="3124200"/>
                  <a:pt x="3038045" y="3117770"/>
                  <a:pt x="3035030" y="3109912"/>
                </a:cubicBezTo>
                <a:close/>
                <a:moveTo>
                  <a:pt x="3197554" y="3118179"/>
                </a:moveTo>
                <a:cubicBezTo>
                  <a:pt x="3185236" y="3105861"/>
                  <a:pt x="3190715" y="3078674"/>
                  <a:pt x="3206755" y="3072519"/>
                </a:cubicBezTo>
                <a:cubicBezTo>
                  <a:pt x="3226830" y="3064815"/>
                  <a:pt x="3241302" y="3078799"/>
                  <a:pt x="3236902" y="3101647"/>
                </a:cubicBezTo>
                <a:cubicBezTo>
                  <a:pt x="3233405" y="3119808"/>
                  <a:pt x="3209307" y="3129932"/>
                  <a:pt x="3197554" y="3118179"/>
                </a:cubicBezTo>
                <a:close/>
                <a:moveTo>
                  <a:pt x="3334129" y="3110370"/>
                </a:moveTo>
                <a:cubicBezTo>
                  <a:pt x="3318745" y="3091833"/>
                  <a:pt x="3325256" y="3063266"/>
                  <a:pt x="3345765" y="3059317"/>
                </a:cubicBezTo>
                <a:cubicBezTo>
                  <a:pt x="3359000" y="3056768"/>
                  <a:pt x="3362325" y="3062961"/>
                  <a:pt x="3362325" y="3090164"/>
                </a:cubicBezTo>
                <a:cubicBezTo>
                  <a:pt x="3362325" y="3126288"/>
                  <a:pt x="3352929" y="3133022"/>
                  <a:pt x="3334129" y="3110370"/>
                </a:cubicBezTo>
                <a:close/>
                <a:moveTo>
                  <a:pt x="2135505" y="3103245"/>
                </a:moveTo>
                <a:cubicBezTo>
                  <a:pt x="2103174" y="3070914"/>
                  <a:pt x="2141195" y="3017051"/>
                  <a:pt x="2181225" y="3038475"/>
                </a:cubicBezTo>
                <a:cubicBezTo>
                  <a:pt x="2200336" y="3048703"/>
                  <a:pt x="2205282" y="3071491"/>
                  <a:pt x="2194493" y="3099608"/>
                </a:cubicBezTo>
                <a:cubicBezTo>
                  <a:pt x="2187679" y="3117365"/>
                  <a:pt x="2151835" y="3119575"/>
                  <a:pt x="2135505" y="3103245"/>
                </a:cubicBezTo>
                <a:close/>
                <a:moveTo>
                  <a:pt x="2673080" y="3090862"/>
                </a:moveTo>
                <a:cubicBezTo>
                  <a:pt x="2664218" y="3067769"/>
                  <a:pt x="2676894" y="3048000"/>
                  <a:pt x="2700562" y="3048000"/>
                </a:cubicBezTo>
                <a:cubicBezTo>
                  <a:pt x="2725929" y="3048000"/>
                  <a:pt x="2734871" y="3064480"/>
                  <a:pt x="2722527" y="3088481"/>
                </a:cubicBezTo>
                <a:cubicBezTo>
                  <a:pt x="2712031" y="3108889"/>
                  <a:pt x="2680579" y="3110403"/>
                  <a:pt x="2673080" y="3090862"/>
                </a:cubicBezTo>
                <a:close/>
                <a:moveTo>
                  <a:pt x="2859313" y="3088481"/>
                </a:moveTo>
                <a:cubicBezTo>
                  <a:pt x="2861078" y="3079313"/>
                  <a:pt x="2868835" y="3071812"/>
                  <a:pt x="2876550" y="3071812"/>
                </a:cubicBezTo>
                <a:cubicBezTo>
                  <a:pt x="2884264" y="3071812"/>
                  <a:pt x="2892021" y="3079313"/>
                  <a:pt x="2893786" y="3088481"/>
                </a:cubicBezTo>
                <a:cubicBezTo>
                  <a:pt x="2896039" y="3100176"/>
                  <a:pt x="2890896" y="3105150"/>
                  <a:pt x="2876550" y="3105150"/>
                </a:cubicBezTo>
                <a:cubicBezTo>
                  <a:pt x="2862203" y="3105150"/>
                  <a:pt x="2857060" y="3100176"/>
                  <a:pt x="2859313" y="3088481"/>
                </a:cubicBezTo>
                <a:close/>
                <a:moveTo>
                  <a:pt x="1645156" y="3083358"/>
                </a:moveTo>
                <a:cubicBezTo>
                  <a:pt x="1637603" y="3063677"/>
                  <a:pt x="1652351" y="3045640"/>
                  <a:pt x="1672778" y="3049574"/>
                </a:cubicBezTo>
                <a:cubicBezTo>
                  <a:pt x="1698085" y="3054448"/>
                  <a:pt x="1696222" y="3090072"/>
                  <a:pt x="1670468" y="3093747"/>
                </a:cubicBezTo>
                <a:cubicBezTo>
                  <a:pt x="1659348" y="3095334"/>
                  <a:pt x="1647957" y="3090659"/>
                  <a:pt x="1645156" y="3083358"/>
                </a:cubicBezTo>
                <a:close/>
                <a:moveTo>
                  <a:pt x="1334243" y="3072707"/>
                </a:moveTo>
                <a:cubicBezTo>
                  <a:pt x="1320814" y="3056526"/>
                  <a:pt x="1327956" y="3038475"/>
                  <a:pt x="1347787" y="3038475"/>
                </a:cubicBezTo>
                <a:cubicBezTo>
                  <a:pt x="1368411" y="3038475"/>
                  <a:pt x="1375260" y="3057947"/>
                  <a:pt x="1360002" y="3073204"/>
                </a:cubicBezTo>
                <a:cubicBezTo>
                  <a:pt x="1347883" y="3085323"/>
                  <a:pt x="1344661" y="3085261"/>
                  <a:pt x="1334243" y="3072707"/>
                </a:cubicBezTo>
                <a:close/>
                <a:moveTo>
                  <a:pt x="790675" y="3062408"/>
                </a:moveTo>
                <a:cubicBezTo>
                  <a:pt x="775208" y="3043772"/>
                  <a:pt x="785195" y="3019425"/>
                  <a:pt x="808306" y="3019425"/>
                </a:cubicBezTo>
                <a:cubicBezTo>
                  <a:pt x="830835" y="3019425"/>
                  <a:pt x="842402" y="3045746"/>
                  <a:pt x="827673" y="3063494"/>
                </a:cubicBezTo>
                <a:cubicBezTo>
                  <a:pt x="813771" y="3080245"/>
                  <a:pt x="805271" y="3079995"/>
                  <a:pt x="790675" y="3062408"/>
                </a:cubicBezTo>
                <a:close/>
                <a:moveTo>
                  <a:pt x="1010643" y="3067666"/>
                </a:moveTo>
                <a:cubicBezTo>
                  <a:pt x="994425" y="3057640"/>
                  <a:pt x="1003638" y="3028950"/>
                  <a:pt x="1023076" y="3028950"/>
                </a:cubicBezTo>
                <a:cubicBezTo>
                  <a:pt x="1043989" y="3028950"/>
                  <a:pt x="1051806" y="3048026"/>
                  <a:pt x="1036970" y="3062857"/>
                </a:cubicBezTo>
                <a:cubicBezTo>
                  <a:pt x="1028785" y="3071039"/>
                  <a:pt x="1018992" y="3072828"/>
                  <a:pt x="1010643" y="3067666"/>
                </a:cubicBezTo>
                <a:close/>
                <a:moveTo>
                  <a:pt x="1987748" y="3070423"/>
                </a:moveTo>
                <a:cubicBezTo>
                  <a:pt x="1973736" y="3056411"/>
                  <a:pt x="1981105" y="3027534"/>
                  <a:pt x="1997868" y="3030763"/>
                </a:cubicBezTo>
                <a:cubicBezTo>
                  <a:pt x="2007036" y="3032528"/>
                  <a:pt x="2014537" y="3042130"/>
                  <a:pt x="2014537" y="3052099"/>
                </a:cubicBezTo>
                <a:cubicBezTo>
                  <a:pt x="2014537" y="3071049"/>
                  <a:pt x="1999001" y="3081676"/>
                  <a:pt x="1987748" y="3070423"/>
                </a:cubicBezTo>
                <a:close/>
                <a:moveTo>
                  <a:pt x="2316019" y="3067945"/>
                </a:moveTo>
                <a:cubicBezTo>
                  <a:pt x="2298702" y="3057239"/>
                  <a:pt x="2305972" y="3025187"/>
                  <a:pt x="2326619" y="3021211"/>
                </a:cubicBezTo>
                <a:cubicBezTo>
                  <a:pt x="2335742" y="3019454"/>
                  <a:pt x="2345923" y="3025095"/>
                  <a:pt x="2349243" y="3033747"/>
                </a:cubicBezTo>
                <a:cubicBezTo>
                  <a:pt x="2357037" y="3054057"/>
                  <a:pt x="2333216" y="3078577"/>
                  <a:pt x="2316019" y="3067945"/>
                </a:cubicBezTo>
                <a:close/>
                <a:moveTo>
                  <a:pt x="2468880" y="3065145"/>
                </a:moveTo>
                <a:cubicBezTo>
                  <a:pt x="2448521" y="3044786"/>
                  <a:pt x="2455449" y="3010403"/>
                  <a:pt x="2482381" y="2998132"/>
                </a:cubicBezTo>
                <a:cubicBezTo>
                  <a:pt x="2504307" y="2988141"/>
                  <a:pt x="2509416" y="2989370"/>
                  <a:pt x="2524766" y="3008326"/>
                </a:cubicBezTo>
                <a:cubicBezTo>
                  <a:pt x="2558155" y="3049560"/>
                  <a:pt x="2506158" y="3102423"/>
                  <a:pt x="2468880" y="3065145"/>
                </a:cubicBezTo>
                <a:close/>
                <a:moveTo>
                  <a:pt x="1205579" y="3058604"/>
                </a:moveTo>
                <a:cubicBezTo>
                  <a:pt x="1199097" y="3048115"/>
                  <a:pt x="1223368" y="3026768"/>
                  <a:pt x="1231982" y="3035382"/>
                </a:cubicBezTo>
                <a:cubicBezTo>
                  <a:pt x="1235429" y="3038829"/>
                  <a:pt x="1238250" y="3047365"/>
                  <a:pt x="1238250" y="3054349"/>
                </a:cubicBezTo>
                <a:cubicBezTo>
                  <a:pt x="1238250" y="3068539"/>
                  <a:pt x="1213695" y="3071736"/>
                  <a:pt x="1205579" y="3058604"/>
                </a:cubicBezTo>
                <a:close/>
                <a:moveTo>
                  <a:pt x="632269" y="3034168"/>
                </a:moveTo>
                <a:cubicBezTo>
                  <a:pt x="625634" y="3016877"/>
                  <a:pt x="635271" y="3000375"/>
                  <a:pt x="652005" y="3000375"/>
                </a:cubicBezTo>
                <a:cubicBezTo>
                  <a:pt x="666445" y="3000375"/>
                  <a:pt x="679056" y="3026268"/>
                  <a:pt x="670981" y="3039334"/>
                </a:cubicBezTo>
                <a:cubicBezTo>
                  <a:pt x="662655" y="3052805"/>
                  <a:pt x="638167" y="3049537"/>
                  <a:pt x="632269" y="3034168"/>
                </a:cubicBezTo>
                <a:close/>
                <a:moveTo>
                  <a:pt x="1498623" y="3033072"/>
                </a:moveTo>
                <a:cubicBezTo>
                  <a:pt x="1491116" y="3013509"/>
                  <a:pt x="1506183" y="2998889"/>
                  <a:pt x="1523086" y="3009335"/>
                </a:cubicBezTo>
                <a:cubicBezTo>
                  <a:pt x="1537481" y="3018231"/>
                  <a:pt x="1530851" y="3048000"/>
                  <a:pt x="1514475" y="3048000"/>
                </a:cubicBezTo>
                <a:cubicBezTo>
                  <a:pt x="1508907" y="3048000"/>
                  <a:pt x="1501774" y="3041282"/>
                  <a:pt x="1498623" y="3033072"/>
                </a:cubicBezTo>
                <a:close/>
                <a:moveTo>
                  <a:pt x="1822975" y="3034380"/>
                </a:moveTo>
                <a:cubicBezTo>
                  <a:pt x="1813492" y="3009666"/>
                  <a:pt x="1826784" y="2989239"/>
                  <a:pt x="1850188" y="2992563"/>
                </a:cubicBezTo>
                <a:cubicBezTo>
                  <a:pt x="1865930" y="2994798"/>
                  <a:pt x="1871662" y="3001968"/>
                  <a:pt x="1871662" y="3019425"/>
                </a:cubicBezTo>
                <a:cubicBezTo>
                  <a:pt x="1871662" y="3047541"/>
                  <a:pt x="1832627" y="3059532"/>
                  <a:pt x="1822975" y="3034380"/>
                </a:cubicBezTo>
                <a:close/>
                <a:moveTo>
                  <a:pt x="2954209" y="3036124"/>
                </a:moveTo>
                <a:cubicBezTo>
                  <a:pt x="2927429" y="3009344"/>
                  <a:pt x="2957520" y="2957616"/>
                  <a:pt x="2986087" y="2981325"/>
                </a:cubicBezTo>
                <a:cubicBezTo>
                  <a:pt x="2993945" y="2987846"/>
                  <a:pt x="3000375" y="3001079"/>
                  <a:pt x="3000375" y="3010731"/>
                </a:cubicBezTo>
                <a:cubicBezTo>
                  <a:pt x="3000375" y="3033834"/>
                  <a:pt x="2969114" y="3051029"/>
                  <a:pt x="2954209" y="3036124"/>
                </a:cubicBezTo>
                <a:close/>
                <a:moveTo>
                  <a:pt x="1090425" y="2990547"/>
                </a:moveTo>
                <a:cubicBezTo>
                  <a:pt x="1086726" y="2984562"/>
                  <a:pt x="1088181" y="2975183"/>
                  <a:pt x="1093659" y="2969705"/>
                </a:cubicBezTo>
                <a:cubicBezTo>
                  <a:pt x="1106460" y="2956904"/>
                  <a:pt x="1136304" y="2968070"/>
                  <a:pt x="1131096" y="2983711"/>
                </a:cubicBezTo>
                <a:cubicBezTo>
                  <a:pt x="1125794" y="2999634"/>
                  <a:pt x="1098841" y="3004164"/>
                  <a:pt x="1090425" y="2990547"/>
                </a:cubicBezTo>
                <a:close/>
                <a:moveTo>
                  <a:pt x="2772935" y="2988200"/>
                </a:moveTo>
                <a:cubicBezTo>
                  <a:pt x="2744799" y="2960064"/>
                  <a:pt x="2774732" y="2914892"/>
                  <a:pt x="2809266" y="2933374"/>
                </a:cubicBezTo>
                <a:cubicBezTo>
                  <a:pt x="2829543" y="2944226"/>
                  <a:pt x="2833832" y="2959444"/>
                  <a:pt x="2821635" y="2977257"/>
                </a:cubicBezTo>
                <a:cubicBezTo>
                  <a:pt x="2810248" y="2993887"/>
                  <a:pt x="2784425" y="2999690"/>
                  <a:pt x="2772935" y="2988200"/>
                </a:cubicBezTo>
                <a:close/>
                <a:moveTo>
                  <a:pt x="3131042" y="2988072"/>
                </a:moveTo>
                <a:cubicBezTo>
                  <a:pt x="3128248" y="2980791"/>
                  <a:pt x="3129419" y="2969241"/>
                  <a:pt x="3133644" y="2962404"/>
                </a:cubicBezTo>
                <a:cubicBezTo>
                  <a:pt x="3144329" y="2945116"/>
                  <a:pt x="3173955" y="2958467"/>
                  <a:pt x="3170038" y="2978805"/>
                </a:cubicBezTo>
                <a:cubicBezTo>
                  <a:pt x="3166078" y="2999367"/>
                  <a:pt x="3137942" y="3006054"/>
                  <a:pt x="3131042" y="2988072"/>
                </a:cubicBezTo>
                <a:close/>
                <a:moveTo>
                  <a:pt x="3277039" y="2986617"/>
                </a:moveTo>
                <a:cubicBezTo>
                  <a:pt x="3259748" y="2965782"/>
                  <a:pt x="3272075" y="2941258"/>
                  <a:pt x="3297988" y="2944938"/>
                </a:cubicBezTo>
                <a:cubicBezTo>
                  <a:pt x="3313694" y="2947168"/>
                  <a:pt x="3319462" y="2954348"/>
                  <a:pt x="3319462" y="2971669"/>
                </a:cubicBezTo>
                <a:cubicBezTo>
                  <a:pt x="3319462" y="2999460"/>
                  <a:pt x="3294885" y="3008120"/>
                  <a:pt x="3277039" y="2986617"/>
                </a:cubicBezTo>
                <a:close/>
                <a:moveTo>
                  <a:pt x="881742" y="2966357"/>
                </a:moveTo>
                <a:cubicBezTo>
                  <a:pt x="848123" y="2932737"/>
                  <a:pt x="890507" y="2876270"/>
                  <a:pt x="929382" y="2902889"/>
                </a:cubicBezTo>
                <a:cubicBezTo>
                  <a:pt x="947995" y="2915634"/>
                  <a:pt x="951258" y="2940758"/>
                  <a:pt x="936953" y="2961181"/>
                </a:cubicBezTo>
                <a:cubicBezTo>
                  <a:pt x="920177" y="2985132"/>
                  <a:pt x="902203" y="2986817"/>
                  <a:pt x="881742" y="2966357"/>
                </a:cubicBezTo>
                <a:close/>
                <a:moveTo>
                  <a:pt x="1565757" y="2967593"/>
                </a:moveTo>
                <a:cubicBezTo>
                  <a:pt x="1555612" y="2941154"/>
                  <a:pt x="1566446" y="2919412"/>
                  <a:pt x="1589767" y="2919412"/>
                </a:cubicBezTo>
                <a:cubicBezTo>
                  <a:pt x="1619813" y="2919412"/>
                  <a:pt x="1636833" y="2945850"/>
                  <a:pt x="1619912" y="2966239"/>
                </a:cubicBezTo>
                <a:cubicBezTo>
                  <a:pt x="1604275" y="2985080"/>
                  <a:pt x="1572770" y="2985868"/>
                  <a:pt x="1565757" y="2967593"/>
                </a:cubicBezTo>
                <a:close/>
                <a:moveTo>
                  <a:pt x="1719075" y="2971497"/>
                </a:moveTo>
                <a:cubicBezTo>
                  <a:pt x="1715376" y="2965512"/>
                  <a:pt x="1716831" y="2956133"/>
                  <a:pt x="1722309" y="2950655"/>
                </a:cubicBezTo>
                <a:cubicBezTo>
                  <a:pt x="1735110" y="2937854"/>
                  <a:pt x="1764954" y="2949020"/>
                  <a:pt x="1759746" y="2964661"/>
                </a:cubicBezTo>
                <a:cubicBezTo>
                  <a:pt x="1754444" y="2980584"/>
                  <a:pt x="1727491" y="2985114"/>
                  <a:pt x="1719075" y="2971497"/>
                </a:cubicBezTo>
                <a:close/>
                <a:moveTo>
                  <a:pt x="2191911" y="2968437"/>
                </a:moveTo>
                <a:cubicBezTo>
                  <a:pt x="2180333" y="2954486"/>
                  <a:pt x="2186905" y="2943225"/>
                  <a:pt x="2206625" y="2943225"/>
                </a:cubicBezTo>
                <a:cubicBezTo>
                  <a:pt x="2220814" y="2943225"/>
                  <a:pt x="2224011" y="2967779"/>
                  <a:pt x="2210879" y="2975895"/>
                </a:cubicBezTo>
                <a:cubicBezTo>
                  <a:pt x="2206234" y="2978766"/>
                  <a:pt x="2197698" y="2975410"/>
                  <a:pt x="2191911" y="2968437"/>
                </a:cubicBezTo>
                <a:close/>
                <a:moveTo>
                  <a:pt x="2612925" y="2966076"/>
                </a:moveTo>
                <a:cubicBezTo>
                  <a:pt x="2604805" y="2944915"/>
                  <a:pt x="2630172" y="2930899"/>
                  <a:pt x="2646695" y="2947417"/>
                </a:cubicBezTo>
                <a:cubicBezTo>
                  <a:pt x="2653864" y="2954583"/>
                  <a:pt x="2656825" y="2965144"/>
                  <a:pt x="2653277" y="2970885"/>
                </a:cubicBezTo>
                <a:cubicBezTo>
                  <a:pt x="2643694" y="2986390"/>
                  <a:pt x="2619619" y="2983521"/>
                  <a:pt x="2612925" y="2966076"/>
                </a:cubicBezTo>
                <a:close/>
                <a:moveTo>
                  <a:pt x="1392674" y="2960489"/>
                </a:moveTo>
                <a:cubicBezTo>
                  <a:pt x="1377045" y="2944860"/>
                  <a:pt x="1378151" y="2928975"/>
                  <a:pt x="1395890" y="2914253"/>
                </a:cubicBezTo>
                <a:cubicBezTo>
                  <a:pt x="1417011" y="2896724"/>
                  <a:pt x="1447551" y="2926389"/>
                  <a:pt x="1432670" y="2949980"/>
                </a:cubicBezTo>
                <a:cubicBezTo>
                  <a:pt x="1419292" y="2971189"/>
                  <a:pt x="1406686" y="2974501"/>
                  <a:pt x="1392674" y="2960489"/>
                </a:cubicBezTo>
                <a:close/>
                <a:moveTo>
                  <a:pt x="723766" y="2947826"/>
                </a:moveTo>
                <a:cubicBezTo>
                  <a:pt x="713304" y="2935220"/>
                  <a:pt x="713840" y="2930152"/>
                  <a:pt x="727031" y="2916961"/>
                </a:cubicBezTo>
                <a:cubicBezTo>
                  <a:pt x="745578" y="2898413"/>
                  <a:pt x="765802" y="2911752"/>
                  <a:pt x="760512" y="2939042"/>
                </a:cubicBezTo>
                <a:cubicBezTo>
                  <a:pt x="756058" y="2962016"/>
                  <a:pt x="738939" y="2966109"/>
                  <a:pt x="723766" y="2947826"/>
                </a:cubicBezTo>
                <a:close/>
                <a:moveTo>
                  <a:pt x="1221105" y="2950845"/>
                </a:moveTo>
                <a:cubicBezTo>
                  <a:pt x="1207454" y="2937194"/>
                  <a:pt x="1205957" y="2899021"/>
                  <a:pt x="1218761" y="2891108"/>
                </a:cubicBezTo>
                <a:cubicBezTo>
                  <a:pt x="1223759" y="2888019"/>
                  <a:pt x="1238761" y="2888231"/>
                  <a:pt x="1252099" y="2891578"/>
                </a:cubicBezTo>
                <a:cubicBezTo>
                  <a:pt x="1280799" y="2898782"/>
                  <a:pt x="1283922" y="2923894"/>
                  <a:pt x="1258931" y="2946511"/>
                </a:cubicBezTo>
                <a:cubicBezTo>
                  <a:pt x="1238136" y="2965330"/>
                  <a:pt x="1235852" y="2965592"/>
                  <a:pt x="1221105" y="2950845"/>
                </a:cubicBezTo>
                <a:close/>
                <a:moveTo>
                  <a:pt x="2042050" y="2939130"/>
                </a:moveTo>
                <a:cubicBezTo>
                  <a:pt x="2032567" y="2914416"/>
                  <a:pt x="2045859" y="2893989"/>
                  <a:pt x="2069263" y="2897313"/>
                </a:cubicBezTo>
                <a:cubicBezTo>
                  <a:pt x="2085005" y="2899548"/>
                  <a:pt x="2090737" y="2906718"/>
                  <a:pt x="2090737" y="2924175"/>
                </a:cubicBezTo>
                <a:cubicBezTo>
                  <a:pt x="2090737" y="2952291"/>
                  <a:pt x="2051702" y="2964282"/>
                  <a:pt x="2042050" y="2939130"/>
                </a:cubicBezTo>
                <a:close/>
                <a:moveTo>
                  <a:pt x="2432773" y="2939644"/>
                </a:moveTo>
                <a:cubicBezTo>
                  <a:pt x="2424703" y="2918615"/>
                  <a:pt x="2435439" y="2907879"/>
                  <a:pt x="2449988" y="2922428"/>
                </a:cubicBezTo>
                <a:cubicBezTo>
                  <a:pt x="2458579" y="2931019"/>
                  <a:pt x="2458615" y="2936344"/>
                  <a:pt x="2450142" y="2944817"/>
                </a:cubicBezTo>
                <a:cubicBezTo>
                  <a:pt x="2441668" y="2953291"/>
                  <a:pt x="2437537" y="2952061"/>
                  <a:pt x="2432773" y="2939644"/>
                </a:cubicBezTo>
                <a:close/>
                <a:moveTo>
                  <a:pt x="1914625" y="2919533"/>
                </a:moveTo>
                <a:cubicBezTo>
                  <a:pt x="1898798" y="2900463"/>
                  <a:pt x="1909341" y="2876550"/>
                  <a:pt x="1933575" y="2876550"/>
                </a:cubicBezTo>
                <a:cubicBezTo>
                  <a:pt x="1944381" y="2876550"/>
                  <a:pt x="1955711" y="2883033"/>
                  <a:pt x="1958752" y="2890958"/>
                </a:cubicBezTo>
                <a:cubicBezTo>
                  <a:pt x="1964225" y="2905221"/>
                  <a:pt x="1947450" y="2933700"/>
                  <a:pt x="1933575" y="2933700"/>
                </a:cubicBezTo>
                <a:cubicBezTo>
                  <a:pt x="1929619" y="2933700"/>
                  <a:pt x="1921091" y="2927325"/>
                  <a:pt x="1914625" y="2919533"/>
                </a:cubicBezTo>
                <a:close/>
                <a:moveTo>
                  <a:pt x="2276151" y="2919022"/>
                </a:moveTo>
                <a:cubicBezTo>
                  <a:pt x="2251376" y="2889170"/>
                  <a:pt x="2287890" y="2856992"/>
                  <a:pt x="2319722" y="2880626"/>
                </a:cubicBezTo>
                <a:cubicBezTo>
                  <a:pt x="2334673" y="2891727"/>
                  <a:pt x="2336289" y="2897911"/>
                  <a:pt x="2327841" y="2911710"/>
                </a:cubicBezTo>
                <a:cubicBezTo>
                  <a:pt x="2313682" y="2934839"/>
                  <a:pt x="2291842" y="2937929"/>
                  <a:pt x="2276151" y="2919022"/>
                </a:cubicBezTo>
                <a:close/>
                <a:moveTo>
                  <a:pt x="2933700" y="2895600"/>
                </a:moveTo>
                <a:cubicBezTo>
                  <a:pt x="2933700" y="2881253"/>
                  <a:pt x="2938673" y="2876110"/>
                  <a:pt x="2950368" y="2878363"/>
                </a:cubicBezTo>
                <a:cubicBezTo>
                  <a:pt x="2959536" y="2880128"/>
                  <a:pt x="2967037" y="2887885"/>
                  <a:pt x="2967037" y="2895600"/>
                </a:cubicBezTo>
                <a:cubicBezTo>
                  <a:pt x="2967037" y="2903314"/>
                  <a:pt x="2959536" y="2911071"/>
                  <a:pt x="2950368" y="2912836"/>
                </a:cubicBezTo>
                <a:cubicBezTo>
                  <a:pt x="2938673" y="2915089"/>
                  <a:pt x="2933700" y="2909946"/>
                  <a:pt x="2933700" y="2895600"/>
                </a:cubicBezTo>
                <a:close/>
                <a:moveTo>
                  <a:pt x="575157" y="2891393"/>
                </a:moveTo>
                <a:cubicBezTo>
                  <a:pt x="565912" y="2867299"/>
                  <a:pt x="575829" y="2843302"/>
                  <a:pt x="596243" y="2840371"/>
                </a:cubicBezTo>
                <a:cubicBezTo>
                  <a:pt x="624754" y="2836277"/>
                  <a:pt x="642337" y="2860500"/>
                  <a:pt x="628975" y="2885466"/>
                </a:cubicBezTo>
                <a:cubicBezTo>
                  <a:pt x="616902" y="2908024"/>
                  <a:pt x="582973" y="2911761"/>
                  <a:pt x="575157" y="2891393"/>
                </a:cubicBezTo>
                <a:close/>
                <a:moveTo>
                  <a:pt x="1035049" y="2898775"/>
                </a:moveTo>
                <a:cubicBezTo>
                  <a:pt x="1021094" y="2884819"/>
                  <a:pt x="1029128" y="2857500"/>
                  <a:pt x="1047187" y="2857500"/>
                </a:cubicBezTo>
                <a:cubicBezTo>
                  <a:pt x="1069630" y="2857500"/>
                  <a:pt x="1078376" y="2869645"/>
                  <a:pt x="1070574" y="2889977"/>
                </a:cubicBezTo>
                <a:cubicBezTo>
                  <a:pt x="1064606" y="2905529"/>
                  <a:pt x="1046330" y="2910055"/>
                  <a:pt x="1035049" y="2898775"/>
                </a:cubicBezTo>
                <a:close/>
                <a:moveTo>
                  <a:pt x="2498748" y="2890197"/>
                </a:moveTo>
                <a:cubicBezTo>
                  <a:pt x="2490810" y="2869509"/>
                  <a:pt x="2510964" y="2850054"/>
                  <a:pt x="2525389" y="2864479"/>
                </a:cubicBezTo>
                <a:cubicBezTo>
                  <a:pt x="2537582" y="2876672"/>
                  <a:pt x="2530028" y="2905125"/>
                  <a:pt x="2514600" y="2905125"/>
                </a:cubicBezTo>
                <a:cubicBezTo>
                  <a:pt x="2509032" y="2905125"/>
                  <a:pt x="2501899" y="2898407"/>
                  <a:pt x="2498748" y="2890197"/>
                </a:cubicBezTo>
                <a:close/>
                <a:moveTo>
                  <a:pt x="3062967" y="2890157"/>
                </a:moveTo>
                <a:cubicBezTo>
                  <a:pt x="3039599" y="2866789"/>
                  <a:pt x="3055092" y="2819400"/>
                  <a:pt x="3086100" y="2819400"/>
                </a:cubicBezTo>
                <a:cubicBezTo>
                  <a:pt x="3098850" y="2819400"/>
                  <a:pt x="3124200" y="2847918"/>
                  <a:pt x="3124200" y="2862262"/>
                </a:cubicBezTo>
                <a:cubicBezTo>
                  <a:pt x="3124200" y="2876606"/>
                  <a:pt x="3098850" y="2905125"/>
                  <a:pt x="3086100" y="2905125"/>
                </a:cubicBezTo>
                <a:cubicBezTo>
                  <a:pt x="3081609" y="2905125"/>
                  <a:pt x="3071200" y="2898389"/>
                  <a:pt x="3062967" y="2890157"/>
                </a:cubicBezTo>
                <a:close/>
                <a:moveTo>
                  <a:pt x="3211308" y="2892504"/>
                </a:moveTo>
                <a:cubicBezTo>
                  <a:pt x="3202659" y="2882083"/>
                  <a:pt x="3203364" y="2876422"/>
                  <a:pt x="3214457" y="2867216"/>
                </a:cubicBezTo>
                <a:cubicBezTo>
                  <a:pt x="3226117" y="2857538"/>
                  <a:pt x="3229880" y="2858300"/>
                  <a:pt x="3234889" y="2871355"/>
                </a:cubicBezTo>
                <a:cubicBezTo>
                  <a:pt x="3243434" y="2893622"/>
                  <a:pt x="3225549" y="2909664"/>
                  <a:pt x="3211308" y="2892504"/>
                </a:cubicBezTo>
                <a:close/>
                <a:moveTo>
                  <a:pt x="1473200" y="2870200"/>
                </a:moveTo>
                <a:cubicBezTo>
                  <a:pt x="1459244" y="2856244"/>
                  <a:pt x="1467278" y="2828925"/>
                  <a:pt x="1485337" y="2828925"/>
                </a:cubicBezTo>
                <a:cubicBezTo>
                  <a:pt x="1509651" y="2828925"/>
                  <a:pt x="1519009" y="2845321"/>
                  <a:pt x="1504603" y="2862679"/>
                </a:cubicBezTo>
                <a:cubicBezTo>
                  <a:pt x="1492029" y="2877831"/>
                  <a:pt x="1482994" y="2879994"/>
                  <a:pt x="1473200" y="2870200"/>
                </a:cubicBezTo>
                <a:close/>
                <a:moveTo>
                  <a:pt x="1643469" y="2867683"/>
                </a:moveTo>
                <a:cubicBezTo>
                  <a:pt x="1636425" y="2856285"/>
                  <a:pt x="1654343" y="2844992"/>
                  <a:pt x="1667030" y="2852833"/>
                </a:cubicBezTo>
                <a:cubicBezTo>
                  <a:pt x="1677682" y="2859417"/>
                  <a:pt x="1670689" y="2876550"/>
                  <a:pt x="1657350" y="2876550"/>
                </a:cubicBezTo>
                <a:cubicBezTo>
                  <a:pt x="1652729" y="2876550"/>
                  <a:pt x="1646483" y="2872559"/>
                  <a:pt x="1643469" y="2867683"/>
                </a:cubicBezTo>
                <a:close/>
                <a:moveTo>
                  <a:pt x="2644993" y="2865559"/>
                </a:moveTo>
                <a:cubicBezTo>
                  <a:pt x="2622142" y="2852771"/>
                  <a:pt x="2624640" y="2812824"/>
                  <a:pt x="2649110" y="2799728"/>
                </a:cubicBezTo>
                <a:cubicBezTo>
                  <a:pt x="2665723" y="2790838"/>
                  <a:pt x="2672675" y="2792267"/>
                  <a:pt x="2688166" y="2807758"/>
                </a:cubicBezTo>
                <a:cubicBezTo>
                  <a:pt x="2718864" y="2838456"/>
                  <a:pt x="2682811" y="2886724"/>
                  <a:pt x="2644993" y="2865559"/>
                </a:cubicBezTo>
                <a:close/>
                <a:moveTo>
                  <a:pt x="2828120" y="2861292"/>
                </a:moveTo>
                <a:cubicBezTo>
                  <a:pt x="2819657" y="2851095"/>
                  <a:pt x="2819285" y="2844279"/>
                  <a:pt x="2826783" y="2836781"/>
                </a:cubicBezTo>
                <a:cubicBezTo>
                  <a:pt x="2839935" y="2823629"/>
                  <a:pt x="2867025" y="2833482"/>
                  <a:pt x="2867025" y="2851419"/>
                </a:cubicBezTo>
                <a:cubicBezTo>
                  <a:pt x="2867025" y="2871267"/>
                  <a:pt x="2841726" y="2877687"/>
                  <a:pt x="2828120" y="2861292"/>
                </a:cubicBezTo>
                <a:close/>
                <a:moveTo>
                  <a:pt x="3326249" y="2865239"/>
                </a:moveTo>
                <a:cubicBezTo>
                  <a:pt x="3299009" y="2837999"/>
                  <a:pt x="3327660" y="2800977"/>
                  <a:pt x="3358343" y="2823766"/>
                </a:cubicBezTo>
                <a:cubicBezTo>
                  <a:pt x="3372670" y="2834406"/>
                  <a:pt x="3374410" y="2840928"/>
                  <a:pt x="3366407" y="2853993"/>
                </a:cubicBezTo>
                <a:cubicBezTo>
                  <a:pt x="3352993" y="2875890"/>
                  <a:pt x="3340421" y="2879411"/>
                  <a:pt x="3326249" y="2865239"/>
                </a:cubicBezTo>
                <a:close/>
                <a:moveTo>
                  <a:pt x="1768475" y="2860675"/>
                </a:moveTo>
                <a:cubicBezTo>
                  <a:pt x="1754599" y="2846799"/>
                  <a:pt x="1762552" y="2800791"/>
                  <a:pt x="1780484" y="2791194"/>
                </a:cubicBezTo>
                <a:cubicBezTo>
                  <a:pt x="1817895" y="2771172"/>
                  <a:pt x="1856021" y="2819938"/>
                  <a:pt x="1828697" y="2852861"/>
                </a:cubicBezTo>
                <a:cubicBezTo>
                  <a:pt x="1816685" y="2867334"/>
                  <a:pt x="1779906" y="2872106"/>
                  <a:pt x="1768475" y="2860675"/>
                </a:cubicBezTo>
                <a:close/>
                <a:moveTo>
                  <a:pt x="1308123" y="2833047"/>
                </a:moveTo>
                <a:cubicBezTo>
                  <a:pt x="1304973" y="2824836"/>
                  <a:pt x="1307069" y="2813445"/>
                  <a:pt x="1312781" y="2807733"/>
                </a:cubicBezTo>
                <a:cubicBezTo>
                  <a:pt x="1326534" y="2793980"/>
                  <a:pt x="1353465" y="2815456"/>
                  <a:pt x="1346202" y="2834383"/>
                </a:cubicBezTo>
                <a:cubicBezTo>
                  <a:pt x="1339234" y="2852541"/>
                  <a:pt x="1315281" y="2851700"/>
                  <a:pt x="1308123" y="2833047"/>
                </a:cubicBezTo>
                <a:close/>
                <a:moveTo>
                  <a:pt x="2169072" y="2837169"/>
                </a:moveTo>
                <a:cubicBezTo>
                  <a:pt x="2149105" y="2825994"/>
                  <a:pt x="2147682" y="2797280"/>
                  <a:pt x="2166328" y="2781805"/>
                </a:cubicBezTo>
                <a:cubicBezTo>
                  <a:pt x="2184714" y="2766546"/>
                  <a:pt x="2219325" y="2784878"/>
                  <a:pt x="2219325" y="2809875"/>
                </a:cubicBezTo>
                <a:cubicBezTo>
                  <a:pt x="2219325" y="2833833"/>
                  <a:pt x="2190798" y="2849327"/>
                  <a:pt x="2169072" y="2837169"/>
                </a:cubicBezTo>
                <a:close/>
                <a:moveTo>
                  <a:pt x="686409" y="2824896"/>
                </a:moveTo>
                <a:cubicBezTo>
                  <a:pt x="671623" y="2807080"/>
                  <a:pt x="681005" y="2790825"/>
                  <a:pt x="706074" y="2790825"/>
                </a:cubicBezTo>
                <a:cubicBezTo>
                  <a:pt x="720313" y="2790825"/>
                  <a:pt x="724444" y="2796129"/>
                  <a:pt x="722181" y="2811510"/>
                </a:cubicBezTo>
                <a:cubicBezTo>
                  <a:pt x="718377" y="2837358"/>
                  <a:pt x="701876" y="2843533"/>
                  <a:pt x="686409" y="2824896"/>
                </a:cubicBezTo>
                <a:close/>
                <a:moveTo>
                  <a:pt x="1153022" y="2824761"/>
                </a:moveTo>
                <a:cubicBezTo>
                  <a:pt x="1138241" y="2806952"/>
                  <a:pt x="1146380" y="2781300"/>
                  <a:pt x="1166812" y="2781300"/>
                </a:cubicBezTo>
                <a:cubicBezTo>
                  <a:pt x="1188043" y="2781300"/>
                  <a:pt x="1195775" y="2808806"/>
                  <a:pt x="1179203" y="2825379"/>
                </a:cubicBezTo>
                <a:cubicBezTo>
                  <a:pt x="1166850" y="2837731"/>
                  <a:pt x="1163725" y="2837658"/>
                  <a:pt x="1153022" y="2824761"/>
                </a:cubicBezTo>
                <a:close/>
                <a:moveTo>
                  <a:pt x="2365361" y="2823423"/>
                </a:moveTo>
                <a:cubicBezTo>
                  <a:pt x="2362189" y="2815159"/>
                  <a:pt x="2366610" y="2801382"/>
                  <a:pt x="2375185" y="2792807"/>
                </a:cubicBezTo>
                <a:cubicBezTo>
                  <a:pt x="2394678" y="2773314"/>
                  <a:pt x="2424127" y="2795868"/>
                  <a:pt x="2413918" y="2822471"/>
                </a:cubicBezTo>
                <a:cubicBezTo>
                  <a:pt x="2406163" y="2842680"/>
                  <a:pt x="2373000" y="2843331"/>
                  <a:pt x="2365361" y="2823423"/>
                </a:cubicBezTo>
                <a:close/>
                <a:moveTo>
                  <a:pt x="800880" y="2811334"/>
                </a:moveTo>
                <a:cubicBezTo>
                  <a:pt x="794403" y="2799231"/>
                  <a:pt x="794893" y="2790316"/>
                  <a:pt x="802450" y="2782759"/>
                </a:cubicBezTo>
                <a:cubicBezTo>
                  <a:pt x="828580" y="2756629"/>
                  <a:pt x="861682" y="2786342"/>
                  <a:pt x="838099" y="2814758"/>
                </a:cubicBezTo>
                <a:cubicBezTo>
                  <a:pt x="822493" y="2833563"/>
                  <a:pt x="812274" y="2832622"/>
                  <a:pt x="800880" y="2811334"/>
                </a:cubicBezTo>
                <a:close/>
                <a:moveTo>
                  <a:pt x="927369" y="2814637"/>
                </a:moveTo>
                <a:cubicBezTo>
                  <a:pt x="919823" y="2794973"/>
                  <a:pt x="930054" y="2771775"/>
                  <a:pt x="946272" y="2771775"/>
                </a:cubicBezTo>
                <a:cubicBezTo>
                  <a:pt x="953653" y="2771775"/>
                  <a:pt x="965028" y="2778204"/>
                  <a:pt x="971550" y="2786062"/>
                </a:cubicBezTo>
                <a:cubicBezTo>
                  <a:pt x="985275" y="2802600"/>
                  <a:pt x="969751" y="2828925"/>
                  <a:pt x="946272" y="2828925"/>
                </a:cubicBezTo>
                <a:cubicBezTo>
                  <a:pt x="938891" y="2828925"/>
                  <a:pt x="930384" y="2822495"/>
                  <a:pt x="927369" y="2814637"/>
                </a:cubicBezTo>
                <a:close/>
                <a:moveTo>
                  <a:pt x="1554480" y="2779395"/>
                </a:moveTo>
                <a:cubicBezTo>
                  <a:pt x="1527393" y="2752308"/>
                  <a:pt x="1553889" y="2707712"/>
                  <a:pt x="1590217" y="2719242"/>
                </a:cubicBezTo>
                <a:cubicBezTo>
                  <a:pt x="1603814" y="2723557"/>
                  <a:pt x="1609725" y="2733588"/>
                  <a:pt x="1609725" y="2752347"/>
                </a:cubicBezTo>
                <a:cubicBezTo>
                  <a:pt x="1609725" y="2787183"/>
                  <a:pt x="1577866" y="2802781"/>
                  <a:pt x="1554480" y="2779395"/>
                </a:cubicBezTo>
                <a:close/>
                <a:moveTo>
                  <a:pt x="2021205" y="2779395"/>
                </a:moveTo>
                <a:cubicBezTo>
                  <a:pt x="2001303" y="2759493"/>
                  <a:pt x="2014029" y="2714625"/>
                  <a:pt x="2039574" y="2714625"/>
                </a:cubicBezTo>
                <a:cubicBezTo>
                  <a:pt x="2049201" y="2714625"/>
                  <a:pt x="2076450" y="2742778"/>
                  <a:pt x="2076450" y="2752725"/>
                </a:cubicBezTo>
                <a:cubicBezTo>
                  <a:pt x="2076450" y="2762671"/>
                  <a:pt x="2049201" y="2790825"/>
                  <a:pt x="2039574" y="2790825"/>
                </a:cubicBezTo>
                <a:cubicBezTo>
                  <a:pt x="2035757" y="2790825"/>
                  <a:pt x="2027491" y="2785681"/>
                  <a:pt x="2021205" y="2779395"/>
                </a:cubicBezTo>
                <a:close/>
                <a:moveTo>
                  <a:pt x="1908619" y="2767468"/>
                </a:moveTo>
                <a:cubicBezTo>
                  <a:pt x="1901793" y="2749680"/>
                  <a:pt x="1911765" y="2733675"/>
                  <a:pt x="1929673" y="2733675"/>
                </a:cubicBezTo>
                <a:cubicBezTo>
                  <a:pt x="1949137" y="2733675"/>
                  <a:pt x="1958295" y="2762339"/>
                  <a:pt x="1942106" y="2772590"/>
                </a:cubicBezTo>
                <a:cubicBezTo>
                  <a:pt x="1923168" y="2784582"/>
                  <a:pt x="1914688" y="2783285"/>
                  <a:pt x="1908619" y="2767468"/>
                </a:cubicBezTo>
                <a:close/>
                <a:moveTo>
                  <a:pt x="2505075" y="2762812"/>
                </a:moveTo>
                <a:cubicBezTo>
                  <a:pt x="2505075" y="2737164"/>
                  <a:pt x="2523093" y="2728561"/>
                  <a:pt x="2540453" y="2745921"/>
                </a:cubicBezTo>
                <a:cubicBezTo>
                  <a:pt x="2557813" y="2763281"/>
                  <a:pt x="2549210" y="2781300"/>
                  <a:pt x="2523562" y="2781300"/>
                </a:cubicBezTo>
                <a:cubicBezTo>
                  <a:pt x="2511612" y="2781300"/>
                  <a:pt x="2505075" y="2774762"/>
                  <a:pt x="2505075" y="2762812"/>
                </a:cubicBezTo>
                <a:close/>
                <a:moveTo>
                  <a:pt x="2918094" y="2767012"/>
                </a:moveTo>
                <a:cubicBezTo>
                  <a:pt x="2909735" y="2745228"/>
                  <a:pt x="2921445" y="2724150"/>
                  <a:pt x="2941906" y="2724150"/>
                </a:cubicBezTo>
                <a:cubicBezTo>
                  <a:pt x="2962368" y="2724150"/>
                  <a:pt x="2974078" y="2745228"/>
                  <a:pt x="2965719" y="2767012"/>
                </a:cubicBezTo>
                <a:cubicBezTo>
                  <a:pt x="2962704" y="2774870"/>
                  <a:pt x="2951988" y="2781300"/>
                  <a:pt x="2941906" y="2781300"/>
                </a:cubicBezTo>
                <a:cubicBezTo>
                  <a:pt x="2931825" y="2781300"/>
                  <a:pt x="2921109" y="2774870"/>
                  <a:pt x="2918094" y="2767012"/>
                </a:cubicBezTo>
                <a:close/>
                <a:moveTo>
                  <a:pt x="3196499" y="2765825"/>
                </a:moveTo>
                <a:cubicBezTo>
                  <a:pt x="3188420" y="2744771"/>
                  <a:pt x="3212882" y="2719591"/>
                  <a:pt x="3233666" y="2727567"/>
                </a:cubicBezTo>
                <a:cubicBezTo>
                  <a:pt x="3243335" y="2731277"/>
                  <a:pt x="3248190" y="2741834"/>
                  <a:pt x="3246311" y="2755063"/>
                </a:cubicBezTo>
                <a:cubicBezTo>
                  <a:pt x="3242513" y="2781810"/>
                  <a:pt x="3205687" y="2789766"/>
                  <a:pt x="3196499" y="2765825"/>
                </a:cubicBezTo>
                <a:close/>
                <a:moveTo>
                  <a:pt x="2746398" y="2756847"/>
                </a:moveTo>
                <a:cubicBezTo>
                  <a:pt x="2738460" y="2736159"/>
                  <a:pt x="2758614" y="2716704"/>
                  <a:pt x="2773039" y="2731129"/>
                </a:cubicBezTo>
                <a:cubicBezTo>
                  <a:pt x="2785232" y="2743322"/>
                  <a:pt x="2777678" y="2771775"/>
                  <a:pt x="2762250" y="2771775"/>
                </a:cubicBezTo>
                <a:cubicBezTo>
                  <a:pt x="2756682" y="2771775"/>
                  <a:pt x="2749549" y="2765057"/>
                  <a:pt x="2746398" y="2756847"/>
                </a:cubicBezTo>
                <a:close/>
                <a:moveTo>
                  <a:pt x="1383030" y="2750820"/>
                </a:moveTo>
                <a:cubicBezTo>
                  <a:pt x="1356110" y="2723900"/>
                  <a:pt x="1379846" y="2682517"/>
                  <a:pt x="1416680" y="2692149"/>
                </a:cubicBezTo>
                <a:cubicBezTo>
                  <a:pt x="1441684" y="2698688"/>
                  <a:pt x="1447711" y="2712892"/>
                  <a:pt x="1437330" y="2740818"/>
                </a:cubicBezTo>
                <a:cubicBezTo>
                  <a:pt x="1428690" y="2764062"/>
                  <a:pt x="1401314" y="2769104"/>
                  <a:pt x="1383030" y="2750820"/>
                </a:cubicBezTo>
                <a:close/>
                <a:moveTo>
                  <a:pt x="1025524" y="2736850"/>
                </a:moveTo>
                <a:cubicBezTo>
                  <a:pt x="1015175" y="2726500"/>
                  <a:pt x="1018284" y="2690750"/>
                  <a:pt x="1030605" y="2678430"/>
                </a:cubicBezTo>
                <a:cubicBezTo>
                  <a:pt x="1061402" y="2647632"/>
                  <a:pt x="1113890" y="2695126"/>
                  <a:pt x="1086084" y="2728630"/>
                </a:cubicBezTo>
                <a:cubicBezTo>
                  <a:pt x="1073798" y="2743434"/>
                  <a:pt x="1037091" y="2748416"/>
                  <a:pt x="1025524" y="2736850"/>
                </a:cubicBezTo>
                <a:close/>
                <a:moveTo>
                  <a:pt x="3073329" y="2736128"/>
                </a:moveTo>
                <a:cubicBezTo>
                  <a:pt x="3070566" y="2731659"/>
                  <a:pt x="3071877" y="2722225"/>
                  <a:pt x="3076242" y="2715163"/>
                </a:cubicBezTo>
                <a:cubicBezTo>
                  <a:pt x="3085902" y="2699532"/>
                  <a:pt x="3117924" y="2709633"/>
                  <a:pt x="3112296" y="2726536"/>
                </a:cubicBezTo>
                <a:cubicBezTo>
                  <a:pt x="3107530" y="2740851"/>
                  <a:pt x="3080378" y="2747535"/>
                  <a:pt x="3073329" y="2736128"/>
                </a:cubicBezTo>
                <a:close/>
                <a:moveTo>
                  <a:pt x="613068" y="2719451"/>
                </a:moveTo>
                <a:cubicBezTo>
                  <a:pt x="609769" y="2710853"/>
                  <a:pt x="611637" y="2699252"/>
                  <a:pt x="617220" y="2693670"/>
                </a:cubicBezTo>
                <a:cubicBezTo>
                  <a:pt x="631732" y="2679157"/>
                  <a:pt x="659229" y="2692421"/>
                  <a:pt x="655438" y="2712105"/>
                </a:cubicBezTo>
                <a:cubicBezTo>
                  <a:pt x="651215" y="2734030"/>
                  <a:pt x="620694" y="2739322"/>
                  <a:pt x="613068" y="2719451"/>
                </a:cubicBezTo>
                <a:close/>
                <a:moveTo>
                  <a:pt x="1210676" y="2720594"/>
                </a:moveTo>
                <a:cubicBezTo>
                  <a:pt x="1194966" y="2701664"/>
                  <a:pt x="1208107" y="2676525"/>
                  <a:pt x="1233712" y="2676525"/>
                </a:cubicBezTo>
                <a:cubicBezTo>
                  <a:pt x="1259079" y="2676525"/>
                  <a:pt x="1268021" y="2693005"/>
                  <a:pt x="1255677" y="2717006"/>
                </a:cubicBezTo>
                <a:cubicBezTo>
                  <a:pt x="1245400" y="2736988"/>
                  <a:pt x="1225593" y="2738568"/>
                  <a:pt x="1210676" y="2720594"/>
                </a:cubicBezTo>
                <a:close/>
                <a:moveTo>
                  <a:pt x="1708689" y="2720091"/>
                </a:moveTo>
                <a:cubicBezTo>
                  <a:pt x="1700023" y="2697508"/>
                  <a:pt x="1712285" y="2674701"/>
                  <a:pt x="1731139" y="2678332"/>
                </a:cubicBezTo>
                <a:cubicBezTo>
                  <a:pt x="1741684" y="2680363"/>
                  <a:pt x="1747837" y="2690227"/>
                  <a:pt x="1747837" y="2705100"/>
                </a:cubicBezTo>
                <a:cubicBezTo>
                  <a:pt x="1747837" y="2732252"/>
                  <a:pt x="1717773" y="2743764"/>
                  <a:pt x="1708689" y="2720091"/>
                </a:cubicBezTo>
                <a:close/>
                <a:moveTo>
                  <a:pt x="2625722" y="2710558"/>
                </a:moveTo>
                <a:cubicBezTo>
                  <a:pt x="2619500" y="2694342"/>
                  <a:pt x="2642907" y="2672284"/>
                  <a:pt x="2657057" y="2681029"/>
                </a:cubicBezTo>
                <a:cubicBezTo>
                  <a:pt x="2662525" y="2684409"/>
                  <a:pt x="2667000" y="2695493"/>
                  <a:pt x="2667000" y="2705662"/>
                </a:cubicBezTo>
                <a:cubicBezTo>
                  <a:pt x="2667000" y="2727490"/>
                  <a:pt x="2633734" y="2731436"/>
                  <a:pt x="2625722" y="2710558"/>
                </a:cubicBezTo>
                <a:close/>
                <a:moveTo>
                  <a:pt x="2251098" y="2699697"/>
                </a:moveTo>
                <a:cubicBezTo>
                  <a:pt x="2247948" y="2691486"/>
                  <a:pt x="2249937" y="2680202"/>
                  <a:pt x="2255520" y="2674620"/>
                </a:cubicBezTo>
                <a:cubicBezTo>
                  <a:pt x="2270335" y="2659804"/>
                  <a:pt x="2295525" y="2672810"/>
                  <a:pt x="2295525" y="2695276"/>
                </a:cubicBezTo>
                <a:cubicBezTo>
                  <a:pt x="2295525" y="2718766"/>
                  <a:pt x="2259781" y="2722323"/>
                  <a:pt x="2251098" y="2699697"/>
                </a:cubicBezTo>
                <a:close/>
                <a:moveTo>
                  <a:pt x="2414618" y="2676621"/>
                </a:moveTo>
                <a:cubicBezTo>
                  <a:pt x="2406497" y="2651035"/>
                  <a:pt x="2425941" y="2627119"/>
                  <a:pt x="2451854" y="2630821"/>
                </a:cubicBezTo>
                <a:cubicBezTo>
                  <a:pt x="2484599" y="2635500"/>
                  <a:pt x="2479853" y="2689873"/>
                  <a:pt x="2446361" y="2693747"/>
                </a:cubicBezTo>
                <a:cubicBezTo>
                  <a:pt x="2427447" y="2695935"/>
                  <a:pt x="2419363" y="2691573"/>
                  <a:pt x="2414618" y="2676621"/>
                </a:cubicBezTo>
                <a:close/>
                <a:moveTo>
                  <a:pt x="866775" y="2663462"/>
                </a:moveTo>
                <a:cubicBezTo>
                  <a:pt x="866775" y="2635752"/>
                  <a:pt x="877614" y="2626347"/>
                  <a:pt x="899756" y="2634843"/>
                </a:cubicBezTo>
                <a:cubicBezTo>
                  <a:pt x="922931" y="2643736"/>
                  <a:pt x="914322" y="2680622"/>
                  <a:pt x="888206" y="2684331"/>
                </a:cubicBezTo>
                <a:cubicBezTo>
                  <a:pt x="870864" y="2686794"/>
                  <a:pt x="866775" y="2682812"/>
                  <a:pt x="866775" y="2663462"/>
                </a:cubicBezTo>
                <a:close/>
                <a:moveTo>
                  <a:pt x="716280" y="2665095"/>
                </a:moveTo>
                <a:cubicBezTo>
                  <a:pt x="692355" y="2641170"/>
                  <a:pt x="710164" y="2600325"/>
                  <a:pt x="744519" y="2600325"/>
                </a:cubicBezTo>
                <a:cubicBezTo>
                  <a:pt x="753765" y="2600325"/>
                  <a:pt x="765917" y="2608897"/>
                  <a:pt x="771525" y="2619375"/>
                </a:cubicBezTo>
                <a:cubicBezTo>
                  <a:pt x="792104" y="2657828"/>
                  <a:pt x="746639" y="2695454"/>
                  <a:pt x="716280" y="2665095"/>
                </a:cubicBezTo>
                <a:close/>
                <a:moveTo>
                  <a:pt x="2099168" y="2662820"/>
                </a:moveTo>
                <a:cubicBezTo>
                  <a:pt x="2091635" y="2643189"/>
                  <a:pt x="2111904" y="2618957"/>
                  <a:pt x="2130037" y="2625915"/>
                </a:cubicBezTo>
                <a:cubicBezTo>
                  <a:pt x="2149043" y="2633209"/>
                  <a:pt x="2142605" y="2670759"/>
                  <a:pt x="2121664" y="2674750"/>
                </a:cubicBezTo>
                <a:cubicBezTo>
                  <a:pt x="2112481" y="2676500"/>
                  <a:pt x="2102357" y="2671132"/>
                  <a:pt x="2099168" y="2662820"/>
                </a:cubicBezTo>
                <a:close/>
                <a:moveTo>
                  <a:pt x="2819905" y="2662846"/>
                </a:moveTo>
                <a:cubicBezTo>
                  <a:pt x="2806343" y="2646505"/>
                  <a:pt x="2821889" y="2609850"/>
                  <a:pt x="2842381" y="2609850"/>
                </a:cubicBezTo>
                <a:cubicBezTo>
                  <a:pt x="2862558" y="2609850"/>
                  <a:pt x="2878717" y="2635641"/>
                  <a:pt x="2871932" y="2657017"/>
                </a:cubicBezTo>
                <a:cubicBezTo>
                  <a:pt x="2864770" y="2679582"/>
                  <a:pt x="2836430" y="2682757"/>
                  <a:pt x="2819905" y="2662846"/>
                </a:cubicBezTo>
                <a:close/>
                <a:moveTo>
                  <a:pt x="3306010" y="2663244"/>
                </a:moveTo>
                <a:cubicBezTo>
                  <a:pt x="3291799" y="2646121"/>
                  <a:pt x="3302904" y="2619375"/>
                  <a:pt x="3324225" y="2619375"/>
                </a:cubicBezTo>
                <a:cubicBezTo>
                  <a:pt x="3338204" y="2619375"/>
                  <a:pt x="3352800" y="2636630"/>
                  <a:pt x="3352800" y="2653156"/>
                </a:cubicBezTo>
                <a:cubicBezTo>
                  <a:pt x="3352800" y="2666631"/>
                  <a:pt x="3315496" y="2674674"/>
                  <a:pt x="3306010" y="2663244"/>
                </a:cubicBezTo>
                <a:close/>
                <a:moveTo>
                  <a:pt x="3145155" y="2655570"/>
                </a:moveTo>
                <a:cubicBezTo>
                  <a:pt x="3121230" y="2631645"/>
                  <a:pt x="3139039" y="2590800"/>
                  <a:pt x="3173394" y="2590800"/>
                </a:cubicBezTo>
                <a:cubicBezTo>
                  <a:pt x="3182640" y="2590800"/>
                  <a:pt x="3194792" y="2599372"/>
                  <a:pt x="3200400" y="2609850"/>
                </a:cubicBezTo>
                <a:cubicBezTo>
                  <a:pt x="3220979" y="2648303"/>
                  <a:pt x="3175514" y="2685929"/>
                  <a:pt x="3145155" y="2655570"/>
                </a:cubicBezTo>
                <a:close/>
                <a:moveTo>
                  <a:pt x="1848229" y="2643645"/>
                </a:moveTo>
                <a:cubicBezTo>
                  <a:pt x="1823010" y="2613257"/>
                  <a:pt x="1860220" y="2565493"/>
                  <a:pt x="1889914" y="2590137"/>
                </a:cubicBezTo>
                <a:cubicBezTo>
                  <a:pt x="1907832" y="2605008"/>
                  <a:pt x="1909475" y="2630139"/>
                  <a:pt x="1893570" y="2646045"/>
                </a:cubicBezTo>
                <a:cubicBezTo>
                  <a:pt x="1878298" y="2661316"/>
                  <a:pt x="1862187" y="2660463"/>
                  <a:pt x="1848229" y="2643645"/>
                </a:cubicBezTo>
                <a:close/>
                <a:moveTo>
                  <a:pt x="3000475" y="2643308"/>
                </a:moveTo>
                <a:cubicBezTo>
                  <a:pt x="2985008" y="2624672"/>
                  <a:pt x="2994995" y="2600325"/>
                  <a:pt x="3018106" y="2600325"/>
                </a:cubicBezTo>
                <a:cubicBezTo>
                  <a:pt x="3042490" y="2600325"/>
                  <a:pt x="3050810" y="2624728"/>
                  <a:pt x="3032627" y="2642911"/>
                </a:cubicBezTo>
                <a:cubicBezTo>
                  <a:pt x="3014788" y="2660751"/>
                  <a:pt x="3014949" y="2660749"/>
                  <a:pt x="3000475" y="2643308"/>
                </a:cubicBezTo>
                <a:close/>
                <a:moveTo>
                  <a:pt x="1485900" y="2628900"/>
                </a:moveTo>
                <a:cubicBezTo>
                  <a:pt x="1485900" y="2616200"/>
                  <a:pt x="1492250" y="2609850"/>
                  <a:pt x="1504950" y="2609850"/>
                </a:cubicBezTo>
                <a:cubicBezTo>
                  <a:pt x="1517650" y="2609850"/>
                  <a:pt x="1524000" y="2616200"/>
                  <a:pt x="1524000" y="2628900"/>
                </a:cubicBezTo>
                <a:cubicBezTo>
                  <a:pt x="1524000" y="2641600"/>
                  <a:pt x="1517650" y="2647950"/>
                  <a:pt x="1504950" y="2647950"/>
                </a:cubicBezTo>
                <a:cubicBezTo>
                  <a:pt x="1492250" y="2647950"/>
                  <a:pt x="1485900" y="2641600"/>
                  <a:pt x="1485900" y="2628900"/>
                </a:cubicBezTo>
                <a:close/>
                <a:moveTo>
                  <a:pt x="1626393" y="2627917"/>
                </a:moveTo>
                <a:cubicBezTo>
                  <a:pt x="1605743" y="2616161"/>
                  <a:pt x="1604806" y="2587689"/>
                  <a:pt x="1624531" y="2571318"/>
                </a:cubicBezTo>
                <a:cubicBezTo>
                  <a:pt x="1636910" y="2561045"/>
                  <a:pt x="1642724" y="2562415"/>
                  <a:pt x="1659986" y="2579677"/>
                </a:cubicBezTo>
                <a:cubicBezTo>
                  <a:pt x="1680532" y="2600223"/>
                  <a:pt x="1680541" y="2600415"/>
                  <a:pt x="1661847" y="2618865"/>
                </a:cubicBezTo>
                <a:cubicBezTo>
                  <a:pt x="1647695" y="2632833"/>
                  <a:pt x="1638951" y="2635066"/>
                  <a:pt x="1626393" y="2627917"/>
                </a:cubicBezTo>
                <a:close/>
                <a:moveTo>
                  <a:pt x="2559049" y="2632075"/>
                </a:moveTo>
                <a:cubicBezTo>
                  <a:pt x="2545938" y="2618963"/>
                  <a:pt x="2553393" y="2600325"/>
                  <a:pt x="2571750" y="2600325"/>
                </a:cubicBezTo>
                <a:cubicBezTo>
                  <a:pt x="2584450" y="2600325"/>
                  <a:pt x="2590800" y="2606675"/>
                  <a:pt x="2590800" y="2619375"/>
                </a:cubicBezTo>
                <a:cubicBezTo>
                  <a:pt x="2590800" y="2637731"/>
                  <a:pt x="2572161" y="2645186"/>
                  <a:pt x="2559049" y="2632075"/>
                </a:cubicBezTo>
                <a:close/>
                <a:moveTo>
                  <a:pt x="1119000" y="2619072"/>
                </a:moveTo>
                <a:cubicBezTo>
                  <a:pt x="1115301" y="2613087"/>
                  <a:pt x="1116756" y="2603708"/>
                  <a:pt x="1122234" y="2598230"/>
                </a:cubicBezTo>
                <a:cubicBezTo>
                  <a:pt x="1135035" y="2585429"/>
                  <a:pt x="1164879" y="2596595"/>
                  <a:pt x="1159671" y="2612236"/>
                </a:cubicBezTo>
                <a:cubicBezTo>
                  <a:pt x="1154369" y="2628159"/>
                  <a:pt x="1127416" y="2632689"/>
                  <a:pt x="1119000" y="2619072"/>
                </a:cubicBezTo>
                <a:close/>
                <a:moveTo>
                  <a:pt x="1317881" y="2614577"/>
                </a:moveTo>
                <a:cubicBezTo>
                  <a:pt x="1309780" y="2593468"/>
                  <a:pt x="1338842" y="2563757"/>
                  <a:pt x="1353375" y="2578290"/>
                </a:cubicBezTo>
                <a:cubicBezTo>
                  <a:pt x="1368197" y="2593112"/>
                  <a:pt x="1360237" y="2623313"/>
                  <a:pt x="1340505" y="2627113"/>
                </a:cubicBezTo>
                <a:cubicBezTo>
                  <a:pt x="1331382" y="2628870"/>
                  <a:pt x="1321201" y="2623229"/>
                  <a:pt x="1317881" y="2614577"/>
                </a:cubicBezTo>
                <a:close/>
                <a:moveTo>
                  <a:pt x="567690" y="2604135"/>
                </a:moveTo>
                <a:cubicBezTo>
                  <a:pt x="564300" y="2595301"/>
                  <a:pt x="563669" y="2585930"/>
                  <a:pt x="566289" y="2583310"/>
                </a:cubicBezTo>
                <a:cubicBezTo>
                  <a:pt x="568908" y="2580691"/>
                  <a:pt x="573825" y="2585776"/>
                  <a:pt x="577215" y="2594610"/>
                </a:cubicBezTo>
                <a:cubicBezTo>
                  <a:pt x="580604" y="2603443"/>
                  <a:pt x="581235" y="2612814"/>
                  <a:pt x="578615" y="2615434"/>
                </a:cubicBezTo>
                <a:cubicBezTo>
                  <a:pt x="575996" y="2618053"/>
                  <a:pt x="571079" y="2612968"/>
                  <a:pt x="567690" y="2604135"/>
                </a:cubicBezTo>
                <a:close/>
                <a:moveTo>
                  <a:pt x="2325013" y="2610414"/>
                </a:moveTo>
                <a:cubicBezTo>
                  <a:pt x="2310618" y="2601518"/>
                  <a:pt x="2317248" y="2571750"/>
                  <a:pt x="2333625" y="2571750"/>
                </a:cubicBezTo>
                <a:cubicBezTo>
                  <a:pt x="2347571" y="2571750"/>
                  <a:pt x="2357112" y="2599697"/>
                  <a:pt x="2346716" y="2610093"/>
                </a:cubicBezTo>
                <a:cubicBezTo>
                  <a:pt x="2341939" y="2614870"/>
                  <a:pt x="2332450" y="2615010"/>
                  <a:pt x="2325013" y="2610414"/>
                </a:cubicBezTo>
                <a:close/>
                <a:moveTo>
                  <a:pt x="1012848" y="2594922"/>
                </a:moveTo>
                <a:cubicBezTo>
                  <a:pt x="1004910" y="2574234"/>
                  <a:pt x="1025064" y="2554779"/>
                  <a:pt x="1039489" y="2569204"/>
                </a:cubicBezTo>
                <a:cubicBezTo>
                  <a:pt x="1051682" y="2581397"/>
                  <a:pt x="1044128" y="2609850"/>
                  <a:pt x="1028700" y="2609850"/>
                </a:cubicBezTo>
                <a:cubicBezTo>
                  <a:pt x="1023132" y="2609850"/>
                  <a:pt x="1015999" y="2603132"/>
                  <a:pt x="1012848" y="2594922"/>
                </a:cubicBezTo>
                <a:close/>
                <a:moveTo>
                  <a:pt x="2691017" y="2594406"/>
                </a:moveTo>
                <a:cubicBezTo>
                  <a:pt x="2661538" y="2564927"/>
                  <a:pt x="2696340" y="2517469"/>
                  <a:pt x="2731293" y="2539482"/>
                </a:cubicBezTo>
                <a:cubicBezTo>
                  <a:pt x="2760484" y="2557864"/>
                  <a:pt x="2748169" y="2609850"/>
                  <a:pt x="2714625" y="2609850"/>
                </a:cubicBezTo>
                <a:cubicBezTo>
                  <a:pt x="2710134" y="2609850"/>
                  <a:pt x="2699511" y="2602900"/>
                  <a:pt x="2691017" y="2594406"/>
                </a:cubicBezTo>
                <a:close/>
                <a:moveTo>
                  <a:pt x="1985989" y="2581360"/>
                </a:moveTo>
                <a:cubicBezTo>
                  <a:pt x="1977883" y="2555819"/>
                  <a:pt x="1987259" y="2543175"/>
                  <a:pt x="2014305" y="2543175"/>
                </a:cubicBezTo>
                <a:cubicBezTo>
                  <a:pt x="2040088" y="2543175"/>
                  <a:pt x="2049141" y="2559520"/>
                  <a:pt x="2036727" y="2583656"/>
                </a:cubicBezTo>
                <a:cubicBezTo>
                  <a:pt x="2025126" y="2606212"/>
                  <a:pt x="1993421" y="2604777"/>
                  <a:pt x="1985989" y="2581360"/>
                </a:cubicBezTo>
                <a:close/>
                <a:moveTo>
                  <a:pt x="1736981" y="2557427"/>
                </a:moveTo>
                <a:cubicBezTo>
                  <a:pt x="1728880" y="2536318"/>
                  <a:pt x="1757942" y="2506607"/>
                  <a:pt x="1772475" y="2521140"/>
                </a:cubicBezTo>
                <a:cubicBezTo>
                  <a:pt x="1787297" y="2535962"/>
                  <a:pt x="1779337" y="2566163"/>
                  <a:pt x="1759605" y="2569963"/>
                </a:cubicBezTo>
                <a:cubicBezTo>
                  <a:pt x="1750482" y="2571720"/>
                  <a:pt x="1740301" y="2566079"/>
                  <a:pt x="1736981" y="2557427"/>
                </a:cubicBezTo>
                <a:close/>
                <a:moveTo>
                  <a:pt x="2164445" y="2560685"/>
                </a:moveTo>
                <a:cubicBezTo>
                  <a:pt x="2136742" y="2532982"/>
                  <a:pt x="2157366" y="2486025"/>
                  <a:pt x="2197236" y="2486025"/>
                </a:cubicBezTo>
                <a:cubicBezTo>
                  <a:pt x="2222389" y="2486025"/>
                  <a:pt x="2237814" y="2526766"/>
                  <a:pt x="2222136" y="2551792"/>
                </a:cubicBezTo>
                <a:cubicBezTo>
                  <a:pt x="2209955" y="2571235"/>
                  <a:pt x="2179664" y="2575904"/>
                  <a:pt x="2164445" y="2560685"/>
                </a:cubicBezTo>
                <a:close/>
                <a:moveTo>
                  <a:pt x="1216025" y="2555875"/>
                </a:moveTo>
                <a:cubicBezTo>
                  <a:pt x="1204368" y="2544218"/>
                  <a:pt x="1209493" y="2514071"/>
                  <a:pt x="1224083" y="2508472"/>
                </a:cubicBezTo>
                <a:cubicBezTo>
                  <a:pt x="1247162" y="2499616"/>
                  <a:pt x="1268270" y="2522676"/>
                  <a:pt x="1256764" y="2544175"/>
                </a:cubicBezTo>
                <a:cubicBezTo>
                  <a:pt x="1247082" y="2562266"/>
                  <a:pt x="1227919" y="2567769"/>
                  <a:pt x="1216025" y="2555875"/>
                </a:cubicBezTo>
                <a:close/>
                <a:moveTo>
                  <a:pt x="3229354" y="2548395"/>
                </a:moveTo>
                <a:cubicBezTo>
                  <a:pt x="3211093" y="2526392"/>
                  <a:pt x="3221220" y="2500312"/>
                  <a:pt x="3248025" y="2500312"/>
                </a:cubicBezTo>
                <a:cubicBezTo>
                  <a:pt x="3263121" y="2500312"/>
                  <a:pt x="3272760" y="2506460"/>
                  <a:pt x="3274874" y="2517438"/>
                </a:cubicBezTo>
                <a:cubicBezTo>
                  <a:pt x="3278172" y="2534564"/>
                  <a:pt x="3261589" y="2562225"/>
                  <a:pt x="3248025" y="2562225"/>
                </a:cubicBezTo>
                <a:cubicBezTo>
                  <a:pt x="3244069" y="2562225"/>
                  <a:pt x="3235667" y="2556001"/>
                  <a:pt x="3229354" y="2548395"/>
                </a:cubicBezTo>
                <a:close/>
                <a:moveTo>
                  <a:pt x="906422" y="2544333"/>
                </a:moveTo>
                <a:cubicBezTo>
                  <a:pt x="884059" y="2530157"/>
                  <a:pt x="896832" y="2490787"/>
                  <a:pt x="923794" y="2490787"/>
                </a:cubicBezTo>
                <a:cubicBezTo>
                  <a:pt x="950726" y="2490787"/>
                  <a:pt x="960902" y="2516811"/>
                  <a:pt x="942595" y="2538870"/>
                </a:cubicBezTo>
                <a:cubicBezTo>
                  <a:pt x="929423" y="2554741"/>
                  <a:pt x="924109" y="2555543"/>
                  <a:pt x="906422" y="2544333"/>
                </a:cubicBezTo>
                <a:close/>
                <a:moveTo>
                  <a:pt x="776598" y="2534152"/>
                </a:moveTo>
                <a:cubicBezTo>
                  <a:pt x="768223" y="2520602"/>
                  <a:pt x="778903" y="2505075"/>
                  <a:pt x="796598" y="2505075"/>
                </a:cubicBezTo>
                <a:cubicBezTo>
                  <a:pt x="804943" y="2505075"/>
                  <a:pt x="809723" y="2511766"/>
                  <a:pt x="807942" y="2520954"/>
                </a:cubicBezTo>
                <a:cubicBezTo>
                  <a:pt x="804231" y="2540085"/>
                  <a:pt x="785213" y="2548093"/>
                  <a:pt x="776598" y="2534152"/>
                </a:cubicBezTo>
                <a:close/>
                <a:moveTo>
                  <a:pt x="2475878" y="2522964"/>
                </a:moveTo>
                <a:cubicBezTo>
                  <a:pt x="2466924" y="2506232"/>
                  <a:pt x="2468505" y="2499311"/>
                  <a:pt x="2485068" y="2482747"/>
                </a:cubicBezTo>
                <a:lnTo>
                  <a:pt x="2505075" y="2462741"/>
                </a:lnTo>
                <a:lnTo>
                  <a:pt x="2525081" y="2482747"/>
                </a:lnTo>
                <a:cubicBezTo>
                  <a:pt x="2548744" y="2506411"/>
                  <a:pt x="2536573" y="2543175"/>
                  <a:pt x="2505075" y="2543175"/>
                </a:cubicBezTo>
                <a:cubicBezTo>
                  <a:pt x="2494966" y="2543175"/>
                  <a:pt x="2481827" y="2534080"/>
                  <a:pt x="2475878" y="2522964"/>
                </a:cubicBezTo>
                <a:close/>
                <a:moveTo>
                  <a:pt x="2939618" y="2528682"/>
                </a:moveTo>
                <a:cubicBezTo>
                  <a:pt x="2921362" y="2510426"/>
                  <a:pt x="2919645" y="2484839"/>
                  <a:pt x="2935605" y="2468880"/>
                </a:cubicBezTo>
                <a:cubicBezTo>
                  <a:pt x="2967128" y="2437356"/>
                  <a:pt x="3021361" y="2481755"/>
                  <a:pt x="2996729" y="2518920"/>
                </a:cubicBezTo>
                <a:cubicBezTo>
                  <a:pt x="2979894" y="2544322"/>
                  <a:pt x="2958854" y="2547918"/>
                  <a:pt x="2939618" y="2528682"/>
                </a:cubicBezTo>
                <a:close/>
                <a:moveTo>
                  <a:pt x="676375" y="2509958"/>
                </a:moveTo>
                <a:cubicBezTo>
                  <a:pt x="660908" y="2491322"/>
                  <a:pt x="670895" y="2466975"/>
                  <a:pt x="694006" y="2466975"/>
                </a:cubicBezTo>
                <a:cubicBezTo>
                  <a:pt x="718390" y="2466975"/>
                  <a:pt x="726710" y="2491378"/>
                  <a:pt x="708527" y="2509561"/>
                </a:cubicBezTo>
                <a:cubicBezTo>
                  <a:pt x="690688" y="2527401"/>
                  <a:pt x="690849" y="2527399"/>
                  <a:pt x="676375" y="2509958"/>
                </a:cubicBezTo>
                <a:close/>
                <a:moveTo>
                  <a:pt x="1557337" y="2514600"/>
                </a:moveTo>
                <a:cubicBezTo>
                  <a:pt x="1549364" y="2501699"/>
                  <a:pt x="1560122" y="2486025"/>
                  <a:pt x="1576949" y="2486025"/>
                </a:cubicBezTo>
                <a:cubicBezTo>
                  <a:pt x="1584498" y="2486025"/>
                  <a:pt x="1590675" y="2494597"/>
                  <a:pt x="1590675" y="2505075"/>
                </a:cubicBezTo>
                <a:cubicBezTo>
                  <a:pt x="1590675" y="2524794"/>
                  <a:pt x="1567695" y="2531360"/>
                  <a:pt x="1557337" y="2514600"/>
                </a:cubicBezTo>
                <a:close/>
                <a:moveTo>
                  <a:pt x="2820546" y="2511218"/>
                </a:moveTo>
                <a:cubicBezTo>
                  <a:pt x="2812245" y="2501217"/>
                  <a:pt x="2812779" y="2495471"/>
                  <a:pt x="2822781" y="2487171"/>
                </a:cubicBezTo>
                <a:cubicBezTo>
                  <a:pt x="2832782" y="2478870"/>
                  <a:pt x="2838528" y="2479404"/>
                  <a:pt x="2846828" y="2489406"/>
                </a:cubicBezTo>
                <a:cubicBezTo>
                  <a:pt x="2855129" y="2499407"/>
                  <a:pt x="2854595" y="2505153"/>
                  <a:pt x="2844593" y="2513453"/>
                </a:cubicBezTo>
                <a:cubicBezTo>
                  <a:pt x="2834592" y="2521754"/>
                  <a:pt x="2828846" y="2521220"/>
                  <a:pt x="2820546" y="2511218"/>
                </a:cubicBezTo>
                <a:close/>
                <a:moveTo>
                  <a:pt x="3099874" y="2513770"/>
                </a:moveTo>
                <a:cubicBezTo>
                  <a:pt x="3096354" y="2508074"/>
                  <a:pt x="3097209" y="2499680"/>
                  <a:pt x="3101773" y="2495116"/>
                </a:cubicBezTo>
                <a:cubicBezTo>
                  <a:pt x="3113038" y="2483851"/>
                  <a:pt x="3137831" y="2500249"/>
                  <a:pt x="3129620" y="2513535"/>
                </a:cubicBezTo>
                <a:cubicBezTo>
                  <a:pt x="3121300" y="2526997"/>
                  <a:pt x="3108114" y="2527102"/>
                  <a:pt x="3099874" y="2513770"/>
                </a:cubicBezTo>
                <a:close/>
                <a:moveTo>
                  <a:pt x="1404200" y="2491242"/>
                </a:moveTo>
                <a:cubicBezTo>
                  <a:pt x="1396199" y="2459362"/>
                  <a:pt x="1415302" y="2436616"/>
                  <a:pt x="1446984" y="2440299"/>
                </a:cubicBezTo>
                <a:cubicBezTo>
                  <a:pt x="1468235" y="2442769"/>
                  <a:pt x="1471612" y="2447733"/>
                  <a:pt x="1471612" y="2476500"/>
                </a:cubicBezTo>
                <a:cubicBezTo>
                  <a:pt x="1471612" y="2507074"/>
                  <a:pt x="1469074" y="2510082"/>
                  <a:pt x="1440983" y="2512797"/>
                </a:cubicBezTo>
                <a:cubicBezTo>
                  <a:pt x="1414896" y="2515319"/>
                  <a:pt x="1409441" y="2512122"/>
                  <a:pt x="1404200" y="2491242"/>
                </a:cubicBezTo>
                <a:close/>
                <a:moveTo>
                  <a:pt x="2354146" y="2500906"/>
                </a:moveTo>
                <a:cubicBezTo>
                  <a:pt x="2355956" y="2492168"/>
                  <a:pt x="2361723" y="2485245"/>
                  <a:pt x="2366962" y="2485521"/>
                </a:cubicBezTo>
                <a:cubicBezTo>
                  <a:pt x="2381100" y="2486268"/>
                  <a:pt x="2378503" y="2507578"/>
                  <a:pt x="2363671" y="2512521"/>
                </a:cubicBezTo>
                <a:cubicBezTo>
                  <a:pt x="2355659" y="2515192"/>
                  <a:pt x="2352089" y="2510838"/>
                  <a:pt x="2354146" y="2500906"/>
                </a:cubicBezTo>
                <a:close/>
                <a:moveTo>
                  <a:pt x="552450" y="2481262"/>
                </a:moveTo>
                <a:cubicBezTo>
                  <a:pt x="552450" y="2467063"/>
                  <a:pt x="556551" y="2458860"/>
                  <a:pt x="561975" y="2462212"/>
                </a:cubicBezTo>
                <a:cubicBezTo>
                  <a:pt x="567213" y="2465450"/>
                  <a:pt x="571500" y="2474022"/>
                  <a:pt x="571500" y="2481262"/>
                </a:cubicBezTo>
                <a:cubicBezTo>
                  <a:pt x="571500" y="2488502"/>
                  <a:pt x="567213" y="2497074"/>
                  <a:pt x="561975" y="2500312"/>
                </a:cubicBezTo>
                <a:cubicBezTo>
                  <a:pt x="556551" y="2503664"/>
                  <a:pt x="552450" y="2495461"/>
                  <a:pt x="552450" y="2481262"/>
                </a:cubicBezTo>
                <a:close/>
                <a:moveTo>
                  <a:pt x="1058035" y="2482179"/>
                </a:moveTo>
                <a:cubicBezTo>
                  <a:pt x="1038479" y="2458615"/>
                  <a:pt x="1054472" y="2427254"/>
                  <a:pt x="1084286" y="2430702"/>
                </a:cubicBezTo>
                <a:cubicBezTo>
                  <a:pt x="1105479" y="2433153"/>
                  <a:pt x="1109662" y="2438347"/>
                  <a:pt x="1109662" y="2462212"/>
                </a:cubicBezTo>
                <a:cubicBezTo>
                  <a:pt x="1109662" y="2494937"/>
                  <a:pt x="1078595" y="2506952"/>
                  <a:pt x="1058035" y="2482179"/>
                </a:cubicBezTo>
                <a:close/>
                <a:moveTo>
                  <a:pt x="1895475" y="2476500"/>
                </a:moveTo>
                <a:cubicBezTo>
                  <a:pt x="1895475" y="2462153"/>
                  <a:pt x="1900448" y="2457010"/>
                  <a:pt x="1912143" y="2459263"/>
                </a:cubicBezTo>
                <a:cubicBezTo>
                  <a:pt x="1921311" y="2461028"/>
                  <a:pt x="1928812" y="2468785"/>
                  <a:pt x="1928812" y="2476500"/>
                </a:cubicBezTo>
                <a:cubicBezTo>
                  <a:pt x="1928812" y="2484214"/>
                  <a:pt x="1921311" y="2491971"/>
                  <a:pt x="1912143" y="2493736"/>
                </a:cubicBezTo>
                <a:cubicBezTo>
                  <a:pt x="1900448" y="2495989"/>
                  <a:pt x="1895475" y="2490846"/>
                  <a:pt x="1895475" y="2476500"/>
                </a:cubicBezTo>
                <a:close/>
                <a:moveTo>
                  <a:pt x="1676400" y="2457450"/>
                </a:moveTo>
                <a:cubicBezTo>
                  <a:pt x="1676400" y="2443103"/>
                  <a:pt x="1681373" y="2437960"/>
                  <a:pt x="1693068" y="2440213"/>
                </a:cubicBezTo>
                <a:cubicBezTo>
                  <a:pt x="1702236" y="2441978"/>
                  <a:pt x="1709737" y="2449735"/>
                  <a:pt x="1709737" y="2457450"/>
                </a:cubicBezTo>
                <a:cubicBezTo>
                  <a:pt x="1709737" y="2465164"/>
                  <a:pt x="1702236" y="2472921"/>
                  <a:pt x="1693068" y="2474686"/>
                </a:cubicBezTo>
                <a:cubicBezTo>
                  <a:pt x="1681373" y="2476939"/>
                  <a:pt x="1676400" y="2471796"/>
                  <a:pt x="1676400" y="2457450"/>
                </a:cubicBezTo>
                <a:close/>
                <a:moveTo>
                  <a:pt x="2622819" y="2462212"/>
                </a:moveTo>
                <a:cubicBezTo>
                  <a:pt x="2615273" y="2442548"/>
                  <a:pt x="2625504" y="2419350"/>
                  <a:pt x="2641722" y="2419350"/>
                </a:cubicBezTo>
                <a:cubicBezTo>
                  <a:pt x="2665201" y="2419350"/>
                  <a:pt x="2680725" y="2445674"/>
                  <a:pt x="2667000" y="2462212"/>
                </a:cubicBezTo>
                <a:cubicBezTo>
                  <a:pt x="2660478" y="2470070"/>
                  <a:pt x="2649103" y="2476500"/>
                  <a:pt x="2641722" y="2476500"/>
                </a:cubicBezTo>
                <a:cubicBezTo>
                  <a:pt x="2634341" y="2476500"/>
                  <a:pt x="2625834" y="2470070"/>
                  <a:pt x="2622819" y="2462212"/>
                </a:cubicBezTo>
                <a:close/>
                <a:moveTo>
                  <a:pt x="2289468" y="2433701"/>
                </a:moveTo>
                <a:cubicBezTo>
                  <a:pt x="2286169" y="2425103"/>
                  <a:pt x="2288037" y="2413502"/>
                  <a:pt x="2293620" y="2407920"/>
                </a:cubicBezTo>
                <a:cubicBezTo>
                  <a:pt x="2308132" y="2393407"/>
                  <a:pt x="2335629" y="2406671"/>
                  <a:pt x="2331838" y="2426355"/>
                </a:cubicBezTo>
                <a:cubicBezTo>
                  <a:pt x="2327615" y="2448280"/>
                  <a:pt x="2297094" y="2453572"/>
                  <a:pt x="2289468" y="2433701"/>
                </a:cubicBezTo>
                <a:close/>
                <a:moveTo>
                  <a:pt x="3165744" y="2433637"/>
                </a:moveTo>
                <a:cubicBezTo>
                  <a:pt x="3157385" y="2411853"/>
                  <a:pt x="3169095" y="2390775"/>
                  <a:pt x="3189556" y="2390775"/>
                </a:cubicBezTo>
                <a:cubicBezTo>
                  <a:pt x="3212085" y="2390775"/>
                  <a:pt x="3223652" y="2417096"/>
                  <a:pt x="3208923" y="2434844"/>
                </a:cubicBezTo>
                <a:cubicBezTo>
                  <a:pt x="3194592" y="2452111"/>
                  <a:pt x="3172597" y="2451497"/>
                  <a:pt x="3165744" y="2433637"/>
                </a:cubicBezTo>
                <a:close/>
                <a:moveTo>
                  <a:pt x="1266455" y="2423667"/>
                </a:moveTo>
                <a:cubicBezTo>
                  <a:pt x="1251414" y="2405544"/>
                  <a:pt x="1262511" y="2379030"/>
                  <a:pt x="1283464" y="2383024"/>
                </a:cubicBezTo>
                <a:cubicBezTo>
                  <a:pt x="1304405" y="2387015"/>
                  <a:pt x="1310843" y="2424565"/>
                  <a:pt x="1291837" y="2431859"/>
                </a:cubicBezTo>
                <a:cubicBezTo>
                  <a:pt x="1284085" y="2434833"/>
                  <a:pt x="1272663" y="2431147"/>
                  <a:pt x="1266455" y="2423667"/>
                </a:cubicBezTo>
                <a:close/>
                <a:moveTo>
                  <a:pt x="1783080" y="2426970"/>
                </a:moveTo>
                <a:cubicBezTo>
                  <a:pt x="1755167" y="2399057"/>
                  <a:pt x="1778957" y="2354636"/>
                  <a:pt x="1814512" y="2368280"/>
                </a:cubicBezTo>
                <a:cubicBezTo>
                  <a:pt x="1838975" y="2377667"/>
                  <a:pt x="1826600" y="2438400"/>
                  <a:pt x="1800225" y="2438400"/>
                </a:cubicBezTo>
                <a:cubicBezTo>
                  <a:pt x="1797081" y="2438400"/>
                  <a:pt x="1789366" y="2433256"/>
                  <a:pt x="1783080" y="2426970"/>
                </a:cubicBezTo>
                <a:close/>
                <a:moveTo>
                  <a:pt x="1997075" y="2422525"/>
                </a:moveTo>
                <a:cubicBezTo>
                  <a:pt x="1986725" y="2412175"/>
                  <a:pt x="1989834" y="2376425"/>
                  <a:pt x="2002155" y="2364105"/>
                </a:cubicBezTo>
                <a:cubicBezTo>
                  <a:pt x="2032514" y="2333745"/>
                  <a:pt x="2077979" y="2371371"/>
                  <a:pt x="2057400" y="2409825"/>
                </a:cubicBezTo>
                <a:cubicBezTo>
                  <a:pt x="2047632" y="2428076"/>
                  <a:pt x="2010453" y="2435903"/>
                  <a:pt x="1997075" y="2422525"/>
                </a:cubicBezTo>
                <a:close/>
                <a:moveTo>
                  <a:pt x="2139950" y="2422525"/>
                </a:moveTo>
                <a:cubicBezTo>
                  <a:pt x="2119499" y="2402074"/>
                  <a:pt x="2139649" y="2367333"/>
                  <a:pt x="2166077" y="2377475"/>
                </a:cubicBezTo>
                <a:cubicBezTo>
                  <a:pt x="2185630" y="2384978"/>
                  <a:pt x="2185685" y="2415600"/>
                  <a:pt x="2166158" y="2423093"/>
                </a:cubicBezTo>
                <a:cubicBezTo>
                  <a:pt x="2147502" y="2430252"/>
                  <a:pt x="2147681" y="2430256"/>
                  <a:pt x="2139950" y="2422525"/>
                </a:cubicBezTo>
                <a:close/>
                <a:moveTo>
                  <a:pt x="780815" y="2404780"/>
                </a:moveTo>
                <a:cubicBezTo>
                  <a:pt x="754014" y="2372486"/>
                  <a:pt x="811059" y="2316673"/>
                  <a:pt x="843419" y="2343529"/>
                </a:cubicBezTo>
                <a:cubicBezTo>
                  <a:pt x="860189" y="2357447"/>
                  <a:pt x="861486" y="2392253"/>
                  <a:pt x="845820" y="2407920"/>
                </a:cubicBezTo>
                <a:cubicBezTo>
                  <a:pt x="829882" y="2423857"/>
                  <a:pt x="795260" y="2422185"/>
                  <a:pt x="780815" y="2404780"/>
                </a:cubicBezTo>
                <a:close/>
                <a:moveTo>
                  <a:pt x="2730829" y="2413329"/>
                </a:moveTo>
                <a:cubicBezTo>
                  <a:pt x="2719898" y="2402398"/>
                  <a:pt x="2723225" y="2374824"/>
                  <a:pt x="2736837" y="2363527"/>
                </a:cubicBezTo>
                <a:cubicBezTo>
                  <a:pt x="2757228" y="2346604"/>
                  <a:pt x="2789374" y="2374723"/>
                  <a:pt x="2775516" y="2397360"/>
                </a:cubicBezTo>
                <a:cubicBezTo>
                  <a:pt x="2764105" y="2416000"/>
                  <a:pt x="2741557" y="2424057"/>
                  <a:pt x="2730829" y="2413329"/>
                </a:cubicBezTo>
                <a:close/>
                <a:moveTo>
                  <a:pt x="3023622" y="2408910"/>
                </a:moveTo>
                <a:cubicBezTo>
                  <a:pt x="3013556" y="2392624"/>
                  <a:pt x="3045315" y="2365230"/>
                  <a:pt x="3058721" y="2378636"/>
                </a:cubicBezTo>
                <a:cubicBezTo>
                  <a:pt x="3064693" y="2384608"/>
                  <a:pt x="3067001" y="2396211"/>
                  <a:pt x="3063851" y="2404422"/>
                </a:cubicBezTo>
                <a:cubicBezTo>
                  <a:pt x="3057259" y="2421601"/>
                  <a:pt x="3033129" y="2424293"/>
                  <a:pt x="3023622" y="2408910"/>
                </a:cubicBezTo>
                <a:close/>
                <a:moveTo>
                  <a:pt x="583406" y="2402983"/>
                </a:moveTo>
                <a:cubicBezTo>
                  <a:pt x="564191" y="2396090"/>
                  <a:pt x="569759" y="2371725"/>
                  <a:pt x="590550" y="2371725"/>
                </a:cubicBezTo>
                <a:cubicBezTo>
                  <a:pt x="601027" y="2371725"/>
                  <a:pt x="609600" y="2377901"/>
                  <a:pt x="609600" y="2385450"/>
                </a:cubicBezTo>
                <a:cubicBezTo>
                  <a:pt x="609600" y="2402016"/>
                  <a:pt x="599520" y="2408763"/>
                  <a:pt x="583406" y="2402983"/>
                </a:cubicBezTo>
                <a:close/>
                <a:moveTo>
                  <a:pt x="1533525" y="2386012"/>
                </a:moveTo>
                <a:cubicBezTo>
                  <a:pt x="1519799" y="2369474"/>
                  <a:pt x="1535323" y="2343150"/>
                  <a:pt x="1558802" y="2343150"/>
                </a:cubicBezTo>
                <a:cubicBezTo>
                  <a:pt x="1577765" y="2343150"/>
                  <a:pt x="1585502" y="2369291"/>
                  <a:pt x="1571524" y="2386133"/>
                </a:cubicBezTo>
                <a:cubicBezTo>
                  <a:pt x="1556695" y="2404001"/>
                  <a:pt x="1548432" y="2403975"/>
                  <a:pt x="1533525" y="2386012"/>
                </a:cubicBezTo>
                <a:close/>
                <a:moveTo>
                  <a:pt x="2520542" y="2385651"/>
                </a:moveTo>
                <a:cubicBezTo>
                  <a:pt x="2517284" y="2377163"/>
                  <a:pt x="2521130" y="2368620"/>
                  <a:pt x="2529688" y="2365337"/>
                </a:cubicBezTo>
                <a:cubicBezTo>
                  <a:pt x="2547474" y="2358511"/>
                  <a:pt x="2566937" y="2375443"/>
                  <a:pt x="2557975" y="2389945"/>
                </a:cubicBezTo>
                <a:cubicBezTo>
                  <a:pt x="2548628" y="2405068"/>
                  <a:pt x="2527042" y="2402592"/>
                  <a:pt x="2520542" y="2385651"/>
                </a:cubicBezTo>
                <a:close/>
                <a:moveTo>
                  <a:pt x="2867025" y="2386012"/>
                </a:moveTo>
                <a:cubicBezTo>
                  <a:pt x="2867025" y="2376202"/>
                  <a:pt x="2873267" y="2371530"/>
                  <a:pt x="2883693" y="2373538"/>
                </a:cubicBezTo>
                <a:cubicBezTo>
                  <a:pt x="2903770" y="2377404"/>
                  <a:pt x="2902504" y="2394309"/>
                  <a:pt x="2881815" y="2398617"/>
                </a:cubicBezTo>
                <a:cubicBezTo>
                  <a:pt x="2873186" y="2400413"/>
                  <a:pt x="2867025" y="2395163"/>
                  <a:pt x="2867025" y="2386012"/>
                </a:cubicBezTo>
                <a:close/>
                <a:moveTo>
                  <a:pt x="943234" y="2376799"/>
                </a:moveTo>
                <a:cubicBezTo>
                  <a:pt x="930067" y="2360934"/>
                  <a:pt x="937778" y="2343150"/>
                  <a:pt x="957824" y="2343150"/>
                </a:cubicBezTo>
                <a:cubicBezTo>
                  <a:pt x="972694" y="2343150"/>
                  <a:pt x="976906" y="2376815"/>
                  <a:pt x="963104" y="2385345"/>
                </a:cubicBezTo>
                <a:cubicBezTo>
                  <a:pt x="958459" y="2388216"/>
                  <a:pt x="949517" y="2384370"/>
                  <a:pt x="943234" y="2376799"/>
                </a:cubicBezTo>
                <a:close/>
                <a:moveTo>
                  <a:pt x="3337630" y="2366838"/>
                </a:moveTo>
                <a:cubicBezTo>
                  <a:pt x="3331782" y="2343538"/>
                  <a:pt x="3346114" y="2314575"/>
                  <a:pt x="3363491" y="2314575"/>
                </a:cubicBezTo>
                <a:cubicBezTo>
                  <a:pt x="3373052" y="2314575"/>
                  <a:pt x="3374683" y="2353257"/>
                  <a:pt x="3366068" y="2375708"/>
                </a:cubicBezTo>
                <a:cubicBezTo>
                  <a:pt x="3357492" y="2398056"/>
                  <a:pt x="3344444" y="2393987"/>
                  <a:pt x="3337630" y="2366838"/>
                </a:cubicBezTo>
                <a:close/>
                <a:moveTo>
                  <a:pt x="2371827" y="2357561"/>
                </a:moveTo>
                <a:cubicBezTo>
                  <a:pt x="2357246" y="2339991"/>
                  <a:pt x="2366331" y="2299632"/>
                  <a:pt x="2386620" y="2291847"/>
                </a:cubicBezTo>
                <a:cubicBezTo>
                  <a:pt x="2409387" y="2283110"/>
                  <a:pt x="2438400" y="2302971"/>
                  <a:pt x="2438400" y="2327292"/>
                </a:cubicBezTo>
                <a:cubicBezTo>
                  <a:pt x="2438400" y="2367647"/>
                  <a:pt x="2396143" y="2386860"/>
                  <a:pt x="2371827" y="2357561"/>
                </a:cubicBezTo>
                <a:close/>
                <a:moveTo>
                  <a:pt x="1383506" y="2355356"/>
                </a:moveTo>
                <a:cubicBezTo>
                  <a:pt x="1368556" y="2349996"/>
                  <a:pt x="1367955" y="2312504"/>
                  <a:pt x="1382584" y="2297875"/>
                </a:cubicBezTo>
                <a:cubicBezTo>
                  <a:pt x="1397742" y="2282717"/>
                  <a:pt x="1428750" y="2300331"/>
                  <a:pt x="1428750" y="2324100"/>
                </a:cubicBezTo>
                <a:cubicBezTo>
                  <a:pt x="1428750" y="2344098"/>
                  <a:pt x="1402563" y="2362189"/>
                  <a:pt x="1383506" y="2355356"/>
                </a:cubicBezTo>
                <a:close/>
                <a:moveTo>
                  <a:pt x="670369" y="2338843"/>
                </a:moveTo>
                <a:cubicBezTo>
                  <a:pt x="663101" y="2319902"/>
                  <a:pt x="673868" y="2305050"/>
                  <a:pt x="694868" y="2305050"/>
                </a:cubicBezTo>
                <a:cubicBezTo>
                  <a:pt x="713592" y="2305050"/>
                  <a:pt x="723696" y="2321400"/>
                  <a:pt x="716940" y="2340768"/>
                </a:cubicBezTo>
                <a:cubicBezTo>
                  <a:pt x="711211" y="2357194"/>
                  <a:pt x="676866" y="2355774"/>
                  <a:pt x="670369" y="2338843"/>
                </a:cubicBezTo>
                <a:close/>
                <a:moveTo>
                  <a:pt x="1143147" y="2338565"/>
                </a:moveTo>
                <a:cubicBezTo>
                  <a:pt x="1133410" y="2326833"/>
                  <a:pt x="1133091" y="2318230"/>
                  <a:pt x="1141691" y="2299355"/>
                </a:cubicBezTo>
                <a:cubicBezTo>
                  <a:pt x="1154366" y="2271536"/>
                  <a:pt x="1186886" y="2270779"/>
                  <a:pt x="1203891" y="2297906"/>
                </a:cubicBezTo>
                <a:cubicBezTo>
                  <a:pt x="1226047" y="2333251"/>
                  <a:pt x="1169918" y="2370821"/>
                  <a:pt x="1143147" y="2338565"/>
                </a:cubicBezTo>
                <a:close/>
                <a:moveTo>
                  <a:pt x="1882862" y="2339318"/>
                </a:moveTo>
                <a:cubicBezTo>
                  <a:pt x="1876885" y="2323741"/>
                  <a:pt x="1883909" y="2314575"/>
                  <a:pt x="1901825" y="2314575"/>
                </a:cubicBezTo>
                <a:cubicBezTo>
                  <a:pt x="1908810" y="2314575"/>
                  <a:pt x="1914525" y="2323147"/>
                  <a:pt x="1914525" y="2333625"/>
                </a:cubicBezTo>
                <a:cubicBezTo>
                  <a:pt x="1914525" y="2355283"/>
                  <a:pt x="1890637" y="2359578"/>
                  <a:pt x="1882862" y="2339318"/>
                </a:cubicBezTo>
                <a:close/>
                <a:moveTo>
                  <a:pt x="1654968" y="2332862"/>
                </a:moveTo>
                <a:cubicBezTo>
                  <a:pt x="1627837" y="2317059"/>
                  <a:pt x="1642469" y="2247900"/>
                  <a:pt x="1672944" y="2247900"/>
                </a:cubicBezTo>
                <a:cubicBezTo>
                  <a:pt x="1709784" y="2247900"/>
                  <a:pt x="1727207" y="2300507"/>
                  <a:pt x="1699532" y="2328182"/>
                </a:cubicBezTo>
                <a:cubicBezTo>
                  <a:pt x="1682182" y="2345531"/>
                  <a:pt x="1677555" y="2346017"/>
                  <a:pt x="1654968" y="2332862"/>
                </a:cubicBezTo>
                <a:close/>
                <a:moveTo>
                  <a:pt x="1024344" y="2324758"/>
                </a:moveTo>
                <a:cubicBezTo>
                  <a:pt x="1017300" y="2313360"/>
                  <a:pt x="1035218" y="2302067"/>
                  <a:pt x="1047905" y="2309908"/>
                </a:cubicBezTo>
                <a:cubicBezTo>
                  <a:pt x="1058557" y="2316492"/>
                  <a:pt x="1051564" y="2333625"/>
                  <a:pt x="1038225" y="2333625"/>
                </a:cubicBezTo>
                <a:cubicBezTo>
                  <a:pt x="1033604" y="2333625"/>
                  <a:pt x="1027358" y="2329634"/>
                  <a:pt x="1024344" y="2324758"/>
                </a:cubicBezTo>
                <a:close/>
                <a:moveTo>
                  <a:pt x="2207117" y="2321322"/>
                </a:moveTo>
                <a:cubicBezTo>
                  <a:pt x="2204323" y="2314041"/>
                  <a:pt x="2205494" y="2302491"/>
                  <a:pt x="2209719" y="2295654"/>
                </a:cubicBezTo>
                <a:cubicBezTo>
                  <a:pt x="2220404" y="2278366"/>
                  <a:pt x="2250030" y="2291717"/>
                  <a:pt x="2246113" y="2312055"/>
                </a:cubicBezTo>
                <a:cubicBezTo>
                  <a:pt x="2242153" y="2332617"/>
                  <a:pt x="2214017" y="2339304"/>
                  <a:pt x="2207117" y="2321322"/>
                </a:cubicBezTo>
                <a:close/>
                <a:moveTo>
                  <a:pt x="2915093" y="2319872"/>
                </a:moveTo>
                <a:cubicBezTo>
                  <a:pt x="2902047" y="2304152"/>
                  <a:pt x="2909222" y="2286000"/>
                  <a:pt x="2928480" y="2286000"/>
                </a:cubicBezTo>
                <a:cubicBezTo>
                  <a:pt x="2946678" y="2286000"/>
                  <a:pt x="2953880" y="2311303"/>
                  <a:pt x="2939160" y="2323521"/>
                </a:cubicBezTo>
                <a:cubicBezTo>
                  <a:pt x="2930000" y="2331123"/>
                  <a:pt x="2923629" y="2330157"/>
                  <a:pt x="2915093" y="2319872"/>
                </a:cubicBezTo>
                <a:close/>
                <a:moveTo>
                  <a:pt x="3230788" y="2316956"/>
                </a:moveTo>
                <a:cubicBezTo>
                  <a:pt x="3232553" y="2307788"/>
                  <a:pt x="3240310" y="2300287"/>
                  <a:pt x="3248025" y="2300287"/>
                </a:cubicBezTo>
                <a:cubicBezTo>
                  <a:pt x="3255739" y="2300287"/>
                  <a:pt x="3263496" y="2307788"/>
                  <a:pt x="3265261" y="2316956"/>
                </a:cubicBezTo>
                <a:cubicBezTo>
                  <a:pt x="3267514" y="2328651"/>
                  <a:pt x="3262371" y="2333625"/>
                  <a:pt x="3248025" y="2333625"/>
                </a:cubicBezTo>
                <a:cubicBezTo>
                  <a:pt x="3233678" y="2333625"/>
                  <a:pt x="3228535" y="2328651"/>
                  <a:pt x="3230788" y="2316956"/>
                </a:cubicBezTo>
                <a:close/>
                <a:moveTo>
                  <a:pt x="2600325" y="2305612"/>
                </a:moveTo>
                <a:cubicBezTo>
                  <a:pt x="2600325" y="2281597"/>
                  <a:pt x="2616656" y="2271886"/>
                  <a:pt x="2633513" y="2285876"/>
                </a:cubicBezTo>
                <a:cubicBezTo>
                  <a:pt x="2650856" y="2300269"/>
                  <a:pt x="2641406" y="2324100"/>
                  <a:pt x="2618355" y="2324100"/>
                </a:cubicBezTo>
                <a:cubicBezTo>
                  <a:pt x="2606857" y="2324100"/>
                  <a:pt x="2600325" y="2317401"/>
                  <a:pt x="2600325" y="2305612"/>
                </a:cubicBezTo>
                <a:close/>
                <a:moveTo>
                  <a:pt x="3077249" y="2287260"/>
                </a:moveTo>
                <a:cubicBezTo>
                  <a:pt x="3064519" y="2263473"/>
                  <a:pt x="3072759" y="2240869"/>
                  <a:pt x="3096962" y="2233188"/>
                </a:cubicBezTo>
                <a:cubicBezTo>
                  <a:pt x="3122717" y="2225013"/>
                  <a:pt x="3144783" y="2246127"/>
                  <a:pt x="3141350" y="2275659"/>
                </a:cubicBezTo>
                <a:cubicBezTo>
                  <a:pt x="3137594" y="2307970"/>
                  <a:pt x="3092683" y="2316098"/>
                  <a:pt x="3077249" y="2287260"/>
                </a:cubicBezTo>
                <a:close/>
                <a:moveTo>
                  <a:pt x="1482466" y="2288916"/>
                </a:moveTo>
                <a:cubicBezTo>
                  <a:pt x="1471739" y="2278189"/>
                  <a:pt x="1475932" y="2266950"/>
                  <a:pt x="1490662" y="2266950"/>
                </a:cubicBezTo>
                <a:cubicBezTo>
                  <a:pt x="1498520" y="2266950"/>
                  <a:pt x="1504950" y="2270983"/>
                  <a:pt x="1504950" y="2275912"/>
                </a:cubicBezTo>
                <a:cubicBezTo>
                  <a:pt x="1504950" y="2287923"/>
                  <a:pt x="1490075" y="2296525"/>
                  <a:pt x="1482466" y="2288916"/>
                </a:cubicBezTo>
                <a:close/>
                <a:moveTo>
                  <a:pt x="873454" y="2279979"/>
                </a:moveTo>
                <a:cubicBezTo>
                  <a:pt x="863903" y="2270428"/>
                  <a:pt x="865201" y="2240471"/>
                  <a:pt x="875440" y="2234143"/>
                </a:cubicBezTo>
                <a:cubicBezTo>
                  <a:pt x="892173" y="2223802"/>
                  <a:pt x="915435" y="2240600"/>
                  <a:pt x="912522" y="2260921"/>
                </a:cubicBezTo>
                <a:cubicBezTo>
                  <a:pt x="909636" y="2281050"/>
                  <a:pt x="886037" y="2292562"/>
                  <a:pt x="873454" y="2279979"/>
                </a:cubicBezTo>
                <a:close/>
                <a:moveTo>
                  <a:pt x="1946298" y="2271072"/>
                </a:moveTo>
                <a:cubicBezTo>
                  <a:pt x="1939424" y="2253158"/>
                  <a:pt x="1956280" y="2233623"/>
                  <a:pt x="1970845" y="2242624"/>
                </a:cubicBezTo>
                <a:cubicBezTo>
                  <a:pt x="1986545" y="2252327"/>
                  <a:pt x="1983260" y="2286000"/>
                  <a:pt x="1966613" y="2286000"/>
                </a:cubicBezTo>
                <a:cubicBezTo>
                  <a:pt x="1958591" y="2286000"/>
                  <a:pt x="1949449" y="2279282"/>
                  <a:pt x="1946298" y="2271072"/>
                </a:cubicBezTo>
                <a:close/>
                <a:moveTo>
                  <a:pt x="2767867" y="2270505"/>
                </a:moveTo>
                <a:cubicBezTo>
                  <a:pt x="2761196" y="2253120"/>
                  <a:pt x="2777347" y="2228850"/>
                  <a:pt x="2795587" y="2228850"/>
                </a:cubicBezTo>
                <a:cubicBezTo>
                  <a:pt x="2817840" y="2228850"/>
                  <a:pt x="2832729" y="2255650"/>
                  <a:pt x="2819400" y="2271712"/>
                </a:cubicBezTo>
                <a:cubicBezTo>
                  <a:pt x="2803728" y="2290595"/>
                  <a:pt x="2775321" y="2289930"/>
                  <a:pt x="2767867" y="2270505"/>
                </a:cubicBezTo>
                <a:close/>
                <a:moveTo>
                  <a:pt x="1804987" y="2257425"/>
                </a:moveTo>
                <a:cubicBezTo>
                  <a:pt x="1797014" y="2244524"/>
                  <a:pt x="1807772" y="2228850"/>
                  <a:pt x="1824599" y="2228850"/>
                </a:cubicBezTo>
                <a:cubicBezTo>
                  <a:pt x="1832148" y="2228850"/>
                  <a:pt x="1838325" y="2237422"/>
                  <a:pt x="1838325" y="2247900"/>
                </a:cubicBezTo>
                <a:cubicBezTo>
                  <a:pt x="1838325" y="2267619"/>
                  <a:pt x="1815345" y="2274185"/>
                  <a:pt x="1804987" y="2257425"/>
                </a:cubicBezTo>
                <a:close/>
                <a:moveTo>
                  <a:pt x="1282430" y="2243137"/>
                </a:moveTo>
                <a:cubicBezTo>
                  <a:pt x="1269306" y="2208936"/>
                  <a:pt x="1305284" y="2185394"/>
                  <a:pt x="1331149" y="2211259"/>
                </a:cubicBezTo>
                <a:cubicBezTo>
                  <a:pt x="1338706" y="2218816"/>
                  <a:pt x="1339196" y="2227731"/>
                  <a:pt x="1332719" y="2239834"/>
                </a:cubicBezTo>
                <a:cubicBezTo>
                  <a:pt x="1321391" y="2261000"/>
                  <a:pt x="1290074" y="2263057"/>
                  <a:pt x="1282430" y="2243137"/>
                </a:cubicBezTo>
                <a:close/>
                <a:moveTo>
                  <a:pt x="2079894" y="2243137"/>
                </a:moveTo>
                <a:cubicBezTo>
                  <a:pt x="2071535" y="2221353"/>
                  <a:pt x="2083245" y="2200275"/>
                  <a:pt x="2103706" y="2200275"/>
                </a:cubicBezTo>
                <a:cubicBezTo>
                  <a:pt x="2124168" y="2200275"/>
                  <a:pt x="2135878" y="2221353"/>
                  <a:pt x="2127519" y="2243137"/>
                </a:cubicBezTo>
                <a:cubicBezTo>
                  <a:pt x="2124504" y="2250995"/>
                  <a:pt x="2113788" y="2257425"/>
                  <a:pt x="2103706" y="2257425"/>
                </a:cubicBezTo>
                <a:cubicBezTo>
                  <a:pt x="2093625" y="2257425"/>
                  <a:pt x="2082909" y="2250995"/>
                  <a:pt x="2079894" y="2243137"/>
                </a:cubicBezTo>
                <a:close/>
                <a:moveTo>
                  <a:pt x="3307556" y="2250773"/>
                </a:moveTo>
                <a:cubicBezTo>
                  <a:pt x="3292874" y="2245272"/>
                  <a:pt x="3291860" y="2213266"/>
                  <a:pt x="3306089" y="2204472"/>
                </a:cubicBezTo>
                <a:cubicBezTo>
                  <a:pt x="3311830" y="2200924"/>
                  <a:pt x="3322588" y="2204080"/>
                  <a:pt x="3329994" y="2211487"/>
                </a:cubicBezTo>
                <a:cubicBezTo>
                  <a:pt x="3345891" y="2227384"/>
                  <a:pt x="3328130" y="2258481"/>
                  <a:pt x="3307556" y="2250773"/>
                </a:cubicBezTo>
                <a:close/>
                <a:moveTo>
                  <a:pt x="2458154" y="2230165"/>
                </a:moveTo>
                <a:cubicBezTo>
                  <a:pt x="2445661" y="2206822"/>
                  <a:pt x="2467071" y="2175568"/>
                  <a:pt x="2489626" y="2184223"/>
                </a:cubicBezTo>
                <a:cubicBezTo>
                  <a:pt x="2511584" y="2192650"/>
                  <a:pt x="2519059" y="2216762"/>
                  <a:pt x="2504974" y="2233733"/>
                </a:cubicBezTo>
                <a:cubicBezTo>
                  <a:pt x="2488972" y="2253014"/>
                  <a:pt x="2469591" y="2251537"/>
                  <a:pt x="2458154" y="2230165"/>
                </a:cubicBezTo>
                <a:close/>
                <a:moveTo>
                  <a:pt x="584682" y="2215118"/>
                </a:moveTo>
                <a:cubicBezTo>
                  <a:pt x="570392" y="2177878"/>
                  <a:pt x="605253" y="2139249"/>
                  <a:pt x="635793" y="2158482"/>
                </a:cubicBezTo>
                <a:cubicBezTo>
                  <a:pt x="671763" y="2181134"/>
                  <a:pt x="656237" y="2228850"/>
                  <a:pt x="612897" y="2228850"/>
                </a:cubicBezTo>
                <a:cubicBezTo>
                  <a:pt x="600277" y="2228850"/>
                  <a:pt x="587581" y="2222670"/>
                  <a:pt x="584682" y="2215118"/>
                </a:cubicBezTo>
                <a:close/>
                <a:moveTo>
                  <a:pt x="1557150" y="2219022"/>
                </a:moveTo>
                <a:cubicBezTo>
                  <a:pt x="1553451" y="2213037"/>
                  <a:pt x="1554906" y="2203658"/>
                  <a:pt x="1560384" y="2198180"/>
                </a:cubicBezTo>
                <a:cubicBezTo>
                  <a:pt x="1573185" y="2185379"/>
                  <a:pt x="1603029" y="2196545"/>
                  <a:pt x="1597821" y="2212186"/>
                </a:cubicBezTo>
                <a:cubicBezTo>
                  <a:pt x="1592519" y="2228109"/>
                  <a:pt x="1565566" y="2232639"/>
                  <a:pt x="1557150" y="2219022"/>
                </a:cubicBezTo>
                <a:close/>
                <a:moveTo>
                  <a:pt x="2314575" y="2209800"/>
                </a:moveTo>
                <a:cubicBezTo>
                  <a:pt x="2314575" y="2199322"/>
                  <a:pt x="2320290" y="2190750"/>
                  <a:pt x="2327275" y="2190750"/>
                </a:cubicBezTo>
                <a:cubicBezTo>
                  <a:pt x="2345190" y="2190750"/>
                  <a:pt x="2352214" y="2199916"/>
                  <a:pt x="2346237" y="2215493"/>
                </a:cubicBezTo>
                <a:cubicBezTo>
                  <a:pt x="2338462" y="2235753"/>
                  <a:pt x="2314575" y="2231458"/>
                  <a:pt x="2314575" y="2209800"/>
                </a:cubicBezTo>
                <a:close/>
                <a:moveTo>
                  <a:pt x="765657" y="2205593"/>
                </a:moveTo>
                <a:cubicBezTo>
                  <a:pt x="755308" y="2178624"/>
                  <a:pt x="766336" y="2157412"/>
                  <a:pt x="790705" y="2157412"/>
                </a:cubicBezTo>
                <a:cubicBezTo>
                  <a:pt x="808419" y="2157412"/>
                  <a:pt x="815197" y="2163142"/>
                  <a:pt x="817602" y="2180147"/>
                </a:cubicBezTo>
                <a:cubicBezTo>
                  <a:pt x="822365" y="2213836"/>
                  <a:pt x="777293" y="2235916"/>
                  <a:pt x="765657" y="2205593"/>
                </a:cubicBezTo>
                <a:close/>
                <a:moveTo>
                  <a:pt x="996949" y="2212975"/>
                </a:moveTo>
                <a:cubicBezTo>
                  <a:pt x="980519" y="2196544"/>
                  <a:pt x="991242" y="2151948"/>
                  <a:pt x="1014130" y="2141520"/>
                </a:cubicBezTo>
                <a:cubicBezTo>
                  <a:pt x="1054885" y="2122951"/>
                  <a:pt x="1087623" y="2175641"/>
                  <a:pt x="1055370" y="2207895"/>
                </a:cubicBezTo>
                <a:cubicBezTo>
                  <a:pt x="1043049" y="2220215"/>
                  <a:pt x="1007299" y="2223324"/>
                  <a:pt x="996949" y="2212975"/>
                </a:cubicBezTo>
                <a:close/>
                <a:moveTo>
                  <a:pt x="2643805" y="2200957"/>
                </a:moveTo>
                <a:cubicBezTo>
                  <a:pt x="2622328" y="2177226"/>
                  <a:pt x="2632018" y="2145095"/>
                  <a:pt x="2662996" y="2137321"/>
                </a:cubicBezTo>
                <a:cubicBezTo>
                  <a:pt x="2708217" y="2125971"/>
                  <a:pt x="2736676" y="2187803"/>
                  <a:pt x="2696201" y="2209464"/>
                </a:cubicBezTo>
                <a:cubicBezTo>
                  <a:pt x="2670505" y="2223216"/>
                  <a:pt x="2662820" y="2221969"/>
                  <a:pt x="2643805" y="2200957"/>
                </a:cubicBezTo>
                <a:close/>
                <a:moveTo>
                  <a:pt x="2972282" y="2196093"/>
                </a:moveTo>
                <a:cubicBezTo>
                  <a:pt x="2948185" y="2167058"/>
                  <a:pt x="2986208" y="2129035"/>
                  <a:pt x="3015243" y="2153132"/>
                </a:cubicBezTo>
                <a:cubicBezTo>
                  <a:pt x="3023287" y="2159808"/>
                  <a:pt x="3028590" y="2174218"/>
                  <a:pt x="3027028" y="2185154"/>
                </a:cubicBezTo>
                <a:cubicBezTo>
                  <a:pt x="3023538" y="2209580"/>
                  <a:pt x="2989174" y="2216447"/>
                  <a:pt x="2972282" y="2196093"/>
                </a:cubicBezTo>
                <a:close/>
                <a:moveTo>
                  <a:pt x="1177922" y="2177158"/>
                </a:moveTo>
                <a:cubicBezTo>
                  <a:pt x="1170659" y="2158231"/>
                  <a:pt x="1197590" y="2136755"/>
                  <a:pt x="1211343" y="2150508"/>
                </a:cubicBezTo>
                <a:cubicBezTo>
                  <a:pt x="1224495" y="2163660"/>
                  <a:pt x="1214642" y="2190750"/>
                  <a:pt x="1196705" y="2190750"/>
                </a:cubicBezTo>
                <a:cubicBezTo>
                  <a:pt x="1189243" y="2190750"/>
                  <a:pt x="1180791" y="2184634"/>
                  <a:pt x="1177922" y="2177158"/>
                </a:cubicBezTo>
                <a:close/>
                <a:moveTo>
                  <a:pt x="1441975" y="2177130"/>
                </a:moveTo>
                <a:cubicBezTo>
                  <a:pt x="1432492" y="2152416"/>
                  <a:pt x="1445784" y="2131989"/>
                  <a:pt x="1469188" y="2135313"/>
                </a:cubicBezTo>
                <a:cubicBezTo>
                  <a:pt x="1484930" y="2137548"/>
                  <a:pt x="1490662" y="2144718"/>
                  <a:pt x="1490662" y="2162175"/>
                </a:cubicBezTo>
                <a:cubicBezTo>
                  <a:pt x="1490662" y="2190291"/>
                  <a:pt x="1451627" y="2202282"/>
                  <a:pt x="1441975" y="2177130"/>
                </a:cubicBezTo>
                <a:close/>
                <a:moveTo>
                  <a:pt x="3176587" y="2181225"/>
                </a:moveTo>
                <a:cubicBezTo>
                  <a:pt x="3166330" y="2164628"/>
                  <a:pt x="3181533" y="2150469"/>
                  <a:pt x="3196380" y="2162791"/>
                </a:cubicBezTo>
                <a:cubicBezTo>
                  <a:pt x="3203714" y="2168878"/>
                  <a:pt x="3207366" y="2177659"/>
                  <a:pt x="3204495" y="2182304"/>
                </a:cubicBezTo>
                <a:cubicBezTo>
                  <a:pt x="3197547" y="2193546"/>
                  <a:pt x="3183876" y="2193018"/>
                  <a:pt x="3176587" y="2181225"/>
                </a:cubicBezTo>
                <a:close/>
                <a:moveTo>
                  <a:pt x="1887855" y="2169795"/>
                </a:moveTo>
                <a:cubicBezTo>
                  <a:pt x="1864241" y="2146181"/>
                  <a:pt x="1881657" y="2105025"/>
                  <a:pt x="1915263" y="2105025"/>
                </a:cubicBezTo>
                <a:cubicBezTo>
                  <a:pt x="1942649" y="2105025"/>
                  <a:pt x="1957002" y="2130702"/>
                  <a:pt x="1944704" y="2157694"/>
                </a:cubicBezTo>
                <a:cubicBezTo>
                  <a:pt x="1933249" y="2182836"/>
                  <a:pt x="1906574" y="2188514"/>
                  <a:pt x="1887855" y="2169795"/>
                </a:cubicBezTo>
                <a:close/>
                <a:moveTo>
                  <a:pt x="2838450" y="2162175"/>
                </a:moveTo>
                <a:cubicBezTo>
                  <a:pt x="2838450" y="2151697"/>
                  <a:pt x="2844165" y="2143125"/>
                  <a:pt x="2851150" y="2143125"/>
                </a:cubicBezTo>
                <a:cubicBezTo>
                  <a:pt x="2869065" y="2143125"/>
                  <a:pt x="2876089" y="2152291"/>
                  <a:pt x="2870112" y="2167868"/>
                </a:cubicBezTo>
                <a:cubicBezTo>
                  <a:pt x="2862337" y="2188128"/>
                  <a:pt x="2838450" y="2183833"/>
                  <a:pt x="2838450" y="2162175"/>
                </a:cubicBezTo>
                <a:close/>
                <a:moveTo>
                  <a:pt x="1670073" y="2156772"/>
                </a:moveTo>
                <a:cubicBezTo>
                  <a:pt x="1666923" y="2148561"/>
                  <a:pt x="1669019" y="2137170"/>
                  <a:pt x="1674731" y="2131458"/>
                </a:cubicBezTo>
                <a:cubicBezTo>
                  <a:pt x="1688484" y="2117705"/>
                  <a:pt x="1715415" y="2139181"/>
                  <a:pt x="1708152" y="2158108"/>
                </a:cubicBezTo>
                <a:cubicBezTo>
                  <a:pt x="1701184" y="2176266"/>
                  <a:pt x="1677231" y="2175425"/>
                  <a:pt x="1670073" y="2156772"/>
                </a:cubicBezTo>
                <a:close/>
                <a:moveTo>
                  <a:pt x="2177455" y="2151177"/>
                </a:moveTo>
                <a:cubicBezTo>
                  <a:pt x="2152998" y="2116260"/>
                  <a:pt x="2192509" y="2069292"/>
                  <a:pt x="2224208" y="2095600"/>
                </a:cubicBezTo>
                <a:cubicBezTo>
                  <a:pt x="2250654" y="2117548"/>
                  <a:pt x="2236041" y="2171700"/>
                  <a:pt x="2203672" y="2171700"/>
                </a:cubicBezTo>
                <a:cubicBezTo>
                  <a:pt x="2197159" y="2171700"/>
                  <a:pt x="2185361" y="2162464"/>
                  <a:pt x="2177455" y="2151177"/>
                </a:cubicBezTo>
                <a:close/>
                <a:moveTo>
                  <a:pt x="2536031" y="2126758"/>
                </a:moveTo>
                <a:cubicBezTo>
                  <a:pt x="2515957" y="2119557"/>
                  <a:pt x="2521840" y="2085975"/>
                  <a:pt x="2543175" y="2085975"/>
                </a:cubicBezTo>
                <a:cubicBezTo>
                  <a:pt x="2555681" y="2085975"/>
                  <a:pt x="2562225" y="2092325"/>
                  <a:pt x="2562225" y="2104462"/>
                </a:cubicBezTo>
                <a:cubicBezTo>
                  <a:pt x="2562225" y="2125462"/>
                  <a:pt x="2553387" y="2132984"/>
                  <a:pt x="2536031" y="2126758"/>
                </a:cubicBezTo>
                <a:close/>
                <a:moveTo>
                  <a:pt x="1773094" y="2115445"/>
                </a:moveTo>
                <a:cubicBezTo>
                  <a:pt x="1755777" y="2104739"/>
                  <a:pt x="1763047" y="2072687"/>
                  <a:pt x="1783694" y="2068711"/>
                </a:cubicBezTo>
                <a:cubicBezTo>
                  <a:pt x="1792817" y="2066954"/>
                  <a:pt x="1802998" y="2072595"/>
                  <a:pt x="1806318" y="2081247"/>
                </a:cubicBezTo>
                <a:cubicBezTo>
                  <a:pt x="1814112" y="2101557"/>
                  <a:pt x="1790291" y="2126077"/>
                  <a:pt x="1773094" y="2115445"/>
                </a:cubicBezTo>
                <a:close/>
                <a:moveTo>
                  <a:pt x="2372726" y="2110994"/>
                </a:moveTo>
                <a:cubicBezTo>
                  <a:pt x="2357073" y="2092133"/>
                  <a:pt x="2370121" y="2066925"/>
                  <a:pt x="2395537" y="2066925"/>
                </a:cubicBezTo>
                <a:cubicBezTo>
                  <a:pt x="2407513" y="2066925"/>
                  <a:pt x="2419987" y="2073897"/>
                  <a:pt x="2423257" y="2082419"/>
                </a:cubicBezTo>
                <a:cubicBezTo>
                  <a:pt x="2429928" y="2099804"/>
                  <a:pt x="2413777" y="2124075"/>
                  <a:pt x="2395537" y="2124075"/>
                </a:cubicBezTo>
                <a:cubicBezTo>
                  <a:pt x="2388962" y="2124075"/>
                  <a:pt x="2378697" y="2118188"/>
                  <a:pt x="2372726" y="2110994"/>
                </a:cubicBezTo>
                <a:close/>
                <a:moveTo>
                  <a:pt x="3090862" y="2114550"/>
                </a:moveTo>
                <a:cubicBezTo>
                  <a:pt x="3083089" y="2101973"/>
                  <a:pt x="3093499" y="2085975"/>
                  <a:pt x="3109455" y="2085975"/>
                </a:cubicBezTo>
                <a:cubicBezTo>
                  <a:pt x="3123387" y="2085975"/>
                  <a:pt x="3135808" y="2109291"/>
                  <a:pt x="3126718" y="2118381"/>
                </a:cubicBezTo>
                <a:cubicBezTo>
                  <a:pt x="3117836" y="2127263"/>
                  <a:pt x="3097368" y="2125076"/>
                  <a:pt x="3090862" y="2114550"/>
                </a:cubicBezTo>
                <a:close/>
                <a:moveTo>
                  <a:pt x="3254704" y="2118054"/>
                </a:moveTo>
                <a:cubicBezTo>
                  <a:pt x="3242966" y="2106316"/>
                  <a:pt x="3247547" y="2069146"/>
                  <a:pt x="3261386" y="2063835"/>
                </a:cubicBezTo>
                <a:cubicBezTo>
                  <a:pt x="3284687" y="2054894"/>
                  <a:pt x="3311661" y="2082043"/>
                  <a:pt x="3299391" y="2102085"/>
                </a:cubicBezTo>
                <a:cubicBezTo>
                  <a:pt x="3287980" y="2120725"/>
                  <a:pt x="3265432" y="2128782"/>
                  <a:pt x="3254704" y="2118054"/>
                </a:cubicBezTo>
                <a:close/>
                <a:moveTo>
                  <a:pt x="889493" y="2100845"/>
                </a:moveTo>
                <a:cubicBezTo>
                  <a:pt x="881960" y="2081214"/>
                  <a:pt x="902229" y="2056982"/>
                  <a:pt x="920362" y="2063940"/>
                </a:cubicBezTo>
                <a:cubicBezTo>
                  <a:pt x="939368" y="2071234"/>
                  <a:pt x="932930" y="2108784"/>
                  <a:pt x="911989" y="2112775"/>
                </a:cubicBezTo>
                <a:cubicBezTo>
                  <a:pt x="902806" y="2114525"/>
                  <a:pt x="892682" y="2109157"/>
                  <a:pt x="889493" y="2100845"/>
                </a:cubicBezTo>
                <a:close/>
                <a:moveTo>
                  <a:pt x="673099" y="2098675"/>
                </a:moveTo>
                <a:cubicBezTo>
                  <a:pt x="663099" y="2088674"/>
                  <a:pt x="665686" y="2059181"/>
                  <a:pt x="677189" y="2052072"/>
                </a:cubicBezTo>
                <a:cubicBezTo>
                  <a:pt x="695772" y="2040587"/>
                  <a:pt x="719579" y="2072989"/>
                  <a:pt x="705246" y="2090259"/>
                </a:cubicBezTo>
                <a:cubicBezTo>
                  <a:pt x="691967" y="2106259"/>
                  <a:pt x="683025" y="2108600"/>
                  <a:pt x="673099" y="2098675"/>
                </a:cubicBezTo>
                <a:close/>
                <a:moveTo>
                  <a:pt x="2038350" y="2086537"/>
                </a:moveTo>
                <a:cubicBezTo>
                  <a:pt x="2038350" y="2060889"/>
                  <a:pt x="2056368" y="2052286"/>
                  <a:pt x="2073728" y="2069646"/>
                </a:cubicBezTo>
                <a:cubicBezTo>
                  <a:pt x="2091088" y="2087006"/>
                  <a:pt x="2082485" y="2105025"/>
                  <a:pt x="2056837" y="2105025"/>
                </a:cubicBezTo>
                <a:cubicBezTo>
                  <a:pt x="2044887" y="2105025"/>
                  <a:pt x="2038350" y="2098487"/>
                  <a:pt x="2038350" y="2086537"/>
                </a:cubicBezTo>
                <a:close/>
                <a:moveTo>
                  <a:pt x="568817" y="2073672"/>
                </a:moveTo>
                <a:cubicBezTo>
                  <a:pt x="566023" y="2066391"/>
                  <a:pt x="567194" y="2054841"/>
                  <a:pt x="571419" y="2048004"/>
                </a:cubicBezTo>
                <a:cubicBezTo>
                  <a:pt x="582104" y="2030716"/>
                  <a:pt x="611730" y="2044067"/>
                  <a:pt x="607813" y="2064405"/>
                </a:cubicBezTo>
                <a:cubicBezTo>
                  <a:pt x="603853" y="2084967"/>
                  <a:pt x="575717" y="2091654"/>
                  <a:pt x="568817" y="2073672"/>
                </a:cubicBezTo>
                <a:close/>
                <a:moveTo>
                  <a:pt x="1098819" y="2071687"/>
                </a:moveTo>
                <a:cubicBezTo>
                  <a:pt x="1091273" y="2052023"/>
                  <a:pt x="1101504" y="2028825"/>
                  <a:pt x="1117722" y="2028825"/>
                </a:cubicBezTo>
                <a:cubicBezTo>
                  <a:pt x="1125103" y="2028825"/>
                  <a:pt x="1136478" y="2035254"/>
                  <a:pt x="1143000" y="2043112"/>
                </a:cubicBezTo>
                <a:cubicBezTo>
                  <a:pt x="1156725" y="2059650"/>
                  <a:pt x="1141201" y="2085975"/>
                  <a:pt x="1117722" y="2085975"/>
                </a:cubicBezTo>
                <a:cubicBezTo>
                  <a:pt x="1110341" y="2085975"/>
                  <a:pt x="1101834" y="2079545"/>
                  <a:pt x="1098819" y="2071687"/>
                </a:cubicBezTo>
                <a:close/>
                <a:moveTo>
                  <a:pt x="1286254" y="2072145"/>
                </a:moveTo>
                <a:cubicBezTo>
                  <a:pt x="1260952" y="2041657"/>
                  <a:pt x="1298115" y="1994823"/>
                  <a:pt x="1331118" y="2015607"/>
                </a:cubicBezTo>
                <a:cubicBezTo>
                  <a:pt x="1364097" y="2036375"/>
                  <a:pt x="1352348" y="2085975"/>
                  <a:pt x="1314450" y="2085975"/>
                </a:cubicBezTo>
                <a:cubicBezTo>
                  <a:pt x="1305255" y="2085975"/>
                  <a:pt x="1292567" y="2079751"/>
                  <a:pt x="1286254" y="2072145"/>
                </a:cubicBezTo>
                <a:close/>
                <a:moveTo>
                  <a:pt x="2877551" y="2072894"/>
                </a:moveTo>
                <a:cubicBezTo>
                  <a:pt x="2862822" y="2055146"/>
                  <a:pt x="2874389" y="2028825"/>
                  <a:pt x="2896918" y="2028825"/>
                </a:cubicBezTo>
                <a:cubicBezTo>
                  <a:pt x="2920029" y="2028825"/>
                  <a:pt x="2930016" y="2053172"/>
                  <a:pt x="2914549" y="2071808"/>
                </a:cubicBezTo>
                <a:cubicBezTo>
                  <a:pt x="2899953" y="2089395"/>
                  <a:pt x="2891453" y="2089645"/>
                  <a:pt x="2877551" y="2072894"/>
                </a:cubicBezTo>
                <a:close/>
                <a:moveTo>
                  <a:pt x="1567542" y="2061482"/>
                </a:moveTo>
                <a:cubicBezTo>
                  <a:pt x="1559310" y="2053249"/>
                  <a:pt x="1552575" y="2040697"/>
                  <a:pt x="1552575" y="2033587"/>
                </a:cubicBezTo>
                <a:cubicBezTo>
                  <a:pt x="1552575" y="2021275"/>
                  <a:pt x="1577267" y="1990725"/>
                  <a:pt x="1587219" y="1990725"/>
                </a:cubicBezTo>
                <a:cubicBezTo>
                  <a:pt x="1606011" y="1990725"/>
                  <a:pt x="1628775" y="2014204"/>
                  <a:pt x="1628775" y="2033587"/>
                </a:cubicBezTo>
                <a:cubicBezTo>
                  <a:pt x="1628775" y="2046719"/>
                  <a:pt x="1620805" y="2060994"/>
                  <a:pt x="1610351" y="2066589"/>
                </a:cubicBezTo>
                <a:cubicBezTo>
                  <a:pt x="1586523" y="2079341"/>
                  <a:pt x="1585250" y="2079189"/>
                  <a:pt x="1567542" y="2061482"/>
                </a:cubicBezTo>
                <a:close/>
                <a:moveTo>
                  <a:pt x="2749549" y="2070099"/>
                </a:moveTo>
                <a:cubicBezTo>
                  <a:pt x="2736438" y="2056988"/>
                  <a:pt x="2743893" y="2038350"/>
                  <a:pt x="2762250" y="2038350"/>
                </a:cubicBezTo>
                <a:cubicBezTo>
                  <a:pt x="2774950" y="2038350"/>
                  <a:pt x="2781300" y="2044700"/>
                  <a:pt x="2781300" y="2057400"/>
                </a:cubicBezTo>
                <a:cubicBezTo>
                  <a:pt x="2781300" y="2075756"/>
                  <a:pt x="2762661" y="2083211"/>
                  <a:pt x="2749549" y="2070099"/>
                </a:cubicBezTo>
                <a:close/>
                <a:moveTo>
                  <a:pt x="1431948" y="2051997"/>
                </a:moveTo>
                <a:cubicBezTo>
                  <a:pt x="1424010" y="2031309"/>
                  <a:pt x="1444164" y="2011854"/>
                  <a:pt x="1458589" y="2026279"/>
                </a:cubicBezTo>
                <a:cubicBezTo>
                  <a:pt x="1470782" y="2038472"/>
                  <a:pt x="1463228" y="2066925"/>
                  <a:pt x="1447800" y="2066925"/>
                </a:cubicBezTo>
                <a:cubicBezTo>
                  <a:pt x="1442232" y="2066925"/>
                  <a:pt x="1435099" y="2060207"/>
                  <a:pt x="1431948" y="2051997"/>
                </a:cubicBezTo>
                <a:close/>
                <a:moveTo>
                  <a:pt x="2609850" y="2028825"/>
                </a:moveTo>
                <a:cubicBezTo>
                  <a:pt x="2609850" y="2016125"/>
                  <a:pt x="2616200" y="2009775"/>
                  <a:pt x="2628900" y="2009775"/>
                </a:cubicBezTo>
                <a:cubicBezTo>
                  <a:pt x="2641600" y="2009775"/>
                  <a:pt x="2647950" y="2016125"/>
                  <a:pt x="2647950" y="2028825"/>
                </a:cubicBezTo>
                <a:cubicBezTo>
                  <a:pt x="2647950" y="2041525"/>
                  <a:pt x="2641600" y="2047875"/>
                  <a:pt x="2628900" y="2047875"/>
                </a:cubicBezTo>
                <a:cubicBezTo>
                  <a:pt x="2616200" y="2047875"/>
                  <a:pt x="2609850" y="2041525"/>
                  <a:pt x="2609850" y="2028825"/>
                </a:cubicBezTo>
                <a:close/>
                <a:moveTo>
                  <a:pt x="2249283" y="2025729"/>
                </a:moveTo>
                <a:cubicBezTo>
                  <a:pt x="2240634" y="2015308"/>
                  <a:pt x="2241339" y="2009647"/>
                  <a:pt x="2252432" y="2000441"/>
                </a:cubicBezTo>
                <a:cubicBezTo>
                  <a:pt x="2264092" y="1990763"/>
                  <a:pt x="2267855" y="1991525"/>
                  <a:pt x="2272864" y="2004580"/>
                </a:cubicBezTo>
                <a:cubicBezTo>
                  <a:pt x="2281409" y="2026847"/>
                  <a:pt x="2263524" y="2042889"/>
                  <a:pt x="2249283" y="2025729"/>
                </a:cubicBezTo>
                <a:close/>
                <a:moveTo>
                  <a:pt x="2992755" y="2026920"/>
                </a:moveTo>
                <a:cubicBezTo>
                  <a:pt x="2972853" y="2007018"/>
                  <a:pt x="2985579" y="1962150"/>
                  <a:pt x="3011124" y="1962150"/>
                </a:cubicBezTo>
                <a:cubicBezTo>
                  <a:pt x="3020751" y="1962150"/>
                  <a:pt x="3048000" y="1990303"/>
                  <a:pt x="3048000" y="2000250"/>
                </a:cubicBezTo>
                <a:cubicBezTo>
                  <a:pt x="3048000" y="2010196"/>
                  <a:pt x="3020751" y="2038350"/>
                  <a:pt x="3011124" y="2038350"/>
                </a:cubicBezTo>
                <a:cubicBezTo>
                  <a:pt x="3007307" y="2038350"/>
                  <a:pt x="2999041" y="2033206"/>
                  <a:pt x="2992755" y="2026920"/>
                </a:cubicBezTo>
                <a:close/>
                <a:moveTo>
                  <a:pt x="776107" y="2009209"/>
                </a:moveTo>
                <a:cubicBezTo>
                  <a:pt x="766553" y="1979105"/>
                  <a:pt x="802108" y="1944054"/>
                  <a:pt x="823874" y="1962118"/>
                </a:cubicBezTo>
                <a:cubicBezTo>
                  <a:pt x="832562" y="1969328"/>
                  <a:pt x="837927" y="1985439"/>
                  <a:pt x="836300" y="1999434"/>
                </a:cubicBezTo>
                <a:cubicBezTo>
                  <a:pt x="832405" y="2032939"/>
                  <a:pt x="786029" y="2040470"/>
                  <a:pt x="776107" y="2009209"/>
                </a:cubicBezTo>
                <a:close/>
                <a:moveTo>
                  <a:pt x="3132009" y="2005051"/>
                </a:moveTo>
                <a:cubicBezTo>
                  <a:pt x="3123025" y="1985334"/>
                  <a:pt x="3124195" y="1977942"/>
                  <a:pt x="3138860" y="1961737"/>
                </a:cubicBezTo>
                <a:cubicBezTo>
                  <a:pt x="3162407" y="1935718"/>
                  <a:pt x="3204038" y="1939963"/>
                  <a:pt x="3208141" y="1968802"/>
                </a:cubicBezTo>
                <a:cubicBezTo>
                  <a:pt x="3215968" y="2023808"/>
                  <a:pt x="3153999" y="2053313"/>
                  <a:pt x="3132009" y="2005051"/>
                </a:cubicBezTo>
                <a:close/>
                <a:moveTo>
                  <a:pt x="967448" y="2004313"/>
                </a:moveTo>
                <a:cubicBezTo>
                  <a:pt x="939774" y="1976638"/>
                  <a:pt x="966912" y="1934850"/>
                  <a:pt x="1000786" y="1952979"/>
                </a:cubicBezTo>
                <a:cubicBezTo>
                  <a:pt x="1010900" y="1958391"/>
                  <a:pt x="1019175" y="1971091"/>
                  <a:pt x="1019175" y="1981200"/>
                </a:cubicBezTo>
                <a:cubicBezTo>
                  <a:pt x="1019175" y="2008445"/>
                  <a:pt x="986280" y="2023144"/>
                  <a:pt x="967448" y="2004313"/>
                </a:cubicBezTo>
                <a:close/>
                <a:moveTo>
                  <a:pt x="1852612" y="2009775"/>
                </a:moveTo>
                <a:cubicBezTo>
                  <a:pt x="1844639" y="1996874"/>
                  <a:pt x="1855397" y="1981200"/>
                  <a:pt x="1872224" y="1981200"/>
                </a:cubicBezTo>
                <a:cubicBezTo>
                  <a:pt x="1879773" y="1981200"/>
                  <a:pt x="1885950" y="1989772"/>
                  <a:pt x="1885950" y="2000250"/>
                </a:cubicBezTo>
                <a:cubicBezTo>
                  <a:pt x="1885950" y="2019969"/>
                  <a:pt x="1862970" y="2026535"/>
                  <a:pt x="1852612" y="2009775"/>
                </a:cubicBezTo>
                <a:close/>
                <a:moveTo>
                  <a:pt x="2457829" y="1995945"/>
                </a:moveTo>
                <a:cubicBezTo>
                  <a:pt x="2432527" y="1965457"/>
                  <a:pt x="2469690" y="1918623"/>
                  <a:pt x="2502693" y="1939407"/>
                </a:cubicBezTo>
                <a:cubicBezTo>
                  <a:pt x="2535672" y="1960175"/>
                  <a:pt x="2523923" y="2009775"/>
                  <a:pt x="2486025" y="2009775"/>
                </a:cubicBezTo>
                <a:cubicBezTo>
                  <a:pt x="2476830" y="2009775"/>
                  <a:pt x="2464142" y="2003551"/>
                  <a:pt x="2457829" y="1995945"/>
                </a:cubicBezTo>
                <a:close/>
                <a:moveTo>
                  <a:pt x="1714879" y="1986419"/>
                </a:moveTo>
                <a:cubicBezTo>
                  <a:pt x="1702418" y="1971405"/>
                  <a:pt x="1709873" y="1933575"/>
                  <a:pt x="1725293" y="1933575"/>
                </a:cubicBezTo>
                <a:cubicBezTo>
                  <a:pt x="1740541" y="1933575"/>
                  <a:pt x="1771650" y="1952518"/>
                  <a:pt x="1771650" y="1961804"/>
                </a:cubicBezTo>
                <a:cubicBezTo>
                  <a:pt x="1771650" y="1972407"/>
                  <a:pt x="1744409" y="2000250"/>
                  <a:pt x="1734035" y="2000250"/>
                </a:cubicBezTo>
                <a:cubicBezTo>
                  <a:pt x="1729812" y="2000250"/>
                  <a:pt x="1721192" y="1994026"/>
                  <a:pt x="1714879" y="1986419"/>
                </a:cubicBezTo>
                <a:close/>
                <a:moveTo>
                  <a:pt x="1968500" y="1993899"/>
                </a:moveTo>
                <a:cubicBezTo>
                  <a:pt x="1957440" y="1982840"/>
                  <a:pt x="1961635" y="1945859"/>
                  <a:pt x="1975230" y="1934576"/>
                </a:cubicBezTo>
                <a:cubicBezTo>
                  <a:pt x="1995709" y="1917580"/>
                  <a:pt x="2019300" y="1932340"/>
                  <a:pt x="2019300" y="1962150"/>
                </a:cubicBezTo>
                <a:cubicBezTo>
                  <a:pt x="2019300" y="1992302"/>
                  <a:pt x="1987055" y="2012455"/>
                  <a:pt x="1968500" y="1993899"/>
                </a:cubicBezTo>
                <a:close/>
                <a:moveTo>
                  <a:pt x="2108223" y="1985322"/>
                </a:moveTo>
                <a:cubicBezTo>
                  <a:pt x="2099555" y="1962734"/>
                  <a:pt x="2119871" y="1946803"/>
                  <a:pt x="2138076" y="1961912"/>
                </a:cubicBezTo>
                <a:cubicBezTo>
                  <a:pt x="2149357" y="1971275"/>
                  <a:pt x="2150310" y="1977304"/>
                  <a:pt x="2142076" y="1987226"/>
                </a:cubicBezTo>
                <a:cubicBezTo>
                  <a:pt x="2127812" y="2004412"/>
                  <a:pt x="2115278" y="2003707"/>
                  <a:pt x="2108223" y="1985322"/>
                </a:cubicBezTo>
                <a:close/>
                <a:moveTo>
                  <a:pt x="571500" y="1963316"/>
                </a:moveTo>
                <a:cubicBezTo>
                  <a:pt x="571500" y="1952197"/>
                  <a:pt x="575533" y="1943100"/>
                  <a:pt x="580462" y="1943100"/>
                </a:cubicBezTo>
                <a:cubicBezTo>
                  <a:pt x="596964" y="1943100"/>
                  <a:pt x="600017" y="1959864"/>
                  <a:pt x="585682" y="1971762"/>
                </a:cubicBezTo>
                <a:cubicBezTo>
                  <a:pt x="573880" y="1981557"/>
                  <a:pt x="571500" y="1980139"/>
                  <a:pt x="571500" y="1963316"/>
                </a:cubicBezTo>
                <a:close/>
                <a:moveTo>
                  <a:pt x="3315941" y="1968408"/>
                </a:moveTo>
                <a:cubicBezTo>
                  <a:pt x="3302749" y="1952513"/>
                  <a:pt x="3318514" y="1929345"/>
                  <a:pt x="3337551" y="1936650"/>
                </a:cubicBezTo>
                <a:cubicBezTo>
                  <a:pt x="3345938" y="1939868"/>
                  <a:pt x="3352800" y="1948607"/>
                  <a:pt x="3352800" y="1956069"/>
                </a:cubicBezTo>
                <a:cubicBezTo>
                  <a:pt x="3352800" y="1974486"/>
                  <a:pt x="3327903" y="1982821"/>
                  <a:pt x="3315941" y="1968408"/>
                </a:cubicBezTo>
                <a:close/>
                <a:moveTo>
                  <a:pt x="2753160" y="1957911"/>
                </a:moveTo>
                <a:cubicBezTo>
                  <a:pt x="2733814" y="1934602"/>
                  <a:pt x="2744723" y="1900613"/>
                  <a:pt x="2772590" y="1897374"/>
                </a:cubicBezTo>
                <a:cubicBezTo>
                  <a:pt x="2807065" y="1893367"/>
                  <a:pt x="2825482" y="1917410"/>
                  <a:pt x="2811479" y="1948144"/>
                </a:cubicBezTo>
                <a:cubicBezTo>
                  <a:pt x="2799571" y="1974279"/>
                  <a:pt x="2770749" y="1979106"/>
                  <a:pt x="2753160" y="1957911"/>
                </a:cubicBezTo>
                <a:close/>
                <a:moveTo>
                  <a:pt x="1213343" y="1948445"/>
                </a:moveTo>
                <a:cubicBezTo>
                  <a:pt x="1205810" y="1928814"/>
                  <a:pt x="1226079" y="1904582"/>
                  <a:pt x="1244212" y="1911540"/>
                </a:cubicBezTo>
                <a:cubicBezTo>
                  <a:pt x="1263218" y="1918834"/>
                  <a:pt x="1256780" y="1956384"/>
                  <a:pt x="1235839" y="1960375"/>
                </a:cubicBezTo>
                <a:cubicBezTo>
                  <a:pt x="1226656" y="1962125"/>
                  <a:pt x="1216532" y="1956757"/>
                  <a:pt x="1213343" y="1948445"/>
                </a:cubicBezTo>
                <a:close/>
                <a:moveTo>
                  <a:pt x="659130" y="1941195"/>
                </a:moveTo>
                <a:cubicBezTo>
                  <a:pt x="632820" y="1914885"/>
                  <a:pt x="663636" y="1868990"/>
                  <a:pt x="695986" y="1886304"/>
                </a:cubicBezTo>
                <a:cubicBezTo>
                  <a:pt x="725296" y="1901990"/>
                  <a:pt x="713883" y="1952625"/>
                  <a:pt x="681037" y="1952625"/>
                </a:cubicBezTo>
                <a:cubicBezTo>
                  <a:pt x="675274" y="1952625"/>
                  <a:pt x="665416" y="1947481"/>
                  <a:pt x="659130" y="1941195"/>
                </a:cubicBezTo>
                <a:close/>
                <a:moveTo>
                  <a:pt x="1473398" y="1946473"/>
                </a:moveTo>
                <a:cubicBezTo>
                  <a:pt x="1460312" y="1933387"/>
                  <a:pt x="1467100" y="1913176"/>
                  <a:pt x="1483518" y="1916338"/>
                </a:cubicBezTo>
                <a:cubicBezTo>
                  <a:pt x="1492686" y="1918103"/>
                  <a:pt x="1500187" y="1925561"/>
                  <a:pt x="1500187" y="1932911"/>
                </a:cubicBezTo>
                <a:cubicBezTo>
                  <a:pt x="1500187" y="1947950"/>
                  <a:pt x="1483382" y="1956457"/>
                  <a:pt x="1473398" y="1946473"/>
                </a:cubicBezTo>
                <a:close/>
                <a:moveTo>
                  <a:pt x="2301275" y="1937477"/>
                </a:moveTo>
                <a:cubicBezTo>
                  <a:pt x="2293533" y="1917303"/>
                  <a:pt x="2302180" y="1905000"/>
                  <a:pt x="2324100" y="1905000"/>
                </a:cubicBezTo>
                <a:cubicBezTo>
                  <a:pt x="2333959" y="1905000"/>
                  <a:pt x="2344435" y="1908899"/>
                  <a:pt x="2347381" y="1913665"/>
                </a:cubicBezTo>
                <a:cubicBezTo>
                  <a:pt x="2356486" y="1928397"/>
                  <a:pt x="2342008" y="1952625"/>
                  <a:pt x="2324100" y="1952625"/>
                </a:cubicBezTo>
                <a:cubicBezTo>
                  <a:pt x="2314743" y="1952625"/>
                  <a:pt x="2304472" y="1945808"/>
                  <a:pt x="2301275" y="1937477"/>
                </a:cubicBezTo>
                <a:close/>
                <a:moveTo>
                  <a:pt x="2616197" y="1929508"/>
                </a:moveTo>
                <a:cubicBezTo>
                  <a:pt x="2608101" y="1908410"/>
                  <a:pt x="2633287" y="1892095"/>
                  <a:pt x="2647506" y="1909227"/>
                </a:cubicBezTo>
                <a:cubicBezTo>
                  <a:pt x="2653891" y="1916921"/>
                  <a:pt x="2656349" y="1927689"/>
                  <a:pt x="2652970" y="1933157"/>
                </a:cubicBezTo>
                <a:cubicBezTo>
                  <a:pt x="2644087" y="1947529"/>
                  <a:pt x="2622282" y="1945366"/>
                  <a:pt x="2616197" y="1929508"/>
                </a:cubicBezTo>
                <a:close/>
                <a:moveTo>
                  <a:pt x="1082675" y="1917699"/>
                </a:moveTo>
                <a:cubicBezTo>
                  <a:pt x="1066244" y="1901269"/>
                  <a:pt x="1076967" y="1856673"/>
                  <a:pt x="1099855" y="1846245"/>
                </a:cubicBezTo>
                <a:cubicBezTo>
                  <a:pt x="1140610" y="1827676"/>
                  <a:pt x="1173348" y="1880366"/>
                  <a:pt x="1141095" y="1912620"/>
                </a:cubicBezTo>
                <a:cubicBezTo>
                  <a:pt x="1128774" y="1924940"/>
                  <a:pt x="1093024" y="1928049"/>
                  <a:pt x="1082675" y="1917699"/>
                </a:cubicBezTo>
                <a:close/>
                <a:moveTo>
                  <a:pt x="1343404" y="1900695"/>
                </a:moveTo>
                <a:cubicBezTo>
                  <a:pt x="1325097" y="1878636"/>
                  <a:pt x="1335273" y="1852612"/>
                  <a:pt x="1362205" y="1852612"/>
                </a:cubicBezTo>
                <a:cubicBezTo>
                  <a:pt x="1379919" y="1852612"/>
                  <a:pt x="1386697" y="1858342"/>
                  <a:pt x="1389102" y="1875347"/>
                </a:cubicBezTo>
                <a:cubicBezTo>
                  <a:pt x="1393868" y="1909058"/>
                  <a:pt x="1364065" y="1925589"/>
                  <a:pt x="1343404" y="1900695"/>
                </a:cubicBezTo>
                <a:close/>
                <a:moveTo>
                  <a:pt x="1611169" y="1905895"/>
                </a:moveTo>
                <a:cubicBezTo>
                  <a:pt x="1593852" y="1895189"/>
                  <a:pt x="1601122" y="1863137"/>
                  <a:pt x="1621769" y="1859161"/>
                </a:cubicBezTo>
                <a:cubicBezTo>
                  <a:pt x="1630892" y="1857404"/>
                  <a:pt x="1641073" y="1863045"/>
                  <a:pt x="1644393" y="1871697"/>
                </a:cubicBezTo>
                <a:cubicBezTo>
                  <a:pt x="1652187" y="1892007"/>
                  <a:pt x="1628366" y="1916527"/>
                  <a:pt x="1611169" y="1905895"/>
                </a:cubicBezTo>
                <a:close/>
                <a:moveTo>
                  <a:pt x="2924175" y="1895475"/>
                </a:moveTo>
                <a:cubicBezTo>
                  <a:pt x="2924175" y="1881128"/>
                  <a:pt x="2929148" y="1875985"/>
                  <a:pt x="2940843" y="1878238"/>
                </a:cubicBezTo>
                <a:cubicBezTo>
                  <a:pt x="2950011" y="1880003"/>
                  <a:pt x="2957512" y="1887760"/>
                  <a:pt x="2957512" y="1895475"/>
                </a:cubicBezTo>
                <a:cubicBezTo>
                  <a:pt x="2957512" y="1903189"/>
                  <a:pt x="2950011" y="1910946"/>
                  <a:pt x="2940843" y="1912711"/>
                </a:cubicBezTo>
                <a:cubicBezTo>
                  <a:pt x="2929148" y="1914964"/>
                  <a:pt x="2924175" y="1909821"/>
                  <a:pt x="2924175" y="1895475"/>
                </a:cubicBezTo>
                <a:close/>
                <a:moveTo>
                  <a:pt x="1878032" y="1884416"/>
                </a:moveTo>
                <a:cubicBezTo>
                  <a:pt x="1879767" y="1872162"/>
                  <a:pt x="1887616" y="1862137"/>
                  <a:pt x="1895475" y="1862137"/>
                </a:cubicBezTo>
                <a:cubicBezTo>
                  <a:pt x="1916132" y="1862137"/>
                  <a:pt x="1913286" y="1899297"/>
                  <a:pt x="1892320" y="1903335"/>
                </a:cubicBezTo>
                <a:cubicBezTo>
                  <a:pt x="1878794" y="1905940"/>
                  <a:pt x="1875586" y="1901692"/>
                  <a:pt x="1878032" y="1884416"/>
                </a:cubicBezTo>
                <a:close/>
                <a:moveTo>
                  <a:pt x="889023" y="1880547"/>
                </a:moveTo>
                <a:cubicBezTo>
                  <a:pt x="881085" y="1859859"/>
                  <a:pt x="901239" y="1840404"/>
                  <a:pt x="915664" y="1854829"/>
                </a:cubicBezTo>
                <a:cubicBezTo>
                  <a:pt x="927857" y="1867022"/>
                  <a:pt x="920303" y="1895475"/>
                  <a:pt x="904875" y="1895475"/>
                </a:cubicBezTo>
                <a:cubicBezTo>
                  <a:pt x="899307" y="1895475"/>
                  <a:pt x="892174" y="1888757"/>
                  <a:pt x="889023" y="1880547"/>
                </a:cubicBezTo>
                <a:close/>
                <a:moveTo>
                  <a:pt x="2163945" y="1879384"/>
                </a:moveTo>
                <a:cubicBezTo>
                  <a:pt x="2150031" y="1852851"/>
                  <a:pt x="2167181" y="1817280"/>
                  <a:pt x="2192099" y="1820986"/>
                </a:cubicBezTo>
                <a:cubicBezTo>
                  <a:pt x="2220623" y="1825228"/>
                  <a:pt x="2236555" y="1852525"/>
                  <a:pt x="2223066" y="1874043"/>
                </a:cubicBezTo>
                <a:cubicBezTo>
                  <a:pt x="2208447" y="1897363"/>
                  <a:pt x="2174959" y="1900388"/>
                  <a:pt x="2163945" y="1879384"/>
                </a:cubicBezTo>
                <a:close/>
                <a:moveTo>
                  <a:pt x="3197423" y="1889323"/>
                </a:moveTo>
                <a:cubicBezTo>
                  <a:pt x="3183940" y="1875840"/>
                  <a:pt x="3191570" y="1857375"/>
                  <a:pt x="3210623" y="1857375"/>
                </a:cubicBezTo>
                <a:cubicBezTo>
                  <a:pt x="3223938" y="1857375"/>
                  <a:pt x="3229368" y="1862547"/>
                  <a:pt x="3227292" y="1873254"/>
                </a:cubicBezTo>
                <a:cubicBezTo>
                  <a:pt x="3223892" y="1890785"/>
                  <a:pt x="3207632" y="1899532"/>
                  <a:pt x="3197423" y="1889323"/>
                </a:cubicBezTo>
                <a:close/>
                <a:moveTo>
                  <a:pt x="2527569" y="1862137"/>
                </a:moveTo>
                <a:cubicBezTo>
                  <a:pt x="2519761" y="1841789"/>
                  <a:pt x="2530460" y="1819275"/>
                  <a:pt x="2547937" y="1819275"/>
                </a:cubicBezTo>
                <a:cubicBezTo>
                  <a:pt x="2568132" y="1819275"/>
                  <a:pt x="2576573" y="1844848"/>
                  <a:pt x="2562124" y="1862258"/>
                </a:cubicBezTo>
                <a:cubicBezTo>
                  <a:pt x="2547123" y="1880333"/>
                  <a:pt x="2534535" y="1880289"/>
                  <a:pt x="2527569" y="1862137"/>
                </a:cubicBezTo>
                <a:close/>
                <a:moveTo>
                  <a:pt x="3066992" y="1862067"/>
                </a:moveTo>
                <a:cubicBezTo>
                  <a:pt x="3056452" y="1849368"/>
                  <a:pt x="3056863" y="1844429"/>
                  <a:pt x="3069510" y="1831781"/>
                </a:cubicBezTo>
                <a:cubicBezTo>
                  <a:pt x="3089937" y="1811355"/>
                  <a:pt x="3116868" y="1822704"/>
                  <a:pt x="3112961" y="1850091"/>
                </a:cubicBezTo>
                <a:cubicBezTo>
                  <a:pt x="3109240" y="1876179"/>
                  <a:pt x="3084133" y="1882721"/>
                  <a:pt x="3066992" y="1862067"/>
                </a:cubicBezTo>
                <a:close/>
                <a:moveTo>
                  <a:pt x="2013061" y="1852201"/>
                </a:moveTo>
                <a:cubicBezTo>
                  <a:pt x="2005874" y="1833472"/>
                  <a:pt x="2014379" y="1824873"/>
                  <a:pt x="2033016" y="1832025"/>
                </a:cubicBezTo>
                <a:cubicBezTo>
                  <a:pt x="2041387" y="1835237"/>
                  <a:pt x="2045169" y="1843817"/>
                  <a:pt x="2041932" y="1852251"/>
                </a:cubicBezTo>
                <a:cubicBezTo>
                  <a:pt x="2034712" y="1871068"/>
                  <a:pt x="2020292" y="1871043"/>
                  <a:pt x="2013061" y="1852201"/>
                </a:cubicBezTo>
                <a:close/>
                <a:moveTo>
                  <a:pt x="571500" y="1833562"/>
                </a:moveTo>
                <a:cubicBezTo>
                  <a:pt x="571500" y="1819363"/>
                  <a:pt x="575601" y="1811160"/>
                  <a:pt x="581025" y="1814512"/>
                </a:cubicBezTo>
                <a:cubicBezTo>
                  <a:pt x="586263" y="1817750"/>
                  <a:pt x="590550" y="1826322"/>
                  <a:pt x="590550" y="1833562"/>
                </a:cubicBezTo>
                <a:cubicBezTo>
                  <a:pt x="590550" y="1840802"/>
                  <a:pt x="586263" y="1849374"/>
                  <a:pt x="581025" y="1852612"/>
                </a:cubicBezTo>
                <a:cubicBezTo>
                  <a:pt x="575601" y="1855964"/>
                  <a:pt x="571500" y="1847761"/>
                  <a:pt x="571500" y="1833562"/>
                </a:cubicBezTo>
                <a:close/>
                <a:moveTo>
                  <a:pt x="1755804" y="1842460"/>
                </a:moveTo>
                <a:cubicBezTo>
                  <a:pt x="1747548" y="1820946"/>
                  <a:pt x="1764450" y="1795462"/>
                  <a:pt x="1786975" y="1795462"/>
                </a:cubicBezTo>
                <a:cubicBezTo>
                  <a:pt x="1815519" y="1795462"/>
                  <a:pt x="1812292" y="1851575"/>
                  <a:pt x="1783513" y="1855661"/>
                </a:cubicBezTo>
                <a:cubicBezTo>
                  <a:pt x="1770042" y="1857574"/>
                  <a:pt x="1759716" y="1852655"/>
                  <a:pt x="1755804" y="1842460"/>
                </a:cubicBezTo>
                <a:close/>
                <a:moveTo>
                  <a:pt x="2365398" y="1842447"/>
                </a:moveTo>
                <a:cubicBezTo>
                  <a:pt x="2357460" y="1821759"/>
                  <a:pt x="2377614" y="1802304"/>
                  <a:pt x="2392039" y="1816729"/>
                </a:cubicBezTo>
                <a:cubicBezTo>
                  <a:pt x="2404232" y="1828922"/>
                  <a:pt x="2396678" y="1857375"/>
                  <a:pt x="2381250" y="1857375"/>
                </a:cubicBezTo>
                <a:cubicBezTo>
                  <a:pt x="2375682" y="1857375"/>
                  <a:pt x="2368549" y="1850657"/>
                  <a:pt x="2365398" y="1842447"/>
                </a:cubicBezTo>
                <a:close/>
                <a:moveTo>
                  <a:pt x="2706925" y="1847135"/>
                </a:moveTo>
                <a:cubicBezTo>
                  <a:pt x="2708802" y="1841503"/>
                  <a:pt x="2714410" y="1836896"/>
                  <a:pt x="2719387" y="1836896"/>
                </a:cubicBezTo>
                <a:cubicBezTo>
                  <a:pt x="2724364" y="1836896"/>
                  <a:pt x="2729972" y="1841503"/>
                  <a:pt x="2731849" y="1847135"/>
                </a:cubicBezTo>
                <a:cubicBezTo>
                  <a:pt x="2733726" y="1852767"/>
                  <a:pt x="2728118" y="1857375"/>
                  <a:pt x="2719387" y="1857375"/>
                </a:cubicBezTo>
                <a:cubicBezTo>
                  <a:pt x="2710656" y="1857375"/>
                  <a:pt x="2705048" y="1852767"/>
                  <a:pt x="2706925" y="1847135"/>
                </a:cubicBezTo>
                <a:close/>
                <a:moveTo>
                  <a:pt x="755919" y="1824037"/>
                </a:moveTo>
                <a:cubicBezTo>
                  <a:pt x="747493" y="1802079"/>
                  <a:pt x="759329" y="1781175"/>
                  <a:pt x="780188" y="1781175"/>
                </a:cubicBezTo>
                <a:cubicBezTo>
                  <a:pt x="803765" y="1781175"/>
                  <a:pt x="812607" y="1794873"/>
                  <a:pt x="804835" y="1819360"/>
                </a:cubicBezTo>
                <a:cubicBezTo>
                  <a:pt x="797789" y="1841558"/>
                  <a:pt x="763886" y="1844800"/>
                  <a:pt x="755919" y="1824037"/>
                </a:cubicBezTo>
                <a:close/>
                <a:moveTo>
                  <a:pt x="3281393" y="1819371"/>
                </a:moveTo>
                <a:cubicBezTo>
                  <a:pt x="3273272" y="1793785"/>
                  <a:pt x="3292716" y="1769869"/>
                  <a:pt x="3318629" y="1773571"/>
                </a:cubicBezTo>
                <a:cubicBezTo>
                  <a:pt x="3351374" y="1778250"/>
                  <a:pt x="3346628" y="1832623"/>
                  <a:pt x="3313136" y="1836497"/>
                </a:cubicBezTo>
                <a:cubicBezTo>
                  <a:pt x="3294222" y="1838685"/>
                  <a:pt x="3286138" y="1834323"/>
                  <a:pt x="3281393" y="1819371"/>
                </a:cubicBezTo>
                <a:close/>
                <a:moveTo>
                  <a:pt x="991180" y="1819633"/>
                </a:moveTo>
                <a:cubicBezTo>
                  <a:pt x="972986" y="1808389"/>
                  <a:pt x="983224" y="1776412"/>
                  <a:pt x="1005017" y="1776412"/>
                </a:cubicBezTo>
                <a:cubicBezTo>
                  <a:pt x="1017046" y="1776412"/>
                  <a:pt x="1024988" y="1783777"/>
                  <a:pt x="1026822" y="1796631"/>
                </a:cubicBezTo>
                <a:cubicBezTo>
                  <a:pt x="1029968" y="1818683"/>
                  <a:pt x="1010242" y="1831414"/>
                  <a:pt x="991180" y="1819633"/>
                </a:cubicBezTo>
                <a:close/>
                <a:moveTo>
                  <a:pt x="1485900" y="1809750"/>
                </a:moveTo>
                <a:cubicBezTo>
                  <a:pt x="1470308" y="1780617"/>
                  <a:pt x="1489978" y="1750681"/>
                  <a:pt x="1522259" y="1754410"/>
                </a:cubicBezTo>
                <a:cubicBezTo>
                  <a:pt x="1540577" y="1756526"/>
                  <a:pt x="1548693" y="1763578"/>
                  <a:pt x="1550924" y="1779318"/>
                </a:cubicBezTo>
                <a:cubicBezTo>
                  <a:pt x="1557223" y="1823750"/>
                  <a:pt x="1506178" y="1847640"/>
                  <a:pt x="1485900" y="1809750"/>
                </a:cubicBezTo>
                <a:close/>
                <a:moveTo>
                  <a:pt x="1251243" y="1805051"/>
                </a:moveTo>
                <a:cubicBezTo>
                  <a:pt x="1247944" y="1796453"/>
                  <a:pt x="1249812" y="1784852"/>
                  <a:pt x="1255395" y="1779270"/>
                </a:cubicBezTo>
                <a:cubicBezTo>
                  <a:pt x="1269907" y="1764757"/>
                  <a:pt x="1297404" y="1778021"/>
                  <a:pt x="1293613" y="1797705"/>
                </a:cubicBezTo>
                <a:cubicBezTo>
                  <a:pt x="1289390" y="1819630"/>
                  <a:pt x="1258869" y="1824922"/>
                  <a:pt x="1251243" y="1805051"/>
                </a:cubicBezTo>
                <a:close/>
                <a:moveTo>
                  <a:pt x="2800789" y="1795992"/>
                </a:moveTo>
                <a:cubicBezTo>
                  <a:pt x="2783403" y="1775042"/>
                  <a:pt x="2795664" y="1752600"/>
                  <a:pt x="2824496" y="1752600"/>
                </a:cubicBezTo>
                <a:cubicBezTo>
                  <a:pt x="2845854" y="1752600"/>
                  <a:pt x="2848827" y="1756173"/>
                  <a:pt x="2846226" y="1778712"/>
                </a:cubicBezTo>
                <a:cubicBezTo>
                  <a:pt x="2842781" y="1808557"/>
                  <a:pt x="2818789" y="1817681"/>
                  <a:pt x="2800789" y="1795992"/>
                </a:cubicBezTo>
                <a:close/>
                <a:moveTo>
                  <a:pt x="2638804" y="1786395"/>
                </a:moveTo>
                <a:cubicBezTo>
                  <a:pt x="2620543" y="1764392"/>
                  <a:pt x="2630670" y="1738312"/>
                  <a:pt x="2657475" y="1738312"/>
                </a:cubicBezTo>
                <a:cubicBezTo>
                  <a:pt x="2672571" y="1738312"/>
                  <a:pt x="2682210" y="1744460"/>
                  <a:pt x="2684324" y="1755438"/>
                </a:cubicBezTo>
                <a:cubicBezTo>
                  <a:pt x="2687622" y="1772564"/>
                  <a:pt x="2671039" y="1800225"/>
                  <a:pt x="2657475" y="1800225"/>
                </a:cubicBezTo>
                <a:cubicBezTo>
                  <a:pt x="2653519" y="1800225"/>
                  <a:pt x="2645117" y="1794001"/>
                  <a:pt x="2638804" y="1786395"/>
                </a:cubicBezTo>
                <a:close/>
                <a:moveTo>
                  <a:pt x="2959893" y="1789937"/>
                </a:moveTo>
                <a:cubicBezTo>
                  <a:pt x="2939115" y="1777834"/>
                  <a:pt x="2938217" y="1740038"/>
                  <a:pt x="2958310" y="1723362"/>
                </a:cubicBezTo>
                <a:cubicBezTo>
                  <a:pt x="2990063" y="1697009"/>
                  <a:pt x="3033621" y="1749700"/>
                  <a:pt x="3005642" y="1780617"/>
                </a:cubicBezTo>
                <a:cubicBezTo>
                  <a:pt x="2985531" y="1802839"/>
                  <a:pt x="2982949" y="1803365"/>
                  <a:pt x="2959893" y="1789937"/>
                </a:cubicBezTo>
                <a:close/>
                <a:moveTo>
                  <a:pt x="651414" y="1777116"/>
                </a:moveTo>
                <a:cubicBezTo>
                  <a:pt x="642748" y="1754533"/>
                  <a:pt x="655010" y="1731726"/>
                  <a:pt x="673864" y="1735357"/>
                </a:cubicBezTo>
                <a:cubicBezTo>
                  <a:pt x="684409" y="1737388"/>
                  <a:pt x="690562" y="1747252"/>
                  <a:pt x="690562" y="1762125"/>
                </a:cubicBezTo>
                <a:cubicBezTo>
                  <a:pt x="690562" y="1789277"/>
                  <a:pt x="660498" y="1800789"/>
                  <a:pt x="651414" y="1777116"/>
                </a:cubicBezTo>
                <a:close/>
                <a:moveTo>
                  <a:pt x="1678781" y="1774339"/>
                </a:moveTo>
                <a:cubicBezTo>
                  <a:pt x="1672232" y="1771987"/>
                  <a:pt x="1666875" y="1760162"/>
                  <a:pt x="1666875" y="1748062"/>
                </a:cubicBezTo>
                <a:cubicBezTo>
                  <a:pt x="1666875" y="1725338"/>
                  <a:pt x="1681814" y="1714211"/>
                  <a:pt x="1702593" y="1721459"/>
                </a:cubicBezTo>
                <a:cubicBezTo>
                  <a:pt x="1709142" y="1723743"/>
                  <a:pt x="1714500" y="1733302"/>
                  <a:pt x="1714500" y="1742702"/>
                </a:cubicBezTo>
                <a:cubicBezTo>
                  <a:pt x="1714500" y="1763237"/>
                  <a:pt x="1695275" y="1780265"/>
                  <a:pt x="1678781" y="1774339"/>
                </a:cubicBezTo>
                <a:close/>
                <a:moveTo>
                  <a:pt x="1906905" y="1769745"/>
                </a:moveTo>
                <a:cubicBezTo>
                  <a:pt x="1892781" y="1755621"/>
                  <a:pt x="1891927" y="1717816"/>
                  <a:pt x="1905541" y="1709402"/>
                </a:cubicBezTo>
                <a:cubicBezTo>
                  <a:pt x="1911077" y="1705981"/>
                  <a:pt x="1926079" y="1705809"/>
                  <a:pt x="1938878" y="1709022"/>
                </a:cubicBezTo>
                <a:cubicBezTo>
                  <a:pt x="1967966" y="1716322"/>
                  <a:pt x="1971105" y="1756661"/>
                  <a:pt x="1943726" y="1771314"/>
                </a:cubicBezTo>
                <a:cubicBezTo>
                  <a:pt x="1920765" y="1783603"/>
                  <a:pt x="1920763" y="1783603"/>
                  <a:pt x="1906905" y="1769745"/>
                </a:cubicBezTo>
                <a:close/>
                <a:moveTo>
                  <a:pt x="2070086" y="1766148"/>
                </a:moveTo>
                <a:cubicBezTo>
                  <a:pt x="2066914" y="1757884"/>
                  <a:pt x="2071335" y="1744107"/>
                  <a:pt x="2079910" y="1735532"/>
                </a:cubicBezTo>
                <a:cubicBezTo>
                  <a:pt x="2094346" y="1721096"/>
                  <a:pt x="2096653" y="1721096"/>
                  <a:pt x="2111089" y="1735532"/>
                </a:cubicBezTo>
                <a:cubicBezTo>
                  <a:pt x="2130563" y="1755006"/>
                  <a:pt x="2121625" y="1781175"/>
                  <a:pt x="2095500" y="1781175"/>
                </a:cubicBezTo>
                <a:cubicBezTo>
                  <a:pt x="2084693" y="1781175"/>
                  <a:pt x="2073257" y="1774413"/>
                  <a:pt x="2070086" y="1766148"/>
                </a:cubicBezTo>
                <a:close/>
                <a:moveTo>
                  <a:pt x="2261044" y="1757818"/>
                </a:moveTo>
                <a:cubicBezTo>
                  <a:pt x="2254409" y="1740527"/>
                  <a:pt x="2264046" y="1724025"/>
                  <a:pt x="2280780" y="1724025"/>
                </a:cubicBezTo>
                <a:cubicBezTo>
                  <a:pt x="2295220" y="1724025"/>
                  <a:pt x="2307831" y="1749918"/>
                  <a:pt x="2299756" y="1762984"/>
                </a:cubicBezTo>
                <a:cubicBezTo>
                  <a:pt x="2291430" y="1776455"/>
                  <a:pt x="2266942" y="1773187"/>
                  <a:pt x="2261044" y="1757818"/>
                </a:cubicBezTo>
                <a:close/>
                <a:moveTo>
                  <a:pt x="2429254" y="1757820"/>
                </a:moveTo>
                <a:cubicBezTo>
                  <a:pt x="2403952" y="1727332"/>
                  <a:pt x="2441115" y="1680498"/>
                  <a:pt x="2474118" y="1701282"/>
                </a:cubicBezTo>
                <a:cubicBezTo>
                  <a:pt x="2507097" y="1722050"/>
                  <a:pt x="2495348" y="1771650"/>
                  <a:pt x="2457450" y="1771650"/>
                </a:cubicBezTo>
                <a:cubicBezTo>
                  <a:pt x="2448255" y="1771650"/>
                  <a:pt x="2435567" y="1765426"/>
                  <a:pt x="2429254" y="1757820"/>
                </a:cubicBezTo>
                <a:close/>
                <a:moveTo>
                  <a:pt x="1146847" y="1748888"/>
                </a:moveTo>
                <a:cubicBezTo>
                  <a:pt x="1138184" y="1726312"/>
                  <a:pt x="1157928" y="1706568"/>
                  <a:pt x="1173548" y="1722188"/>
                </a:cubicBezTo>
                <a:cubicBezTo>
                  <a:pt x="1182528" y="1731168"/>
                  <a:pt x="1181562" y="1737169"/>
                  <a:pt x="1169135" y="1749596"/>
                </a:cubicBezTo>
                <a:cubicBezTo>
                  <a:pt x="1154271" y="1764460"/>
                  <a:pt x="1152805" y="1764414"/>
                  <a:pt x="1146847" y="1748888"/>
                </a:cubicBezTo>
                <a:close/>
                <a:moveTo>
                  <a:pt x="1384569" y="1747837"/>
                </a:moveTo>
                <a:cubicBezTo>
                  <a:pt x="1376761" y="1727489"/>
                  <a:pt x="1387460" y="1704975"/>
                  <a:pt x="1404937" y="1704975"/>
                </a:cubicBezTo>
                <a:cubicBezTo>
                  <a:pt x="1425132" y="1704975"/>
                  <a:pt x="1433573" y="1730548"/>
                  <a:pt x="1419124" y="1747958"/>
                </a:cubicBezTo>
                <a:cubicBezTo>
                  <a:pt x="1404123" y="1766033"/>
                  <a:pt x="1391535" y="1765989"/>
                  <a:pt x="1384569" y="1747837"/>
                </a:cubicBezTo>
                <a:close/>
                <a:moveTo>
                  <a:pt x="3153417" y="1739086"/>
                </a:moveTo>
                <a:cubicBezTo>
                  <a:pt x="3137386" y="1719770"/>
                  <a:pt x="3149704" y="1685925"/>
                  <a:pt x="3172765" y="1685925"/>
                </a:cubicBezTo>
                <a:cubicBezTo>
                  <a:pt x="3195248" y="1685925"/>
                  <a:pt x="3207046" y="1711358"/>
                  <a:pt x="3194091" y="1731896"/>
                </a:cubicBezTo>
                <a:cubicBezTo>
                  <a:pt x="3180791" y="1752981"/>
                  <a:pt x="3166975" y="1755423"/>
                  <a:pt x="3153417" y="1739086"/>
                </a:cubicBezTo>
                <a:close/>
                <a:moveTo>
                  <a:pt x="843388" y="1715841"/>
                </a:moveTo>
                <a:cubicBezTo>
                  <a:pt x="834507" y="1687861"/>
                  <a:pt x="846552" y="1669490"/>
                  <a:pt x="877887" y="1663223"/>
                </a:cubicBezTo>
                <a:cubicBezTo>
                  <a:pt x="912186" y="1656363"/>
                  <a:pt x="923925" y="1661918"/>
                  <a:pt x="923925" y="1685010"/>
                </a:cubicBezTo>
                <a:cubicBezTo>
                  <a:pt x="923925" y="1724935"/>
                  <a:pt x="854687" y="1751441"/>
                  <a:pt x="843388" y="1715841"/>
                </a:cubicBezTo>
                <a:close/>
                <a:moveTo>
                  <a:pt x="1800931" y="1724461"/>
                </a:moveTo>
                <a:cubicBezTo>
                  <a:pt x="1785895" y="1715169"/>
                  <a:pt x="1795509" y="1695450"/>
                  <a:pt x="1815074" y="1695450"/>
                </a:cubicBezTo>
                <a:cubicBezTo>
                  <a:pt x="1829552" y="1695450"/>
                  <a:pt x="1834153" y="1719591"/>
                  <a:pt x="1821201" y="1727596"/>
                </a:cubicBezTo>
                <a:cubicBezTo>
                  <a:pt x="1817022" y="1730179"/>
                  <a:pt x="1807900" y="1728768"/>
                  <a:pt x="1800931" y="1724461"/>
                </a:cubicBezTo>
                <a:close/>
                <a:moveTo>
                  <a:pt x="2554382" y="1718759"/>
                </a:moveTo>
                <a:cubicBezTo>
                  <a:pt x="2558690" y="1698070"/>
                  <a:pt x="2575595" y="1696804"/>
                  <a:pt x="2579461" y="1716881"/>
                </a:cubicBezTo>
                <a:cubicBezTo>
                  <a:pt x="2581469" y="1727307"/>
                  <a:pt x="2576797" y="1733550"/>
                  <a:pt x="2566987" y="1733550"/>
                </a:cubicBezTo>
                <a:cubicBezTo>
                  <a:pt x="2557836" y="1733550"/>
                  <a:pt x="2552586" y="1727388"/>
                  <a:pt x="2554382" y="1718759"/>
                </a:cubicBezTo>
                <a:close/>
                <a:moveTo>
                  <a:pt x="3335015" y="1701737"/>
                </a:moveTo>
                <a:cubicBezTo>
                  <a:pt x="3319969" y="1683608"/>
                  <a:pt x="3331467" y="1657350"/>
                  <a:pt x="3354451" y="1657350"/>
                </a:cubicBezTo>
                <a:cubicBezTo>
                  <a:pt x="3369083" y="1657350"/>
                  <a:pt x="3372464" y="1662850"/>
                  <a:pt x="3370101" y="1682809"/>
                </a:cubicBezTo>
                <a:cubicBezTo>
                  <a:pt x="3366595" y="1712425"/>
                  <a:pt x="3350908" y="1720887"/>
                  <a:pt x="3335015" y="1701737"/>
                </a:cubicBezTo>
                <a:close/>
                <a:moveTo>
                  <a:pt x="2860968" y="1690751"/>
                </a:moveTo>
                <a:cubicBezTo>
                  <a:pt x="2857669" y="1682153"/>
                  <a:pt x="2859537" y="1670552"/>
                  <a:pt x="2865120" y="1664970"/>
                </a:cubicBezTo>
                <a:cubicBezTo>
                  <a:pt x="2879632" y="1650457"/>
                  <a:pt x="2907129" y="1663721"/>
                  <a:pt x="2903338" y="1683405"/>
                </a:cubicBezTo>
                <a:cubicBezTo>
                  <a:pt x="2899115" y="1705330"/>
                  <a:pt x="2868594" y="1710622"/>
                  <a:pt x="2860968" y="1690751"/>
                </a:cubicBezTo>
                <a:close/>
                <a:moveTo>
                  <a:pt x="571500" y="1662112"/>
                </a:moveTo>
                <a:cubicBezTo>
                  <a:pt x="571500" y="1643776"/>
                  <a:pt x="575497" y="1628775"/>
                  <a:pt x="580383" y="1628775"/>
                </a:cubicBezTo>
                <a:cubicBezTo>
                  <a:pt x="592792" y="1628775"/>
                  <a:pt x="601719" y="1661031"/>
                  <a:pt x="594509" y="1679820"/>
                </a:cubicBezTo>
                <a:cubicBezTo>
                  <a:pt x="584195" y="1706697"/>
                  <a:pt x="571500" y="1696926"/>
                  <a:pt x="571500" y="1662112"/>
                </a:cubicBezTo>
                <a:close/>
                <a:moveTo>
                  <a:pt x="1243033" y="1682355"/>
                </a:moveTo>
                <a:cubicBezTo>
                  <a:pt x="1215594" y="1662291"/>
                  <a:pt x="1228043" y="1624542"/>
                  <a:pt x="1263227" y="1621118"/>
                </a:cubicBezTo>
                <a:cubicBezTo>
                  <a:pt x="1296758" y="1617855"/>
                  <a:pt x="1310984" y="1637755"/>
                  <a:pt x="1295630" y="1666444"/>
                </a:cubicBezTo>
                <a:cubicBezTo>
                  <a:pt x="1282943" y="1690149"/>
                  <a:pt x="1262252" y="1696409"/>
                  <a:pt x="1243033" y="1682355"/>
                </a:cubicBezTo>
                <a:close/>
                <a:moveTo>
                  <a:pt x="2001411" y="1682562"/>
                </a:moveTo>
                <a:cubicBezTo>
                  <a:pt x="1989833" y="1668611"/>
                  <a:pt x="1996405" y="1657350"/>
                  <a:pt x="2016125" y="1657350"/>
                </a:cubicBezTo>
                <a:cubicBezTo>
                  <a:pt x="2030314" y="1657350"/>
                  <a:pt x="2033511" y="1681904"/>
                  <a:pt x="2020379" y="1690020"/>
                </a:cubicBezTo>
                <a:cubicBezTo>
                  <a:pt x="2015734" y="1692891"/>
                  <a:pt x="2007198" y="1689535"/>
                  <a:pt x="2001411" y="1682562"/>
                </a:cubicBezTo>
                <a:close/>
                <a:moveTo>
                  <a:pt x="3045023" y="1689298"/>
                </a:moveTo>
                <a:cubicBezTo>
                  <a:pt x="3031937" y="1676212"/>
                  <a:pt x="3038725" y="1656001"/>
                  <a:pt x="3055143" y="1659163"/>
                </a:cubicBezTo>
                <a:cubicBezTo>
                  <a:pt x="3064311" y="1660928"/>
                  <a:pt x="3071812" y="1668386"/>
                  <a:pt x="3071812" y="1675736"/>
                </a:cubicBezTo>
                <a:cubicBezTo>
                  <a:pt x="3071812" y="1690775"/>
                  <a:pt x="3055007" y="1699282"/>
                  <a:pt x="3045023" y="1689298"/>
                </a:cubicBezTo>
                <a:close/>
                <a:moveTo>
                  <a:pt x="1576129" y="1675982"/>
                </a:moveTo>
                <a:cubicBezTo>
                  <a:pt x="1567203" y="1661539"/>
                  <a:pt x="1591397" y="1635212"/>
                  <a:pt x="1602966" y="1646781"/>
                </a:cubicBezTo>
                <a:cubicBezTo>
                  <a:pt x="1613648" y="1657463"/>
                  <a:pt x="1605337" y="1685925"/>
                  <a:pt x="1591536" y="1685925"/>
                </a:cubicBezTo>
                <a:cubicBezTo>
                  <a:pt x="1586442" y="1685925"/>
                  <a:pt x="1579509" y="1681450"/>
                  <a:pt x="1576129" y="1675982"/>
                </a:cubicBezTo>
                <a:close/>
                <a:moveTo>
                  <a:pt x="2735483" y="1673816"/>
                </a:moveTo>
                <a:cubicBezTo>
                  <a:pt x="2721819" y="1657351"/>
                  <a:pt x="2737033" y="1633895"/>
                  <a:pt x="2756526" y="1641375"/>
                </a:cubicBezTo>
                <a:cubicBezTo>
                  <a:pt x="2775211" y="1648545"/>
                  <a:pt x="2776028" y="1661012"/>
                  <a:pt x="2758751" y="1675351"/>
                </a:cubicBezTo>
                <a:cubicBezTo>
                  <a:pt x="2748941" y="1683492"/>
                  <a:pt x="2743199" y="1683113"/>
                  <a:pt x="2735483" y="1673816"/>
                </a:cubicBezTo>
                <a:close/>
                <a:moveTo>
                  <a:pt x="720724" y="1660524"/>
                </a:moveTo>
                <a:cubicBezTo>
                  <a:pt x="710724" y="1650524"/>
                  <a:pt x="713311" y="1621031"/>
                  <a:pt x="724814" y="1613922"/>
                </a:cubicBezTo>
                <a:cubicBezTo>
                  <a:pt x="743397" y="1602437"/>
                  <a:pt x="767204" y="1634839"/>
                  <a:pt x="752871" y="1652109"/>
                </a:cubicBezTo>
                <a:cubicBezTo>
                  <a:pt x="739592" y="1668109"/>
                  <a:pt x="730650" y="1670450"/>
                  <a:pt x="720724" y="1660524"/>
                </a:cubicBezTo>
                <a:close/>
                <a:moveTo>
                  <a:pt x="1040130" y="1655445"/>
                </a:moveTo>
                <a:cubicBezTo>
                  <a:pt x="1012021" y="1627336"/>
                  <a:pt x="1032628" y="1594339"/>
                  <a:pt x="1072103" y="1604247"/>
                </a:cubicBezTo>
                <a:cubicBezTo>
                  <a:pt x="1106490" y="1612877"/>
                  <a:pt x="1097811" y="1666875"/>
                  <a:pt x="1062037" y="1666875"/>
                </a:cubicBezTo>
                <a:cubicBezTo>
                  <a:pt x="1056274" y="1666875"/>
                  <a:pt x="1046416" y="1661731"/>
                  <a:pt x="1040130" y="1655445"/>
                </a:cubicBezTo>
                <a:close/>
                <a:moveTo>
                  <a:pt x="2210179" y="1653045"/>
                </a:moveTo>
                <a:cubicBezTo>
                  <a:pt x="2193745" y="1633243"/>
                  <a:pt x="2201844" y="1605448"/>
                  <a:pt x="2225018" y="1602121"/>
                </a:cubicBezTo>
                <a:cubicBezTo>
                  <a:pt x="2253529" y="1598027"/>
                  <a:pt x="2271112" y="1622250"/>
                  <a:pt x="2257750" y="1647216"/>
                </a:cubicBezTo>
                <a:cubicBezTo>
                  <a:pt x="2245442" y="1670215"/>
                  <a:pt x="2226369" y="1672552"/>
                  <a:pt x="2210179" y="1653045"/>
                </a:cubicBezTo>
                <a:close/>
                <a:moveTo>
                  <a:pt x="2357748" y="1638802"/>
                </a:moveTo>
                <a:cubicBezTo>
                  <a:pt x="2349373" y="1625252"/>
                  <a:pt x="2360053" y="1609725"/>
                  <a:pt x="2377748" y="1609725"/>
                </a:cubicBezTo>
                <a:cubicBezTo>
                  <a:pt x="2386093" y="1609725"/>
                  <a:pt x="2390873" y="1616416"/>
                  <a:pt x="2389092" y="1625604"/>
                </a:cubicBezTo>
                <a:cubicBezTo>
                  <a:pt x="2385381" y="1644735"/>
                  <a:pt x="2366363" y="1652743"/>
                  <a:pt x="2357748" y="1638802"/>
                </a:cubicBezTo>
                <a:close/>
                <a:moveTo>
                  <a:pt x="3229354" y="1624470"/>
                </a:moveTo>
                <a:cubicBezTo>
                  <a:pt x="3211093" y="1602467"/>
                  <a:pt x="3221220" y="1576387"/>
                  <a:pt x="3248025" y="1576387"/>
                </a:cubicBezTo>
                <a:cubicBezTo>
                  <a:pt x="3263121" y="1576387"/>
                  <a:pt x="3272760" y="1582535"/>
                  <a:pt x="3274874" y="1593513"/>
                </a:cubicBezTo>
                <a:cubicBezTo>
                  <a:pt x="3278172" y="1610639"/>
                  <a:pt x="3261589" y="1638300"/>
                  <a:pt x="3248025" y="1638300"/>
                </a:cubicBezTo>
                <a:cubicBezTo>
                  <a:pt x="3244069" y="1638300"/>
                  <a:pt x="3235667" y="1632076"/>
                  <a:pt x="3229354" y="1624470"/>
                </a:cubicBezTo>
                <a:close/>
                <a:moveTo>
                  <a:pt x="1413168" y="1614551"/>
                </a:moveTo>
                <a:cubicBezTo>
                  <a:pt x="1409869" y="1605953"/>
                  <a:pt x="1411737" y="1594352"/>
                  <a:pt x="1417320" y="1588770"/>
                </a:cubicBezTo>
                <a:cubicBezTo>
                  <a:pt x="1431832" y="1574257"/>
                  <a:pt x="1459329" y="1587521"/>
                  <a:pt x="1455538" y="1607205"/>
                </a:cubicBezTo>
                <a:cubicBezTo>
                  <a:pt x="1451315" y="1629130"/>
                  <a:pt x="1420794" y="1634422"/>
                  <a:pt x="1413168" y="1614551"/>
                </a:cubicBezTo>
                <a:close/>
                <a:moveTo>
                  <a:pt x="1725930" y="1617345"/>
                </a:moveTo>
                <a:cubicBezTo>
                  <a:pt x="1693599" y="1585014"/>
                  <a:pt x="1731620" y="1531151"/>
                  <a:pt x="1771650" y="1552575"/>
                </a:cubicBezTo>
                <a:cubicBezTo>
                  <a:pt x="1805269" y="1570567"/>
                  <a:pt x="1790718" y="1628775"/>
                  <a:pt x="1752600" y="1628775"/>
                </a:cubicBezTo>
                <a:cubicBezTo>
                  <a:pt x="1744218" y="1628775"/>
                  <a:pt x="1732216" y="1623631"/>
                  <a:pt x="1725930" y="1617345"/>
                </a:cubicBezTo>
                <a:close/>
                <a:moveTo>
                  <a:pt x="1889148" y="1613847"/>
                </a:moveTo>
                <a:cubicBezTo>
                  <a:pt x="1881641" y="1594284"/>
                  <a:pt x="1896708" y="1579664"/>
                  <a:pt x="1913611" y="1590110"/>
                </a:cubicBezTo>
                <a:cubicBezTo>
                  <a:pt x="1928006" y="1599006"/>
                  <a:pt x="1921376" y="1628775"/>
                  <a:pt x="1905000" y="1628775"/>
                </a:cubicBezTo>
                <a:cubicBezTo>
                  <a:pt x="1899432" y="1628775"/>
                  <a:pt x="1892299" y="1622057"/>
                  <a:pt x="1889148" y="1613847"/>
                </a:cubicBezTo>
                <a:close/>
                <a:moveTo>
                  <a:pt x="2583180" y="1617345"/>
                </a:moveTo>
                <a:cubicBezTo>
                  <a:pt x="2553035" y="1587200"/>
                  <a:pt x="2583258" y="1537166"/>
                  <a:pt x="2618288" y="1559223"/>
                </a:cubicBezTo>
                <a:cubicBezTo>
                  <a:pt x="2639800" y="1572769"/>
                  <a:pt x="2642133" y="1595130"/>
                  <a:pt x="2623932" y="1613331"/>
                </a:cubicBezTo>
                <a:cubicBezTo>
                  <a:pt x="2605486" y="1631777"/>
                  <a:pt x="2598318" y="1632483"/>
                  <a:pt x="2583180" y="1617345"/>
                </a:cubicBezTo>
                <a:close/>
                <a:moveTo>
                  <a:pt x="2454272" y="1605658"/>
                </a:moveTo>
                <a:cubicBezTo>
                  <a:pt x="2448567" y="1590790"/>
                  <a:pt x="2469653" y="1567953"/>
                  <a:pt x="2479757" y="1578057"/>
                </a:cubicBezTo>
                <a:cubicBezTo>
                  <a:pt x="2483204" y="1581504"/>
                  <a:pt x="2486025" y="1592183"/>
                  <a:pt x="2486025" y="1601787"/>
                </a:cubicBezTo>
                <a:cubicBezTo>
                  <a:pt x="2486025" y="1622369"/>
                  <a:pt x="2461817" y="1625321"/>
                  <a:pt x="2454272" y="1605658"/>
                </a:cubicBezTo>
                <a:close/>
                <a:moveTo>
                  <a:pt x="2928937" y="1609725"/>
                </a:moveTo>
                <a:cubicBezTo>
                  <a:pt x="2920964" y="1596824"/>
                  <a:pt x="2931722" y="1581150"/>
                  <a:pt x="2948549" y="1581150"/>
                </a:cubicBezTo>
                <a:cubicBezTo>
                  <a:pt x="2956098" y="1581150"/>
                  <a:pt x="2962275" y="1589722"/>
                  <a:pt x="2962275" y="1600200"/>
                </a:cubicBezTo>
                <a:cubicBezTo>
                  <a:pt x="2962275" y="1619919"/>
                  <a:pt x="2939295" y="1626485"/>
                  <a:pt x="2928937" y="1609725"/>
                </a:cubicBezTo>
                <a:close/>
                <a:moveTo>
                  <a:pt x="2058361" y="1587071"/>
                </a:moveTo>
                <a:cubicBezTo>
                  <a:pt x="2042423" y="1567867"/>
                  <a:pt x="2061232" y="1524000"/>
                  <a:pt x="2085404" y="1524000"/>
                </a:cubicBezTo>
                <a:cubicBezTo>
                  <a:pt x="2095826" y="1524000"/>
                  <a:pt x="2108942" y="1532572"/>
                  <a:pt x="2114550" y="1543050"/>
                </a:cubicBezTo>
                <a:cubicBezTo>
                  <a:pt x="2135566" y="1582319"/>
                  <a:pt x="2086391" y="1620845"/>
                  <a:pt x="2058361" y="1587071"/>
                </a:cubicBezTo>
                <a:close/>
                <a:moveTo>
                  <a:pt x="812762" y="1575586"/>
                </a:moveTo>
                <a:cubicBezTo>
                  <a:pt x="805936" y="1557800"/>
                  <a:pt x="822868" y="1538337"/>
                  <a:pt x="837370" y="1547299"/>
                </a:cubicBezTo>
                <a:cubicBezTo>
                  <a:pt x="852493" y="1556646"/>
                  <a:pt x="850017" y="1578232"/>
                  <a:pt x="833076" y="1584732"/>
                </a:cubicBezTo>
                <a:cubicBezTo>
                  <a:pt x="824588" y="1587990"/>
                  <a:pt x="816045" y="1584144"/>
                  <a:pt x="812762" y="1575586"/>
                </a:cubicBezTo>
                <a:close/>
                <a:moveTo>
                  <a:pt x="2795792" y="1575231"/>
                </a:moveTo>
                <a:cubicBezTo>
                  <a:pt x="2766313" y="1545752"/>
                  <a:pt x="2801115" y="1498294"/>
                  <a:pt x="2836068" y="1520307"/>
                </a:cubicBezTo>
                <a:cubicBezTo>
                  <a:pt x="2865259" y="1538689"/>
                  <a:pt x="2852944" y="1590675"/>
                  <a:pt x="2819400" y="1590675"/>
                </a:cubicBezTo>
                <a:cubicBezTo>
                  <a:pt x="2814909" y="1590675"/>
                  <a:pt x="2804286" y="1583725"/>
                  <a:pt x="2795792" y="1575231"/>
                </a:cubicBezTo>
                <a:close/>
                <a:moveTo>
                  <a:pt x="3082253" y="1578235"/>
                </a:moveTo>
                <a:cubicBezTo>
                  <a:pt x="3046536" y="1552118"/>
                  <a:pt x="3084504" y="1487343"/>
                  <a:pt x="3121818" y="1510733"/>
                </a:cubicBezTo>
                <a:cubicBezTo>
                  <a:pt x="3144313" y="1524835"/>
                  <a:pt x="3147713" y="1556276"/>
                  <a:pt x="3128789" y="1575200"/>
                </a:cubicBezTo>
                <a:cubicBezTo>
                  <a:pt x="3110072" y="1593916"/>
                  <a:pt x="3104220" y="1594297"/>
                  <a:pt x="3082253" y="1578235"/>
                </a:cubicBezTo>
                <a:close/>
                <a:moveTo>
                  <a:pt x="1537261" y="1547115"/>
                </a:moveTo>
                <a:cubicBezTo>
                  <a:pt x="1530208" y="1519013"/>
                  <a:pt x="1542975" y="1501674"/>
                  <a:pt x="1567211" y="1506437"/>
                </a:cubicBezTo>
                <a:cubicBezTo>
                  <a:pt x="1593255" y="1511557"/>
                  <a:pt x="1606259" y="1538559"/>
                  <a:pt x="1591337" y="1556539"/>
                </a:cubicBezTo>
                <a:cubicBezTo>
                  <a:pt x="1571890" y="1579971"/>
                  <a:pt x="1544301" y="1575163"/>
                  <a:pt x="1537261" y="1547115"/>
                </a:cubicBezTo>
                <a:close/>
                <a:moveTo>
                  <a:pt x="578864" y="1550661"/>
                </a:moveTo>
                <a:cubicBezTo>
                  <a:pt x="571392" y="1530377"/>
                  <a:pt x="581354" y="1514475"/>
                  <a:pt x="601531" y="1514475"/>
                </a:cubicBezTo>
                <a:cubicBezTo>
                  <a:pt x="615681" y="1514475"/>
                  <a:pt x="619682" y="1519852"/>
                  <a:pt x="617406" y="1535808"/>
                </a:cubicBezTo>
                <a:cubicBezTo>
                  <a:pt x="614041" y="1559392"/>
                  <a:pt x="586053" y="1570177"/>
                  <a:pt x="578864" y="1550661"/>
                </a:cubicBezTo>
                <a:close/>
                <a:moveTo>
                  <a:pt x="927393" y="1547876"/>
                </a:moveTo>
                <a:cubicBezTo>
                  <a:pt x="924094" y="1539278"/>
                  <a:pt x="925962" y="1527677"/>
                  <a:pt x="931545" y="1522095"/>
                </a:cubicBezTo>
                <a:cubicBezTo>
                  <a:pt x="946057" y="1507582"/>
                  <a:pt x="973554" y="1520846"/>
                  <a:pt x="969763" y="1540530"/>
                </a:cubicBezTo>
                <a:cubicBezTo>
                  <a:pt x="965540" y="1562455"/>
                  <a:pt x="935019" y="1567747"/>
                  <a:pt x="927393" y="1547876"/>
                </a:cubicBezTo>
                <a:close/>
                <a:moveTo>
                  <a:pt x="1146444" y="1547812"/>
                </a:moveTo>
                <a:cubicBezTo>
                  <a:pt x="1138898" y="1528148"/>
                  <a:pt x="1149129" y="1504950"/>
                  <a:pt x="1165347" y="1504950"/>
                </a:cubicBezTo>
                <a:cubicBezTo>
                  <a:pt x="1172728" y="1504950"/>
                  <a:pt x="1184103" y="1511379"/>
                  <a:pt x="1190625" y="1519237"/>
                </a:cubicBezTo>
                <a:cubicBezTo>
                  <a:pt x="1204350" y="1535775"/>
                  <a:pt x="1188826" y="1562100"/>
                  <a:pt x="1165347" y="1562100"/>
                </a:cubicBezTo>
                <a:cubicBezTo>
                  <a:pt x="1157966" y="1562100"/>
                  <a:pt x="1149459" y="1555670"/>
                  <a:pt x="1146444" y="1547812"/>
                </a:cubicBezTo>
                <a:close/>
                <a:moveTo>
                  <a:pt x="1295843" y="1529297"/>
                </a:moveTo>
                <a:cubicBezTo>
                  <a:pt x="1282797" y="1513577"/>
                  <a:pt x="1289972" y="1495425"/>
                  <a:pt x="1309230" y="1495425"/>
                </a:cubicBezTo>
                <a:cubicBezTo>
                  <a:pt x="1327428" y="1495425"/>
                  <a:pt x="1334630" y="1520728"/>
                  <a:pt x="1319910" y="1532946"/>
                </a:cubicBezTo>
                <a:cubicBezTo>
                  <a:pt x="1310750" y="1540548"/>
                  <a:pt x="1304379" y="1539582"/>
                  <a:pt x="1295843" y="1529297"/>
                </a:cubicBezTo>
                <a:close/>
                <a:moveTo>
                  <a:pt x="1949450" y="1527174"/>
                </a:moveTo>
                <a:cubicBezTo>
                  <a:pt x="1935706" y="1513431"/>
                  <a:pt x="1943497" y="1485900"/>
                  <a:pt x="1961130" y="1485900"/>
                </a:cubicBezTo>
                <a:cubicBezTo>
                  <a:pt x="1982909" y="1485900"/>
                  <a:pt x="1993349" y="1508040"/>
                  <a:pt x="1978550" y="1522839"/>
                </a:cubicBezTo>
                <a:cubicBezTo>
                  <a:pt x="1966320" y="1535069"/>
                  <a:pt x="1958508" y="1536233"/>
                  <a:pt x="1949450" y="1527174"/>
                </a:cubicBezTo>
                <a:close/>
                <a:moveTo>
                  <a:pt x="2320925" y="1527174"/>
                </a:moveTo>
                <a:cubicBezTo>
                  <a:pt x="2309704" y="1515954"/>
                  <a:pt x="2314148" y="1479061"/>
                  <a:pt x="2328116" y="1467469"/>
                </a:cubicBezTo>
                <a:cubicBezTo>
                  <a:pt x="2344902" y="1453537"/>
                  <a:pt x="2381250" y="1472925"/>
                  <a:pt x="2381250" y="1495811"/>
                </a:cubicBezTo>
                <a:cubicBezTo>
                  <a:pt x="2381250" y="1524313"/>
                  <a:pt x="2339677" y="1545927"/>
                  <a:pt x="2320925" y="1527174"/>
                </a:cubicBezTo>
                <a:close/>
                <a:moveTo>
                  <a:pt x="2680414" y="1520397"/>
                </a:moveTo>
                <a:cubicBezTo>
                  <a:pt x="2672705" y="1500307"/>
                  <a:pt x="2683526" y="1485900"/>
                  <a:pt x="2706324" y="1485900"/>
                </a:cubicBezTo>
                <a:cubicBezTo>
                  <a:pt x="2720714" y="1485900"/>
                  <a:pt x="2724718" y="1491203"/>
                  <a:pt x="2722431" y="1507233"/>
                </a:cubicBezTo>
                <a:cubicBezTo>
                  <a:pt x="2718879" y="1532132"/>
                  <a:pt x="2688562" y="1541630"/>
                  <a:pt x="2680414" y="1520397"/>
                </a:cubicBezTo>
                <a:close/>
                <a:moveTo>
                  <a:pt x="3308373" y="1518597"/>
                </a:moveTo>
                <a:cubicBezTo>
                  <a:pt x="3300435" y="1497909"/>
                  <a:pt x="3320589" y="1478454"/>
                  <a:pt x="3335014" y="1492879"/>
                </a:cubicBezTo>
                <a:cubicBezTo>
                  <a:pt x="3347207" y="1505072"/>
                  <a:pt x="3339653" y="1533525"/>
                  <a:pt x="3324225" y="1533525"/>
                </a:cubicBezTo>
                <a:cubicBezTo>
                  <a:pt x="3318657" y="1533525"/>
                  <a:pt x="3311524" y="1526807"/>
                  <a:pt x="3308373" y="1518597"/>
                </a:cubicBezTo>
                <a:close/>
                <a:moveTo>
                  <a:pt x="687705" y="1512570"/>
                </a:moveTo>
                <a:cubicBezTo>
                  <a:pt x="661395" y="1486260"/>
                  <a:pt x="692211" y="1440365"/>
                  <a:pt x="724561" y="1457679"/>
                </a:cubicBezTo>
                <a:cubicBezTo>
                  <a:pt x="753871" y="1473365"/>
                  <a:pt x="742458" y="1524000"/>
                  <a:pt x="709612" y="1524000"/>
                </a:cubicBezTo>
                <a:cubicBezTo>
                  <a:pt x="703849" y="1524000"/>
                  <a:pt x="693991" y="1518856"/>
                  <a:pt x="687705" y="1512570"/>
                </a:cubicBezTo>
                <a:close/>
                <a:moveTo>
                  <a:pt x="2182466" y="1511208"/>
                </a:moveTo>
                <a:cubicBezTo>
                  <a:pt x="2169274" y="1495313"/>
                  <a:pt x="2185039" y="1472145"/>
                  <a:pt x="2204076" y="1479450"/>
                </a:cubicBezTo>
                <a:cubicBezTo>
                  <a:pt x="2212463" y="1482668"/>
                  <a:pt x="2219325" y="1491407"/>
                  <a:pt x="2219325" y="1498869"/>
                </a:cubicBezTo>
                <a:cubicBezTo>
                  <a:pt x="2219325" y="1517286"/>
                  <a:pt x="2194428" y="1525621"/>
                  <a:pt x="2182466" y="1511208"/>
                </a:cubicBezTo>
                <a:close/>
                <a:moveTo>
                  <a:pt x="2471224" y="1494595"/>
                </a:moveTo>
                <a:cubicBezTo>
                  <a:pt x="2461408" y="1478712"/>
                  <a:pt x="2483485" y="1460500"/>
                  <a:pt x="2496625" y="1473640"/>
                </a:cubicBezTo>
                <a:cubicBezTo>
                  <a:pt x="2507616" y="1484631"/>
                  <a:pt x="2500737" y="1504950"/>
                  <a:pt x="2486025" y="1504950"/>
                </a:cubicBezTo>
                <a:cubicBezTo>
                  <a:pt x="2481404" y="1504950"/>
                  <a:pt x="2474744" y="1500290"/>
                  <a:pt x="2471224" y="1494595"/>
                </a:cubicBezTo>
                <a:close/>
                <a:moveTo>
                  <a:pt x="2939319" y="1496811"/>
                </a:moveTo>
                <a:cubicBezTo>
                  <a:pt x="2929861" y="1481508"/>
                  <a:pt x="2944584" y="1456189"/>
                  <a:pt x="2961092" y="1459369"/>
                </a:cubicBezTo>
                <a:cubicBezTo>
                  <a:pt x="2981386" y="1463277"/>
                  <a:pt x="2981132" y="1499046"/>
                  <a:pt x="2960781" y="1502965"/>
                </a:cubicBezTo>
                <a:cubicBezTo>
                  <a:pt x="2952102" y="1504637"/>
                  <a:pt x="2942444" y="1501867"/>
                  <a:pt x="2939319" y="1496811"/>
                </a:cubicBezTo>
                <a:close/>
                <a:moveTo>
                  <a:pt x="1821656" y="1489116"/>
                </a:moveTo>
                <a:cubicBezTo>
                  <a:pt x="1803930" y="1481964"/>
                  <a:pt x="1807261" y="1441267"/>
                  <a:pt x="1826167" y="1434013"/>
                </a:cubicBezTo>
                <a:cubicBezTo>
                  <a:pt x="1849121" y="1425204"/>
                  <a:pt x="1869298" y="1454095"/>
                  <a:pt x="1856670" y="1477690"/>
                </a:cubicBezTo>
                <a:cubicBezTo>
                  <a:pt x="1846925" y="1495900"/>
                  <a:pt x="1842249" y="1497426"/>
                  <a:pt x="1821656" y="1489116"/>
                </a:cubicBezTo>
                <a:close/>
                <a:moveTo>
                  <a:pt x="1651293" y="1471676"/>
                </a:moveTo>
                <a:cubicBezTo>
                  <a:pt x="1647994" y="1463078"/>
                  <a:pt x="1649862" y="1451477"/>
                  <a:pt x="1655445" y="1445895"/>
                </a:cubicBezTo>
                <a:cubicBezTo>
                  <a:pt x="1669957" y="1431382"/>
                  <a:pt x="1697454" y="1444646"/>
                  <a:pt x="1693663" y="1464330"/>
                </a:cubicBezTo>
                <a:cubicBezTo>
                  <a:pt x="1689440" y="1486255"/>
                  <a:pt x="1658919" y="1491547"/>
                  <a:pt x="1651293" y="1471676"/>
                </a:cubicBezTo>
                <a:close/>
                <a:moveTo>
                  <a:pt x="1010029" y="1462544"/>
                </a:moveTo>
                <a:cubicBezTo>
                  <a:pt x="980371" y="1426808"/>
                  <a:pt x="1031556" y="1379246"/>
                  <a:pt x="1067954" y="1408719"/>
                </a:cubicBezTo>
                <a:cubicBezTo>
                  <a:pt x="1087328" y="1424407"/>
                  <a:pt x="1088583" y="1429461"/>
                  <a:pt x="1078567" y="1451443"/>
                </a:cubicBezTo>
                <a:cubicBezTo>
                  <a:pt x="1065763" y="1479546"/>
                  <a:pt x="1029071" y="1485489"/>
                  <a:pt x="1010029" y="1462544"/>
                </a:cubicBezTo>
                <a:close/>
                <a:moveTo>
                  <a:pt x="1394189" y="1451080"/>
                </a:moveTo>
                <a:cubicBezTo>
                  <a:pt x="1383175" y="1407199"/>
                  <a:pt x="1445735" y="1379772"/>
                  <a:pt x="1466850" y="1419225"/>
                </a:cubicBezTo>
                <a:cubicBezTo>
                  <a:pt x="1482269" y="1448036"/>
                  <a:pt x="1463301" y="1476375"/>
                  <a:pt x="1428596" y="1476375"/>
                </a:cubicBezTo>
                <a:cubicBezTo>
                  <a:pt x="1406172" y="1476375"/>
                  <a:pt x="1399263" y="1471295"/>
                  <a:pt x="1394189" y="1451080"/>
                </a:cubicBezTo>
                <a:close/>
                <a:moveTo>
                  <a:pt x="3203598" y="1461447"/>
                </a:moveTo>
                <a:cubicBezTo>
                  <a:pt x="3200448" y="1453236"/>
                  <a:pt x="3202756" y="1441633"/>
                  <a:pt x="3208728" y="1435661"/>
                </a:cubicBezTo>
                <a:cubicBezTo>
                  <a:pt x="3222134" y="1422255"/>
                  <a:pt x="3253893" y="1449649"/>
                  <a:pt x="3243827" y="1465935"/>
                </a:cubicBezTo>
                <a:cubicBezTo>
                  <a:pt x="3234320" y="1481318"/>
                  <a:pt x="3210190" y="1478626"/>
                  <a:pt x="3203598" y="1461447"/>
                </a:cubicBezTo>
                <a:close/>
                <a:moveTo>
                  <a:pt x="801913" y="1431131"/>
                </a:moveTo>
                <a:cubicBezTo>
                  <a:pt x="803678" y="1421963"/>
                  <a:pt x="811435" y="1414462"/>
                  <a:pt x="819150" y="1414462"/>
                </a:cubicBezTo>
                <a:cubicBezTo>
                  <a:pt x="826864" y="1414462"/>
                  <a:pt x="834621" y="1421963"/>
                  <a:pt x="836386" y="1431131"/>
                </a:cubicBezTo>
                <a:cubicBezTo>
                  <a:pt x="838639" y="1442826"/>
                  <a:pt x="833496" y="1447800"/>
                  <a:pt x="819150" y="1447800"/>
                </a:cubicBezTo>
                <a:cubicBezTo>
                  <a:pt x="804803" y="1447800"/>
                  <a:pt x="799660" y="1442826"/>
                  <a:pt x="801913" y="1431131"/>
                </a:cubicBezTo>
                <a:close/>
                <a:moveTo>
                  <a:pt x="2561990" y="1433230"/>
                </a:moveTo>
                <a:cubicBezTo>
                  <a:pt x="2552745" y="1422089"/>
                  <a:pt x="2552422" y="1413122"/>
                  <a:pt x="2560620" y="1395130"/>
                </a:cubicBezTo>
                <a:cubicBezTo>
                  <a:pt x="2580882" y="1350660"/>
                  <a:pt x="2637097" y="1375742"/>
                  <a:pt x="2625019" y="1423863"/>
                </a:cubicBezTo>
                <a:cubicBezTo>
                  <a:pt x="2618053" y="1451620"/>
                  <a:pt x="2581732" y="1457018"/>
                  <a:pt x="2561990" y="1433230"/>
                </a:cubicBezTo>
                <a:close/>
                <a:moveTo>
                  <a:pt x="3035498" y="1432123"/>
                </a:moveTo>
                <a:cubicBezTo>
                  <a:pt x="3020825" y="1417450"/>
                  <a:pt x="3029331" y="1390650"/>
                  <a:pt x="3048662" y="1390650"/>
                </a:cubicBezTo>
                <a:cubicBezTo>
                  <a:pt x="3063478" y="1390650"/>
                  <a:pt x="3067618" y="1395787"/>
                  <a:pt x="3065331" y="1411335"/>
                </a:cubicBezTo>
                <a:cubicBezTo>
                  <a:pt x="3062170" y="1432816"/>
                  <a:pt x="3046860" y="1443485"/>
                  <a:pt x="3035498" y="1432123"/>
                </a:cubicBezTo>
                <a:close/>
                <a:moveTo>
                  <a:pt x="571500" y="1404937"/>
                </a:moveTo>
                <a:cubicBezTo>
                  <a:pt x="571500" y="1390738"/>
                  <a:pt x="575601" y="1382535"/>
                  <a:pt x="581025" y="1385887"/>
                </a:cubicBezTo>
                <a:cubicBezTo>
                  <a:pt x="586263" y="1389125"/>
                  <a:pt x="590550" y="1397697"/>
                  <a:pt x="590550" y="1404937"/>
                </a:cubicBezTo>
                <a:cubicBezTo>
                  <a:pt x="590550" y="1412177"/>
                  <a:pt x="586263" y="1420749"/>
                  <a:pt x="581025" y="1423987"/>
                </a:cubicBezTo>
                <a:cubicBezTo>
                  <a:pt x="575601" y="1427339"/>
                  <a:pt x="571500" y="1419136"/>
                  <a:pt x="571500" y="1404937"/>
                </a:cubicBezTo>
                <a:close/>
                <a:moveTo>
                  <a:pt x="1984819" y="1414918"/>
                </a:moveTo>
                <a:cubicBezTo>
                  <a:pt x="1978184" y="1397627"/>
                  <a:pt x="1987821" y="1381125"/>
                  <a:pt x="2004555" y="1381125"/>
                </a:cubicBezTo>
                <a:cubicBezTo>
                  <a:pt x="2019125" y="1381125"/>
                  <a:pt x="2027963" y="1399362"/>
                  <a:pt x="2021865" y="1416843"/>
                </a:cubicBezTo>
                <a:cubicBezTo>
                  <a:pt x="2016174" y="1433159"/>
                  <a:pt x="1991323" y="1431868"/>
                  <a:pt x="1984819" y="1414918"/>
                </a:cubicBezTo>
                <a:close/>
                <a:moveTo>
                  <a:pt x="2130754" y="1422729"/>
                </a:moveTo>
                <a:cubicBezTo>
                  <a:pt x="2121203" y="1413178"/>
                  <a:pt x="2122501" y="1383221"/>
                  <a:pt x="2132740" y="1376893"/>
                </a:cubicBezTo>
                <a:cubicBezTo>
                  <a:pt x="2149473" y="1366552"/>
                  <a:pt x="2172735" y="1383350"/>
                  <a:pt x="2169822" y="1403671"/>
                </a:cubicBezTo>
                <a:cubicBezTo>
                  <a:pt x="2166936" y="1423800"/>
                  <a:pt x="2143337" y="1435312"/>
                  <a:pt x="2130754" y="1422729"/>
                </a:cubicBezTo>
                <a:close/>
                <a:moveTo>
                  <a:pt x="1181469" y="1400865"/>
                </a:moveTo>
                <a:cubicBezTo>
                  <a:pt x="1170085" y="1379593"/>
                  <a:pt x="1176645" y="1356297"/>
                  <a:pt x="1196123" y="1348822"/>
                </a:cubicBezTo>
                <a:cubicBezTo>
                  <a:pt x="1216038" y="1341181"/>
                  <a:pt x="1236700" y="1351711"/>
                  <a:pt x="1243436" y="1372937"/>
                </a:cubicBezTo>
                <a:cubicBezTo>
                  <a:pt x="1255948" y="1412358"/>
                  <a:pt x="1200898" y="1437168"/>
                  <a:pt x="1181469" y="1400865"/>
                </a:cubicBezTo>
                <a:close/>
                <a:moveTo>
                  <a:pt x="1320800" y="1412874"/>
                </a:moveTo>
                <a:cubicBezTo>
                  <a:pt x="1309840" y="1401915"/>
                  <a:pt x="1313863" y="1390650"/>
                  <a:pt x="1328737" y="1390650"/>
                </a:cubicBezTo>
                <a:cubicBezTo>
                  <a:pt x="1336595" y="1390650"/>
                  <a:pt x="1343025" y="1397079"/>
                  <a:pt x="1343025" y="1404937"/>
                </a:cubicBezTo>
                <a:cubicBezTo>
                  <a:pt x="1343025" y="1419811"/>
                  <a:pt x="1331759" y="1423834"/>
                  <a:pt x="1320800" y="1412874"/>
                </a:cubicBezTo>
                <a:close/>
                <a:moveTo>
                  <a:pt x="2850247" y="1412880"/>
                </a:moveTo>
                <a:cubicBezTo>
                  <a:pt x="2832445" y="1405708"/>
                  <a:pt x="2818632" y="1375157"/>
                  <a:pt x="2825317" y="1357737"/>
                </a:cubicBezTo>
                <a:cubicBezTo>
                  <a:pt x="2842923" y="1311857"/>
                  <a:pt x="2905125" y="1322661"/>
                  <a:pt x="2905125" y="1371600"/>
                </a:cubicBezTo>
                <a:cubicBezTo>
                  <a:pt x="2905125" y="1394835"/>
                  <a:pt x="2881562" y="1422546"/>
                  <a:pt x="2865269" y="1418473"/>
                </a:cubicBezTo>
                <a:cubicBezTo>
                  <a:pt x="2863615" y="1418059"/>
                  <a:pt x="2856855" y="1415542"/>
                  <a:pt x="2850247" y="1412880"/>
                </a:cubicBezTo>
                <a:close/>
                <a:moveTo>
                  <a:pt x="1554956" y="1403001"/>
                </a:moveTo>
                <a:cubicBezTo>
                  <a:pt x="1539223" y="1397168"/>
                  <a:pt x="1539799" y="1376630"/>
                  <a:pt x="1556073" y="1363123"/>
                </a:cubicBezTo>
                <a:cubicBezTo>
                  <a:pt x="1576015" y="1346573"/>
                  <a:pt x="1599291" y="1376917"/>
                  <a:pt x="1580331" y="1394748"/>
                </a:cubicBezTo>
                <a:cubicBezTo>
                  <a:pt x="1572923" y="1401715"/>
                  <a:pt x="1561504" y="1405429"/>
                  <a:pt x="1554956" y="1403001"/>
                </a:cubicBezTo>
                <a:close/>
                <a:moveTo>
                  <a:pt x="2726332" y="1398389"/>
                </a:moveTo>
                <a:cubicBezTo>
                  <a:pt x="2732219" y="1380727"/>
                  <a:pt x="2752725" y="1377798"/>
                  <a:pt x="2752725" y="1394618"/>
                </a:cubicBezTo>
                <a:cubicBezTo>
                  <a:pt x="2752725" y="1402913"/>
                  <a:pt x="2745938" y="1409700"/>
                  <a:pt x="2737643" y="1409700"/>
                </a:cubicBezTo>
                <a:cubicBezTo>
                  <a:pt x="2729349" y="1409700"/>
                  <a:pt x="2724259" y="1404610"/>
                  <a:pt x="2726332" y="1398389"/>
                </a:cubicBezTo>
                <a:close/>
                <a:moveTo>
                  <a:pt x="895930" y="1391008"/>
                </a:moveTo>
                <a:cubicBezTo>
                  <a:pt x="877736" y="1379764"/>
                  <a:pt x="887974" y="1347787"/>
                  <a:pt x="909767" y="1347787"/>
                </a:cubicBezTo>
                <a:cubicBezTo>
                  <a:pt x="921796" y="1347787"/>
                  <a:pt x="929738" y="1355152"/>
                  <a:pt x="931572" y="1368006"/>
                </a:cubicBezTo>
                <a:cubicBezTo>
                  <a:pt x="934718" y="1390058"/>
                  <a:pt x="914992" y="1402789"/>
                  <a:pt x="895930" y="1391008"/>
                </a:cubicBezTo>
                <a:close/>
                <a:moveTo>
                  <a:pt x="2404713" y="1380024"/>
                </a:moveTo>
                <a:cubicBezTo>
                  <a:pt x="2399997" y="1365165"/>
                  <a:pt x="2402897" y="1355157"/>
                  <a:pt x="2414346" y="1346786"/>
                </a:cubicBezTo>
                <a:cubicBezTo>
                  <a:pt x="2438397" y="1329199"/>
                  <a:pt x="2458996" y="1341012"/>
                  <a:pt x="2455584" y="1370435"/>
                </a:cubicBezTo>
                <a:cubicBezTo>
                  <a:pt x="2451715" y="1403793"/>
                  <a:pt x="2414484" y="1410811"/>
                  <a:pt x="2404713" y="1380024"/>
                </a:cubicBezTo>
                <a:close/>
                <a:moveTo>
                  <a:pt x="3278505" y="1379220"/>
                </a:moveTo>
                <a:cubicBezTo>
                  <a:pt x="3263548" y="1364263"/>
                  <a:pt x="3263837" y="1333899"/>
                  <a:pt x="3278981" y="1329234"/>
                </a:cubicBezTo>
                <a:cubicBezTo>
                  <a:pt x="3327939" y="1314151"/>
                  <a:pt x="3342150" y="1314952"/>
                  <a:pt x="3347917" y="1333121"/>
                </a:cubicBezTo>
                <a:cubicBezTo>
                  <a:pt x="3361356" y="1375463"/>
                  <a:pt x="3309312" y="1410027"/>
                  <a:pt x="3278505" y="1379220"/>
                </a:cubicBezTo>
                <a:close/>
                <a:moveTo>
                  <a:pt x="717843" y="1366901"/>
                </a:moveTo>
                <a:cubicBezTo>
                  <a:pt x="714544" y="1358303"/>
                  <a:pt x="716412" y="1346702"/>
                  <a:pt x="721995" y="1341120"/>
                </a:cubicBezTo>
                <a:cubicBezTo>
                  <a:pt x="736507" y="1326607"/>
                  <a:pt x="764004" y="1339871"/>
                  <a:pt x="760213" y="1359555"/>
                </a:cubicBezTo>
                <a:cubicBezTo>
                  <a:pt x="755990" y="1381480"/>
                  <a:pt x="725469" y="1386772"/>
                  <a:pt x="717843" y="1366901"/>
                </a:cubicBezTo>
                <a:close/>
                <a:moveTo>
                  <a:pt x="1709910" y="1365650"/>
                </a:moveTo>
                <a:cubicBezTo>
                  <a:pt x="1690986" y="1346726"/>
                  <a:pt x="1694386" y="1315285"/>
                  <a:pt x="1716881" y="1301183"/>
                </a:cubicBezTo>
                <a:cubicBezTo>
                  <a:pt x="1754195" y="1277793"/>
                  <a:pt x="1792163" y="1342568"/>
                  <a:pt x="1756446" y="1368685"/>
                </a:cubicBezTo>
                <a:cubicBezTo>
                  <a:pt x="1734479" y="1384747"/>
                  <a:pt x="1728627" y="1384366"/>
                  <a:pt x="1709910" y="1365650"/>
                </a:cubicBezTo>
                <a:close/>
                <a:moveTo>
                  <a:pt x="2253524" y="1365650"/>
                </a:moveTo>
                <a:cubicBezTo>
                  <a:pt x="2245445" y="1344596"/>
                  <a:pt x="2269907" y="1319416"/>
                  <a:pt x="2290691" y="1327392"/>
                </a:cubicBezTo>
                <a:cubicBezTo>
                  <a:pt x="2300360" y="1331102"/>
                  <a:pt x="2305215" y="1341659"/>
                  <a:pt x="2303336" y="1354888"/>
                </a:cubicBezTo>
                <a:cubicBezTo>
                  <a:pt x="2299538" y="1381635"/>
                  <a:pt x="2262712" y="1389591"/>
                  <a:pt x="2253524" y="1365650"/>
                </a:cubicBezTo>
                <a:close/>
                <a:moveTo>
                  <a:pt x="1880139" y="1338966"/>
                </a:moveTo>
                <a:cubicBezTo>
                  <a:pt x="1871473" y="1316383"/>
                  <a:pt x="1883735" y="1293576"/>
                  <a:pt x="1902589" y="1297207"/>
                </a:cubicBezTo>
                <a:cubicBezTo>
                  <a:pt x="1925240" y="1301569"/>
                  <a:pt x="1925240" y="1346380"/>
                  <a:pt x="1902589" y="1350742"/>
                </a:cubicBezTo>
                <a:cubicBezTo>
                  <a:pt x="1893406" y="1352510"/>
                  <a:pt x="1883303" y="1347211"/>
                  <a:pt x="1880139" y="1338966"/>
                </a:cubicBezTo>
                <a:close/>
                <a:moveTo>
                  <a:pt x="3136923" y="1337622"/>
                </a:moveTo>
                <a:cubicBezTo>
                  <a:pt x="3128985" y="1316934"/>
                  <a:pt x="3149139" y="1297479"/>
                  <a:pt x="3163564" y="1311904"/>
                </a:cubicBezTo>
                <a:cubicBezTo>
                  <a:pt x="3175757" y="1324097"/>
                  <a:pt x="3168203" y="1352550"/>
                  <a:pt x="3152775" y="1352550"/>
                </a:cubicBezTo>
                <a:cubicBezTo>
                  <a:pt x="3147207" y="1352550"/>
                  <a:pt x="3140074" y="1345832"/>
                  <a:pt x="3136923" y="1337622"/>
                </a:cubicBezTo>
                <a:close/>
                <a:moveTo>
                  <a:pt x="992318" y="1302543"/>
                </a:moveTo>
                <a:cubicBezTo>
                  <a:pt x="993992" y="1290756"/>
                  <a:pt x="1001791" y="1281112"/>
                  <a:pt x="1009650" y="1281112"/>
                </a:cubicBezTo>
                <a:cubicBezTo>
                  <a:pt x="1017508" y="1281112"/>
                  <a:pt x="1025307" y="1290756"/>
                  <a:pt x="1026981" y="1302543"/>
                </a:cubicBezTo>
                <a:cubicBezTo>
                  <a:pt x="1029323" y="1319038"/>
                  <a:pt x="1025331" y="1323975"/>
                  <a:pt x="1009650" y="1323975"/>
                </a:cubicBezTo>
                <a:cubicBezTo>
                  <a:pt x="993968" y="1323975"/>
                  <a:pt x="989976" y="1319038"/>
                  <a:pt x="992318" y="1302543"/>
                </a:cubicBezTo>
                <a:close/>
                <a:moveTo>
                  <a:pt x="1361208" y="1308643"/>
                </a:moveTo>
                <a:cubicBezTo>
                  <a:pt x="1351721" y="1297212"/>
                  <a:pt x="1352335" y="1291532"/>
                  <a:pt x="1364360" y="1279507"/>
                </a:cubicBezTo>
                <a:cubicBezTo>
                  <a:pt x="1381821" y="1262045"/>
                  <a:pt x="1400175" y="1269955"/>
                  <a:pt x="1400175" y="1294943"/>
                </a:cubicBezTo>
                <a:cubicBezTo>
                  <a:pt x="1400175" y="1318053"/>
                  <a:pt x="1376056" y="1326533"/>
                  <a:pt x="1361208" y="1308643"/>
                </a:cubicBezTo>
                <a:close/>
                <a:moveTo>
                  <a:pt x="2666942" y="1309617"/>
                </a:moveTo>
                <a:cubicBezTo>
                  <a:pt x="2656402" y="1296918"/>
                  <a:pt x="2656813" y="1291979"/>
                  <a:pt x="2669460" y="1279331"/>
                </a:cubicBezTo>
                <a:cubicBezTo>
                  <a:pt x="2689887" y="1258905"/>
                  <a:pt x="2716818" y="1270254"/>
                  <a:pt x="2712911" y="1297641"/>
                </a:cubicBezTo>
                <a:cubicBezTo>
                  <a:pt x="2709190" y="1323729"/>
                  <a:pt x="2684083" y="1330271"/>
                  <a:pt x="2666942" y="1309617"/>
                </a:cubicBezTo>
                <a:close/>
                <a:moveTo>
                  <a:pt x="612761" y="1299423"/>
                </a:moveTo>
                <a:cubicBezTo>
                  <a:pt x="609589" y="1291159"/>
                  <a:pt x="614010" y="1277382"/>
                  <a:pt x="622585" y="1268807"/>
                </a:cubicBezTo>
                <a:cubicBezTo>
                  <a:pt x="637021" y="1254371"/>
                  <a:pt x="639328" y="1254371"/>
                  <a:pt x="653764" y="1268807"/>
                </a:cubicBezTo>
                <a:cubicBezTo>
                  <a:pt x="673238" y="1288281"/>
                  <a:pt x="664300" y="1314450"/>
                  <a:pt x="638175" y="1314450"/>
                </a:cubicBezTo>
                <a:cubicBezTo>
                  <a:pt x="627368" y="1314450"/>
                  <a:pt x="615932" y="1307688"/>
                  <a:pt x="612761" y="1299423"/>
                </a:cubicBezTo>
                <a:close/>
                <a:moveTo>
                  <a:pt x="2021205" y="1303020"/>
                </a:moveTo>
                <a:cubicBezTo>
                  <a:pt x="1995532" y="1277347"/>
                  <a:pt x="2015546" y="1238250"/>
                  <a:pt x="2054361" y="1238250"/>
                </a:cubicBezTo>
                <a:cubicBezTo>
                  <a:pt x="2069621" y="1238250"/>
                  <a:pt x="2077874" y="1245373"/>
                  <a:pt x="2082094" y="1262186"/>
                </a:cubicBezTo>
                <a:cubicBezTo>
                  <a:pt x="2092396" y="1303233"/>
                  <a:pt x="2049910" y="1331725"/>
                  <a:pt x="2021205" y="1303020"/>
                </a:cubicBezTo>
                <a:close/>
                <a:moveTo>
                  <a:pt x="2517022" y="1303537"/>
                </a:moveTo>
                <a:cubicBezTo>
                  <a:pt x="2504275" y="1290790"/>
                  <a:pt x="2512020" y="1266825"/>
                  <a:pt x="2528887" y="1266825"/>
                </a:cubicBezTo>
                <a:cubicBezTo>
                  <a:pt x="2546473" y="1266825"/>
                  <a:pt x="2553736" y="1292207"/>
                  <a:pt x="2539524" y="1304001"/>
                </a:cubicBezTo>
                <a:cubicBezTo>
                  <a:pt x="2531087" y="1311004"/>
                  <a:pt x="2524350" y="1310865"/>
                  <a:pt x="2517022" y="1303537"/>
                </a:cubicBezTo>
                <a:close/>
                <a:moveTo>
                  <a:pt x="2991229" y="1300620"/>
                </a:moveTo>
                <a:cubicBezTo>
                  <a:pt x="2967990" y="1272618"/>
                  <a:pt x="2998729" y="1228270"/>
                  <a:pt x="3032417" y="1241197"/>
                </a:cubicBezTo>
                <a:cubicBezTo>
                  <a:pt x="3061623" y="1252404"/>
                  <a:pt x="3045958" y="1314450"/>
                  <a:pt x="3013923" y="1314450"/>
                </a:cubicBezTo>
                <a:cubicBezTo>
                  <a:pt x="3007754" y="1314450"/>
                  <a:pt x="2997542" y="1308226"/>
                  <a:pt x="2991229" y="1300620"/>
                </a:cubicBezTo>
                <a:close/>
                <a:moveTo>
                  <a:pt x="2177791" y="1298316"/>
                </a:moveTo>
                <a:cubicBezTo>
                  <a:pt x="2166407" y="1286932"/>
                  <a:pt x="2171640" y="1266825"/>
                  <a:pt x="2185987" y="1266825"/>
                </a:cubicBezTo>
                <a:cubicBezTo>
                  <a:pt x="2193845" y="1266825"/>
                  <a:pt x="2200275" y="1273001"/>
                  <a:pt x="2200275" y="1280550"/>
                </a:cubicBezTo>
                <a:cubicBezTo>
                  <a:pt x="2200275" y="1296463"/>
                  <a:pt x="2186680" y="1307205"/>
                  <a:pt x="2177791" y="1298316"/>
                </a:cubicBezTo>
                <a:close/>
                <a:moveTo>
                  <a:pt x="789904" y="1277722"/>
                </a:moveTo>
                <a:cubicBezTo>
                  <a:pt x="770048" y="1261644"/>
                  <a:pt x="768763" y="1256650"/>
                  <a:pt x="778807" y="1234606"/>
                </a:cubicBezTo>
                <a:cubicBezTo>
                  <a:pt x="791611" y="1206504"/>
                  <a:pt x="828303" y="1200560"/>
                  <a:pt x="847345" y="1223504"/>
                </a:cubicBezTo>
                <a:cubicBezTo>
                  <a:pt x="877658" y="1260030"/>
                  <a:pt x="827049" y="1307800"/>
                  <a:pt x="789904" y="1277722"/>
                </a:cubicBezTo>
                <a:close/>
                <a:moveTo>
                  <a:pt x="1102126" y="1279926"/>
                </a:moveTo>
                <a:cubicBezTo>
                  <a:pt x="1089512" y="1267312"/>
                  <a:pt x="1095306" y="1230789"/>
                  <a:pt x="1110869" y="1224817"/>
                </a:cubicBezTo>
                <a:cubicBezTo>
                  <a:pt x="1131979" y="1216716"/>
                  <a:pt x="1154070" y="1236961"/>
                  <a:pt x="1150603" y="1261229"/>
                </a:cubicBezTo>
                <a:cubicBezTo>
                  <a:pt x="1147786" y="1280943"/>
                  <a:pt x="1115569" y="1293369"/>
                  <a:pt x="1102126" y="1279926"/>
                </a:cubicBezTo>
                <a:close/>
                <a:moveTo>
                  <a:pt x="1225473" y="1272091"/>
                </a:moveTo>
                <a:cubicBezTo>
                  <a:pt x="1216323" y="1248246"/>
                  <a:pt x="1229301" y="1227454"/>
                  <a:pt x="1251368" y="1230602"/>
                </a:cubicBezTo>
                <a:cubicBezTo>
                  <a:pt x="1265816" y="1232664"/>
                  <a:pt x="1271587" y="1240284"/>
                  <a:pt x="1271587" y="1257300"/>
                </a:cubicBezTo>
                <a:cubicBezTo>
                  <a:pt x="1271587" y="1285052"/>
                  <a:pt x="1234956" y="1296802"/>
                  <a:pt x="1225473" y="1272091"/>
                </a:cubicBezTo>
                <a:close/>
                <a:moveTo>
                  <a:pt x="1495804" y="1272045"/>
                </a:moveTo>
                <a:cubicBezTo>
                  <a:pt x="1477543" y="1250042"/>
                  <a:pt x="1487670" y="1223962"/>
                  <a:pt x="1514475" y="1223962"/>
                </a:cubicBezTo>
                <a:cubicBezTo>
                  <a:pt x="1529571" y="1223962"/>
                  <a:pt x="1539210" y="1230110"/>
                  <a:pt x="1541324" y="1241088"/>
                </a:cubicBezTo>
                <a:cubicBezTo>
                  <a:pt x="1544622" y="1258214"/>
                  <a:pt x="1528039" y="1285875"/>
                  <a:pt x="1514475" y="1285875"/>
                </a:cubicBezTo>
                <a:cubicBezTo>
                  <a:pt x="1510519" y="1285875"/>
                  <a:pt x="1502117" y="1279651"/>
                  <a:pt x="1495804" y="1272045"/>
                </a:cubicBezTo>
                <a:close/>
                <a:moveTo>
                  <a:pt x="2311400" y="1279524"/>
                </a:moveTo>
                <a:cubicBezTo>
                  <a:pt x="2300440" y="1268565"/>
                  <a:pt x="2304463" y="1257300"/>
                  <a:pt x="2319337" y="1257300"/>
                </a:cubicBezTo>
                <a:cubicBezTo>
                  <a:pt x="2327195" y="1257300"/>
                  <a:pt x="2333625" y="1263729"/>
                  <a:pt x="2333625" y="1271587"/>
                </a:cubicBezTo>
                <a:cubicBezTo>
                  <a:pt x="2333625" y="1286461"/>
                  <a:pt x="2322359" y="1290484"/>
                  <a:pt x="2311400" y="1279524"/>
                </a:cubicBezTo>
                <a:close/>
                <a:moveTo>
                  <a:pt x="1800757" y="1234128"/>
                </a:moveTo>
                <a:cubicBezTo>
                  <a:pt x="1786846" y="1217367"/>
                  <a:pt x="1798720" y="1188946"/>
                  <a:pt x="1818092" y="1192635"/>
                </a:cubicBezTo>
                <a:cubicBezTo>
                  <a:pt x="1838102" y="1196446"/>
                  <a:pt x="1843648" y="1234168"/>
                  <a:pt x="1825237" y="1241234"/>
                </a:cubicBezTo>
                <a:cubicBezTo>
                  <a:pt x="1817485" y="1244208"/>
                  <a:pt x="1806469" y="1241011"/>
                  <a:pt x="1800757" y="1234128"/>
                </a:cubicBezTo>
                <a:close/>
                <a:moveTo>
                  <a:pt x="2809875" y="1229423"/>
                </a:moveTo>
                <a:cubicBezTo>
                  <a:pt x="2809875" y="1215792"/>
                  <a:pt x="2815992" y="1209675"/>
                  <a:pt x="2829623" y="1209675"/>
                </a:cubicBezTo>
                <a:cubicBezTo>
                  <a:pt x="2854032" y="1209675"/>
                  <a:pt x="2851263" y="1241201"/>
                  <a:pt x="2826434" y="1245982"/>
                </a:cubicBezTo>
                <a:cubicBezTo>
                  <a:pt x="2815004" y="1248183"/>
                  <a:pt x="2809875" y="1243054"/>
                  <a:pt x="2809875" y="1229423"/>
                </a:cubicBezTo>
                <a:close/>
                <a:moveTo>
                  <a:pt x="1628775" y="1218501"/>
                </a:moveTo>
                <a:cubicBezTo>
                  <a:pt x="1628775" y="1204870"/>
                  <a:pt x="1633904" y="1199741"/>
                  <a:pt x="1645334" y="1201942"/>
                </a:cubicBezTo>
                <a:cubicBezTo>
                  <a:pt x="1670163" y="1206723"/>
                  <a:pt x="1672932" y="1238250"/>
                  <a:pt x="1648523" y="1238250"/>
                </a:cubicBezTo>
                <a:cubicBezTo>
                  <a:pt x="1634892" y="1238250"/>
                  <a:pt x="1628775" y="1232132"/>
                  <a:pt x="1628775" y="1218501"/>
                </a:cubicBezTo>
                <a:close/>
                <a:moveTo>
                  <a:pt x="3210025" y="1224083"/>
                </a:moveTo>
                <a:cubicBezTo>
                  <a:pt x="3186442" y="1195667"/>
                  <a:pt x="3219544" y="1165954"/>
                  <a:pt x="3245674" y="1192084"/>
                </a:cubicBezTo>
                <a:cubicBezTo>
                  <a:pt x="3253231" y="1199641"/>
                  <a:pt x="3253721" y="1208556"/>
                  <a:pt x="3247244" y="1220659"/>
                </a:cubicBezTo>
                <a:cubicBezTo>
                  <a:pt x="3235850" y="1241947"/>
                  <a:pt x="3225631" y="1242888"/>
                  <a:pt x="3210025" y="1224083"/>
                </a:cubicBezTo>
                <a:close/>
                <a:moveTo>
                  <a:pt x="909637" y="1219200"/>
                </a:moveTo>
                <a:cubicBezTo>
                  <a:pt x="901664" y="1206299"/>
                  <a:pt x="912422" y="1190625"/>
                  <a:pt x="929249" y="1190625"/>
                </a:cubicBezTo>
                <a:cubicBezTo>
                  <a:pt x="936798" y="1190625"/>
                  <a:pt x="942975" y="1199197"/>
                  <a:pt x="942975" y="1209675"/>
                </a:cubicBezTo>
                <a:cubicBezTo>
                  <a:pt x="942975" y="1229394"/>
                  <a:pt x="919995" y="1235960"/>
                  <a:pt x="909637" y="1219200"/>
                </a:cubicBezTo>
                <a:close/>
                <a:moveTo>
                  <a:pt x="2405680" y="1210357"/>
                </a:moveTo>
                <a:cubicBezTo>
                  <a:pt x="2376034" y="1177599"/>
                  <a:pt x="2409125" y="1132364"/>
                  <a:pt x="2450983" y="1148426"/>
                </a:cubicBezTo>
                <a:cubicBezTo>
                  <a:pt x="2486063" y="1161887"/>
                  <a:pt x="2471625" y="1228725"/>
                  <a:pt x="2433637" y="1228725"/>
                </a:cubicBezTo>
                <a:cubicBezTo>
                  <a:pt x="2427403" y="1228725"/>
                  <a:pt x="2414822" y="1220459"/>
                  <a:pt x="2405680" y="1210357"/>
                </a:cubicBezTo>
                <a:close/>
                <a:moveTo>
                  <a:pt x="2588026" y="1203726"/>
                </a:moveTo>
                <a:cubicBezTo>
                  <a:pt x="2576547" y="1192247"/>
                  <a:pt x="2580561" y="1164974"/>
                  <a:pt x="2595562" y="1152525"/>
                </a:cubicBezTo>
                <a:cubicBezTo>
                  <a:pt x="2614664" y="1136671"/>
                  <a:pt x="2640483" y="1157169"/>
                  <a:pt x="2636503" y="1185029"/>
                </a:cubicBezTo>
                <a:cubicBezTo>
                  <a:pt x="2633686" y="1204743"/>
                  <a:pt x="2601469" y="1217169"/>
                  <a:pt x="2588026" y="1203726"/>
                </a:cubicBezTo>
                <a:close/>
                <a:moveTo>
                  <a:pt x="3343275" y="1200712"/>
                </a:moveTo>
                <a:cubicBezTo>
                  <a:pt x="3343275" y="1195782"/>
                  <a:pt x="3347561" y="1189100"/>
                  <a:pt x="3352800" y="1185862"/>
                </a:cubicBezTo>
                <a:cubicBezTo>
                  <a:pt x="3358038" y="1182624"/>
                  <a:pt x="3362325" y="1186658"/>
                  <a:pt x="3362325" y="1194825"/>
                </a:cubicBezTo>
                <a:cubicBezTo>
                  <a:pt x="3362325" y="1202992"/>
                  <a:pt x="3358038" y="1209675"/>
                  <a:pt x="3352800" y="1209675"/>
                </a:cubicBezTo>
                <a:cubicBezTo>
                  <a:pt x="3347561" y="1209675"/>
                  <a:pt x="3343275" y="1205641"/>
                  <a:pt x="3343275" y="1200712"/>
                </a:cubicBezTo>
                <a:close/>
                <a:moveTo>
                  <a:pt x="2111375" y="1193800"/>
                </a:moveTo>
                <a:cubicBezTo>
                  <a:pt x="2107882" y="1190307"/>
                  <a:pt x="2105025" y="1179591"/>
                  <a:pt x="2105025" y="1169987"/>
                </a:cubicBezTo>
                <a:cubicBezTo>
                  <a:pt x="2105025" y="1150047"/>
                  <a:pt x="2139051" y="1145398"/>
                  <a:pt x="2145690" y="1164431"/>
                </a:cubicBezTo>
                <a:cubicBezTo>
                  <a:pt x="2154824" y="1190615"/>
                  <a:pt x="2129695" y="1212120"/>
                  <a:pt x="2111375" y="1193800"/>
                </a:cubicBezTo>
                <a:close/>
                <a:moveTo>
                  <a:pt x="3070248" y="1185222"/>
                </a:moveTo>
                <a:cubicBezTo>
                  <a:pt x="3062741" y="1165659"/>
                  <a:pt x="3077808" y="1151039"/>
                  <a:pt x="3094711" y="1161485"/>
                </a:cubicBezTo>
                <a:cubicBezTo>
                  <a:pt x="3109106" y="1170381"/>
                  <a:pt x="3102476" y="1200150"/>
                  <a:pt x="3086100" y="1200150"/>
                </a:cubicBezTo>
                <a:cubicBezTo>
                  <a:pt x="3080532" y="1200150"/>
                  <a:pt x="3073399" y="1193432"/>
                  <a:pt x="3070248" y="1185222"/>
                </a:cubicBezTo>
                <a:close/>
                <a:moveTo>
                  <a:pt x="1032082" y="1176176"/>
                </a:moveTo>
                <a:cubicBezTo>
                  <a:pt x="1029101" y="1168407"/>
                  <a:pt x="1029101" y="1155692"/>
                  <a:pt x="1032082" y="1147923"/>
                </a:cubicBezTo>
                <a:cubicBezTo>
                  <a:pt x="1039308" y="1129094"/>
                  <a:pt x="1066800" y="1140281"/>
                  <a:pt x="1066800" y="1162050"/>
                </a:cubicBezTo>
                <a:cubicBezTo>
                  <a:pt x="1066800" y="1183818"/>
                  <a:pt x="1039308" y="1195005"/>
                  <a:pt x="1032082" y="1176176"/>
                </a:cubicBezTo>
                <a:close/>
                <a:moveTo>
                  <a:pt x="1927669" y="1176793"/>
                </a:moveTo>
                <a:cubicBezTo>
                  <a:pt x="1920401" y="1157852"/>
                  <a:pt x="1931168" y="1143000"/>
                  <a:pt x="1952168" y="1143000"/>
                </a:cubicBezTo>
                <a:cubicBezTo>
                  <a:pt x="1970892" y="1143000"/>
                  <a:pt x="1980996" y="1159350"/>
                  <a:pt x="1974240" y="1178718"/>
                </a:cubicBezTo>
                <a:cubicBezTo>
                  <a:pt x="1968511" y="1195144"/>
                  <a:pt x="1934166" y="1193724"/>
                  <a:pt x="1927669" y="1176793"/>
                </a:cubicBezTo>
                <a:close/>
                <a:moveTo>
                  <a:pt x="2244261" y="1166576"/>
                </a:moveTo>
                <a:cubicBezTo>
                  <a:pt x="2224841" y="1147156"/>
                  <a:pt x="2239479" y="1114425"/>
                  <a:pt x="2267584" y="1114425"/>
                </a:cubicBezTo>
                <a:cubicBezTo>
                  <a:pt x="2290328" y="1114425"/>
                  <a:pt x="2302243" y="1139745"/>
                  <a:pt x="2289216" y="1160396"/>
                </a:cubicBezTo>
                <a:cubicBezTo>
                  <a:pt x="2275560" y="1182045"/>
                  <a:pt x="2261644" y="1183958"/>
                  <a:pt x="2244261" y="1166576"/>
                </a:cubicBezTo>
                <a:close/>
                <a:moveTo>
                  <a:pt x="2916268" y="1160431"/>
                </a:moveTo>
                <a:cubicBezTo>
                  <a:pt x="2920330" y="1131754"/>
                  <a:pt x="2957512" y="1128920"/>
                  <a:pt x="2957512" y="1157287"/>
                </a:cubicBezTo>
                <a:cubicBezTo>
                  <a:pt x="2957512" y="1169987"/>
                  <a:pt x="2950114" y="1177385"/>
                  <a:pt x="2935318" y="1179481"/>
                </a:cubicBezTo>
                <a:cubicBezTo>
                  <a:pt x="2916851" y="1182096"/>
                  <a:pt x="2913653" y="1178898"/>
                  <a:pt x="2916268" y="1160431"/>
                </a:cubicBezTo>
                <a:close/>
                <a:moveTo>
                  <a:pt x="663572" y="1157983"/>
                </a:moveTo>
                <a:cubicBezTo>
                  <a:pt x="656309" y="1139056"/>
                  <a:pt x="683240" y="1117580"/>
                  <a:pt x="696993" y="1131333"/>
                </a:cubicBezTo>
                <a:cubicBezTo>
                  <a:pt x="710145" y="1144485"/>
                  <a:pt x="700292" y="1171575"/>
                  <a:pt x="682355" y="1171575"/>
                </a:cubicBezTo>
                <a:cubicBezTo>
                  <a:pt x="674893" y="1171575"/>
                  <a:pt x="666441" y="1165459"/>
                  <a:pt x="663572" y="1157983"/>
                </a:cubicBezTo>
                <a:close/>
                <a:moveTo>
                  <a:pt x="1373505" y="1160145"/>
                </a:moveTo>
                <a:cubicBezTo>
                  <a:pt x="1341174" y="1127814"/>
                  <a:pt x="1379195" y="1073951"/>
                  <a:pt x="1419225" y="1095375"/>
                </a:cubicBezTo>
                <a:cubicBezTo>
                  <a:pt x="1452844" y="1113367"/>
                  <a:pt x="1438293" y="1171575"/>
                  <a:pt x="1400175" y="1171575"/>
                </a:cubicBezTo>
                <a:cubicBezTo>
                  <a:pt x="1391793" y="1171575"/>
                  <a:pt x="1379791" y="1166431"/>
                  <a:pt x="1373505" y="1160145"/>
                </a:cubicBezTo>
                <a:close/>
                <a:moveTo>
                  <a:pt x="2735483" y="1159466"/>
                </a:moveTo>
                <a:cubicBezTo>
                  <a:pt x="2718124" y="1138549"/>
                  <a:pt x="2738594" y="1115271"/>
                  <a:pt x="2757621" y="1134293"/>
                </a:cubicBezTo>
                <a:cubicBezTo>
                  <a:pt x="2770591" y="1147259"/>
                  <a:pt x="2770818" y="1150985"/>
                  <a:pt x="2759229" y="1160604"/>
                </a:cubicBezTo>
                <a:cubicBezTo>
                  <a:pt x="2748807" y="1169254"/>
                  <a:pt x="2743390" y="1168994"/>
                  <a:pt x="2735483" y="1159466"/>
                </a:cubicBezTo>
                <a:close/>
                <a:moveTo>
                  <a:pt x="777144" y="1144386"/>
                </a:moveTo>
                <a:cubicBezTo>
                  <a:pt x="767686" y="1129083"/>
                  <a:pt x="782409" y="1103764"/>
                  <a:pt x="798917" y="1106944"/>
                </a:cubicBezTo>
                <a:cubicBezTo>
                  <a:pt x="819211" y="1110852"/>
                  <a:pt x="818957" y="1146621"/>
                  <a:pt x="798606" y="1150540"/>
                </a:cubicBezTo>
                <a:cubicBezTo>
                  <a:pt x="789927" y="1152212"/>
                  <a:pt x="780269" y="1149442"/>
                  <a:pt x="777144" y="1144386"/>
                </a:cubicBezTo>
                <a:close/>
                <a:moveTo>
                  <a:pt x="1129023" y="1143502"/>
                </a:moveTo>
                <a:cubicBezTo>
                  <a:pt x="1120648" y="1129952"/>
                  <a:pt x="1131328" y="1114425"/>
                  <a:pt x="1149023" y="1114425"/>
                </a:cubicBezTo>
                <a:cubicBezTo>
                  <a:pt x="1157368" y="1114425"/>
                  <a:pt x="1162148" y="1121116"/>
                  <a:pt x="1160367" y="1130304"/>
                </a:cubicBezTo>
                <a:cubicBezTo>
                  <a:pt x="1156656" y="1149435"/>
                  <a:pt x="1137638" y="1157443"/>
                  <a:pt x="1129023" y="1143502"/>
                </a:cubicBezTo>
                <a:close/>
                <a:moveTo>
                  <a:pt x="1247703" y="1138151"/>
                </a:moveTo>
                <a:cubicBezTo>
                  <a:pt x="1238710" y="1127315"/>
                  <a:pt x="1238135" y="1120254"/>
                  <a:pt x="1245633" y="1112756"/>
                </a:cubicBezTo>
                <a:cubicBezTo>
                  <a:pt x="1260083" y="1098306"/>
                  <a:pt x="1287943" y="1110963"/>
                  <a:pt x="1284197" y="1130275"/>
                </a:cubicBezTo>
                <a:cubicBezTo>
                  <a:pt x="1279920" y="1152330"/>
                  <a:pt x="1262577" y="1156073"/>
                  <a:pt x="1247703" y="1138151"/>
                </a:cubicBezTo>
                <a:close/>
                <a:moveTo>
                  <a:pt x="1699364" y="1139461"/>
                </a:moveTo>
                <a:cubicBezTo>
                  <a:pt x="1688775" y="1111867"/>
                  <a:pt x="1699562" y="1090612"/>
                  <a:pt x="1724155" y="1090612"/>
                </a:cubicBezTo>
                <a:cubicBezTo>
                  <a:pt x="1744118" y="1090612"/>
                  <a:pt x="1747837" y="1095099"/>
                  <a:pt x="1747837" y="1119187"/>
                </a:cubicBezTo>
                <a:cubicBezTo>
                  <a:pt x="1747837" y="1151142"/>
                  <a:pt x="1709930" y="1166997"/>
                  <a:pt x="1699364" y="1139461"/>
                </a:cubicBezTo>
                <a:close/>
                <a:moveTo>
                  <a:pt x="3262312" y="1123950"/>
                </a:moveTo>
                <a:cubicBezTo>
                  <a:pt x="3254339" y="1111049"/>
                  <a:pt x="3265097" y="1095375"/>
                  <a:pt x="3281924" y="1095375"/>
                </a:cubicBezTo>
                <a:cubicBezTo>
                  <a:pt x="3289473" y="1095375"/>
                  <a:pt x="3295650" y="1103947"/>
                  <a:pt x="3295650" y="1114425"/>
                </a:cubicBezTo>
                <a:cubicBezTo>
                  <a:pt x="3295650" y="1134144"/>
                  <a:pt x="3272670" y="1140710"/>
                  <a:pt x="3262312" y="1123950"/>
                </a:cubicBezTo>
                <a:close/>
                <a:moveTo>
                  <a:pt x="1546248" y="1109022"/>
                </a:moveTo>
                <a:cubicBezTo>
                  <a:pt x="1543098" y="1100811"/>
                  <a:pt x="1545406" y="1089208"/>
                  <a:pt x="1551378" y="1083236"/>
                </a:cubicBezTo>
                <a:cubicBezTo>
                  <a:pt x="1564784" y="1069830"/>
                  <a:pt x="1596543" y="1097224"/>
                  <a:pt x="1586477" y="1113510"/>
                </a:cubicBezTo>
                <a:cubicBezTo>
                  <a:pt x="1576970" y="1128893"/>
                  <a:pt x="1552840" y="1126201"/>
                  <a:pt x="1546248" y="1109022"/>
                </a:cubicBezTo>
                <a:close/>
                <a:moveTo>
                  <a:pt x="940593" y="1104137"/>
                </a:moveTo>
                <a:cubicBezTo>
                  <a:pt x="905534" y="1083716"/>
                  <a:pt x="932040" y="1030447"/>
                  <a:pt x="971092" y="1042842"/>
                </a:cubicBezTo>
                <a:cubicBezTo>
                  <a:pt x="992908" y="1049766"/>
                  <a:pt x="997583" y="1084581"/>
                  <a:pt x="979170" y="1102995"/>
                </a:cubicBezTo>
                <a:cubicBezTo>
                  <a:pt x="965521" y="1116643"/>
                  <a:pt x="962232" y="1116740"/>
                  <a:pt x="940593" y="1104137"/>
                </a:cubicBezTo>
                <a:close/>
                <a:moveTo>
                  <a:pt x="3119100" y="1084787"/>
                </a:moveTo>
                <a:cubicBezTo>
                  <a:pt x="3109735" y="1055280"/>
                  <a:pt x="3134685" y="1032971"/>
                  <a:pt x="3161188" y="1047155"/>
                </a:cubicBezTo>
                <a:cubicBezTo>
                  <a:pt x="3183778" y="1059244"/>
                  <a:pt x="3187008" y="1076381"/>
                  <a:pt x="3169920" y="1093470"/>
                </a:cubicBezTo>
                <a:cubicBezTo>
                  <a:pt x="3152050" y="1111339"/>
                  <a:pt x="3126121" y="1106910"/>
                  <a:pt x="3119100" y="1084787"/>
                </a:cubicBezTo>
                <a:close/>
                <a:moveTo>
                  <a:pt x="593994" y="1081087"/>
                </a:moveTo>
                <a:cubicBezTo>
                  <a:pt x="586186" y="1060739"/>
                  <a:pt x="596885" y="1038225"/>
                  <a:pt x="614362" y="1038225"/>
                </a:cubicBezTo>
                <a:cubicBezTo>
                  <a:pt x="634557" y="1038225"/>
                  <a:pt x="642998" y="1063798"/>
                  <a:pt x="628549" y="1081208"/>
                </a:cubicBezTo>
                <a:cubicBezTo>
                  <a:pt x="613548" y="1099283"/>
                  <a:pt x="600960" y="1099239"/>
                  <a:pt x="593994" y="1081087"/>
                </a:cubicBezTo>
                <a:close/>
                <a:moveTo>
                  <a:pt x="2508823" y="1081879"/>
                </a:moveTo>
                <a:cubicBezTo>
                  <a:pt x="2502319" y="1064929"/>
                  <a:pt x="2510088" y="1038148"/>
                  <a:pt x="2521444" y="1038370"/>
                </a:cubicBezTo>
                <a:cubicBezTo>
                  <a:pt x="2543346" y="1038800"/>
                  <a:pt x="2557102" y="1057310"/>
                  <a:pt x="2547257" y="1073105"/>
                </a:cubicBezTo>
                <a:cubicBezTo>
                  <a:pt x="2533078" y="1095852"/>
                  <a:pt x="2515707" y="1099817"/>
                  <a:pt x="2508823" y="1081879"/>
                </a:cubicBezTo>
                <a:close/>
                <a:moveTo>
                  <a:pt x="2810254" y="1081544"/>
                </a:moveTo>
                <a:cubicBezTo>
                  <a:pt x="2796639" y="1065139"/>
                  <a:pt x="2804851" y="1032665"/>
                  <a:pt x="2824525" y="1025116"/>
                </a:cubicBezTo>
                <a:cubicBezTo>
                  <a:pt x="2855827" y="1013104"/>
                  <a:pt x="2882392" y="1042910"/>
                  <a:pt x="2871361" y="1077666"/>
                </a:cubicBezTo>
                <a:cubicBezTo>
                  <a:pt x="2864602" y="1098963"/>
                  <a:pt x="2826706" y="1101368"/>
                  <a:pt x="2810254" y="1081544"/>
                </a:cubicBezTo>
                <a:close/>
                <a:moveTo>
                  <a:pt x="1848276" y="1067596"/>
                </a:moveTo>
                <a:cubicBezTo>
                  <a:pt x="1839835" y="1051825"/>
                  <a:pt x="1841698" y="1044376"/>
                  <a:pt x="1858215" y="1027859"/>
                </a:cubicBezTo>
                <a:lnTo>
                  <a:pt x="1878541" y="1007533"/>
                </a:lnTo>
                <a:lnTo>
                  <a:pt x="1898782" y="1027774"/>
                </a:lnTo>
                <a:cubicBezTo>
                  <a:pt x="1914758" y="1043749"/>
                  <a:pt x="1916838" y="1051499"/>
                  <a:pt x="1908657" y="1064551"/>
                </a:cubicBezTo>
                <a:cubicBezTo>
                  <a:pt x="1893373" y="1088934"/>
                  <a:pt x="1860580" y="1090587"/>
                  <a:pt x="1848276" y="1067596"/>
                </a:cubicBezTo>
                <a:close/>
                <a:moveTo>
                  <a:pt x="2022461" y="1070823"/>
                </a:moveTo>
                <a:cubicBezTo>
                  <a:pt x="2019289" y="1062559"/>
                  <a:pt x="2023710" y="1048782"/>
                  <a:pt x="2032285" y="1040207"/>
                </a:cubicBezTo>
                <a:cubicBezTo>
                  <a:pt x="2051778" y="1020714"/>
                  <a:pt x="2081227" y="1043268"/>
                  <a:pt x="2071018" y="1069871"/>
                </a:cubicBezTo>
                <a:cubicBezTo>
                  <a:pt x="2063263" y="1090080"/>
                  <a:pt x="2030100" y="1090731"/>
                  <a:pt x="2022461" y="1070823"/>
                </a:cubicBezTo>
                <a:close/>
                <a:moveTo>
                  <a:pt x="2327568" y="1071626"/>
                </a:moveTo>
                <a:cubicBezTo>
                  <a:pt x="2324269" y="1063028"/>
                  <a:pt x="2326137" y="1051427"/>
                  <a:pt x="2331720" y="1045845"/>
                </a:cubicBezTo>
                <a:cubicBezTo>
                  <a:pt x="2346232" y="1031332"/>
                  <a:pt x="2373729" y="1044596"/>
                  <a:pt x="2369938" y="1064280"/>
                </a:cubicBezTo>
                <a:cubicBezTo>
                  <a:pt x="2365715" y="1086205"/>
                  <a:pt x="2335194" y="1091497"/>
                  <a:pt x="2327568" y="1071626"/>
                </a:cubicBezTo>
                <a:close/>
                <a:moveTo>
                  <a:pt x="2990950" y="1062158"/>
                </a:moveTo>
                <a:cubicBezTo>
                  <a:pt x="2975123" y="1043088"/>
                  <a:pt x="2985666" y="1019175"/>
                  <a:pt x="3009900" y="1019175"/>
                </a:cubicBezTo>
                <a:cubicBezTo>
                  <a:pt x="3020706" y="1019175"/>
                  <a:pt x="3032036" y="1025658"/>
                  <a:pt x="3035077" y="1033583"/>
                </a:cubicBezTo>
                <a:cubicBezTo>
                  <a:pt x="3040550" y="1047846"/>
                  <a:pt x="3023775" y="1076325"/>
                  <a:pt x="3009900" y="1076325"/>
                </a:cubicBezTo>
                <a:cubicBezTo>
                  <a:pt x="3005944" y="1076325"/>
                  <a:pt x="2997416" y="1069950"/>
                  <a:pt x="2990950" y="1062158"/>
                </a:cubicBezTo>
                <a:close/>
                <a:moveTo>
                  <a:pt x="2157225" y="1056972"/>
                </a:moveTo>
                <a:cubicBezTo>
                  <a:pt x="2153526" y="1050987"/>
                  <a:pt x="2154981" y="1041608"/>
                  <a:pt x="2160459" y="1036130"/>
                </a:cubicBezTo>
                <a:cubicBezTo>
                  <a:pt x="2173260" y="1023329"/>
                  <a:pt x="2203104" y="1034495"/>
                  <a:pt x="2197896" y="1050136"/>
                </a:cubicBezTo>
                <a:cubicBezTo>
                  <a:pt x="2192594" y="1066059"/>
                  <a:pt x="2165641" y="1070589"/>
                  <a:pt x="2157225" y="1056972"/>
                </a:cubicBezTo>
                <a:close/>
                <a:moveTo>
                  <a:pt x="835024" y="1050925"/>
                </a:moveTo>
                <a:cubicBezTo>
                  <a:pt x="825024" y="1040924"/>
                  <a:pt x="827611" y="1011431"/>
                  <a:pt x="839114" y="1004322"/>
                </a:cubicBezTo>
                <a:cubicBezTo>
                  <a:pt x="857697" y="992837"/>
                  <a:pt x="881504" y="1025239"/>
                  <a:pt x="867171" y="1042509"/>
                </a:cubicBezTo>
                <a:cubicBezTo>
                  <a:pt x="853892" y="1058509"/>
                  <a:pt x="844950" y="1060850"/>
                  <a:pt x="835024" y="1050925"/>
                </a:cubicBezTo>
                <a:close/>
                <a:moveTo>
                  <a:pt x="2653392" y="1042307"/>
                </a:moveTo>
                <a:cubicBezTo>
                  <a:pt x="2645160" y="1034074"/>
                  <a:pt x="2638425" y="1023665"/>
                  <a:pt x="2638425" y="1019175"/>
                </a:cubicBezTo>
                <a:cubicBezTo>
                  <a:pt x="2638425" y="1011343"/>
                  <a:pt x="2664831" y="981075"/>
                  <a:pt x="2671663" y="981075"/>
                </a:cubicBezTo>
                <a:cubicBezTo>
                  <a:pt x="2690981" y="981075"/>
                  <a:pt x="2705100" y="997163"/>
                  <a:pt x="2705100" y="1019175"/>
                </a:cubicBezTo>
                <a:cubicBezTo>
                  <a:pt x="2705100" y="1034586"/>
                  <a:pt x="2698783" y="1048135"/>
                  <a:pt x="2690033" y="1051493"/>
                </a:cubicBezTo>
                <a:cubicBezTo>
                  <a:pt x="2669867" y="1059231"/>
                  <a:pt x="2670468" y="1059382"/>
                  <a:pt x="2653392" y="1042307"/>
                </a:cubicBezTo>
                <a:close/>
                <a:moveTo>
                  <a:pt x="1147601" y="1028191"/>
                </a:moveTo>
                <a:cubicBezTo>
                  <a:pt x="1138509" y="999545"/>
                  <a:pt x="1165351" y="972484"/>
                  <a:pt x="1188422" y="987037"/>
                </a:cubicBezTo>
                <a:cubicBezTo>
                  <a:pt x="1197491" y="992757"/>
                  <a:pt x="1204912" y="1007687"/>
                  <a:pt x="1204912" y="1020213"/>
                </a:cubicBezTo>
                <a:cubicBezTo>
                  <a:pt x="1204912" y="1052126"/>
                  <a:pt x="1157301" y="1058754"/>
                  <a:pt x="1147601" y="1028191"/>
                </a:cubicBezTo>
                <a:close/>
                <a:moveTo>
                  <a:pt x="1311473" y="1041598"/>
                </a:moveTo>
                <a:cubicBezTo>
                  <a:pt x="1296800" y="1026925"/>
                  <a:pt x="1305306" y="1000125"/>
                  <a:pt x="1324637" y="1000125"/>
                </a:cubicBezTo>
                <a:cubicBezTo>
                  <a:pt x="1339453" y="1000125"/>
                  <a:pt x="1343593" y="1005262"/>
                  <a:pt x="1341306" y="1020810"/>
                </a:cubicBezTo>
                <a:cubicBezTo>
                  <a:pt x="1338145" y="1042291"/>
                  <a:pt x="1322835" y="1052960"/>
                  <a:pt x="1311473" y="1041598"/>
                </a:cubicBezTo>
                <a:close/>
                <a:moveTo>
                  <a:pt x="1454479" y="1032204"/>
                </a:moveTo>
                <a:cubicBezTo>
                  <a:pt x="1438149" y="1015874"/>
                  <a:pt x="1447978" y="989300"/>
                  <a:pt x="1469231" y="992318"/>
                </a:cubicBezTo>
                <a:cubicBezTo>
                  <a:pt x="1483241" y="994308"/>
                  <a:pt x="1490662" y="1001913"/>
                  <a:pt x="1490662" y="1014282"/>
                </a:cubicBezTo>
                <a:cubicBezTo>
                  <a:pt x="1490662" y="1033175"/>
                  <a:pt x="1467114" y="1044839"/>
                  <a:pt x="1454479" y="1032204"/>
                </a:cubicBezTo>
                <a:close/>
                <a:moveTo>
                  <a:pt x="701003" y="1016260"/>
                </a:moveTo>
                <a:cubicBezTo>
                  <a:pt x="672621" y="995507"/>
                  <a:pt x="684377" y="957262"/>
                  <a:pt x="719137" y="957262"/>
                </a:cubicBezTo>
                <a:cubicBezTo>
                  <a:pt x="751005" y="957262"/>
                  <a:pt x="763925" y="989138"/>
                  <a:pt x="742514" y="1014936"/>
                </a:cubicBezTo>
                <a:cubicBezTo>
                  <a:pt x="728454" y="1031878"/>
                  <a:pt x="722617" y="1032064"/>
                  <a:pt x="701003" y="1016260"/>
                </a:cubicBezTo>
                <a:close/>
                <a:moveTo>
                  <a:pt x="1068625" y="1018460"/>
                </a:moveTo>
                <a:cubicBezTo>
                  <a:pt x="1070502" y="1012828"/>
                  <a:pt x="1076110" y="1008221"/>
                  <a:pt x="1081087" y="1008221"/>
                </a:cubicBezTo>
                <a:cubicBezTo>
                  <a:pt x="1086064" y="1008221"/>
                  <a:pt x="1091672" y="1012828"/>
                  <a:pt x="1093549" y="1018460"/>
                </a:cubicBezTo>
                <a:cubicBezTo>
                  <a:pt x="1095426" y="1024092"/>
                  <a:pt x="1089818" y="1028700"/>
                  <a:pt x="1081087" y="1028700"/>
                </a:cubicBezTo>
                <a:cubicBezTo>
                  <a:pt x="1072356" y="1028700"/>
                  <a:pt x="1066748" y="1024092"/>
                  <a:pt x="1068625" y="1018460"/>
                </a:cubicBezTo>
                <a:close/>
                <a:moveTo>
                  <a:pt x="1679598" y="1004247"/>
                </a:moveTo>
                <a:cubicBezTo>
                  <a:pt x="1676448" y="996036"/>
                  <a:pt x="1678544" y="984645"/>
                  <a:pt x="1684256" y="978933"/>
                </a:cubicBezTo>
                <a:cubicBezTo>
                  <a:pt x="1698009" y="965180"/>
                  <a:pt x="1724940" y="986656"/>
                  <a:pt x="1717677" y="1005583"/>
                </a:cubicBezTo>
                <a:cubicBezTo>
                  <a:pt x="1710709" y="1023741"/>
                  <a:pt x="1686756" y="1022900"/>
                  <a:pt x="1679598" y="1004247"/>
                </a:cubicBezTo>
                <a:close/>
                <a:moveTo>
                  <a:pt x="2411799" y="1007266"/>
                </a:moveTo>
                <a:cubicBezTo>
                  <a:pt x="2397679" y="990253"/>
                  <a:pt x="2413105" y="967115"/>
                  <a:pt x="2433380" y="974895"/>
                </a:cubicBezTo>
                <a:cubicBezTo>
                  <a:pt x="2450489" y="981461"/>
                  <a:pt x="2450002" y="1010556"/>
                  <a:pt x="2432685" y="1016321"/>
                </a:cubicBezTo>
                <a:cubicBezTo>
                  <a:pt x="2426923" y="1018239"/>
                  <a:pt x="2417524" y="1014165"/>
                  <a:pt x="2411799" y="1007266"/>
                </a:cubicBezTo>
                <a:close/>
                <a:moveTo>
                  <a:pt x="3248025" y="990600"/>
                </a:moveTo>
                <a:cubicBezTo>
                  <a:pt x="3248025" y="977900"/>
                  <a:pt x="3254375" y="971550"/>
                  <a:pt x="3267075" y="971550"/>
                </a:cubicBezTo>
                <a:cubicBezTo>
                  <a:pt x="3279775" y="971550"/>
                  <a:pt x="3286125" y="977900"/>
                  <a:pt x="3286125" y="990600"/>
                </a:cubicBezTo>
                <a:cubicBezTo>
                  <a:pt x="3286125" y="1003300"/>
                  <a:pt x="3279775" y="1009650"/>
                  <a:pt x="3267075" y="1009650"/>
                </a:cubicBezTo>
                <a:cubicBezTo>
                  <a:pt x="3254375" y="1009650"/>
                  <a:pt x="3248025" y="1003300"/>
                  <a:pt x="3248025" y="990600"/>
                </a:cubicBezTo>
                <a:close/>
                <a:moveTo>
                  <a:pt x="2234438" y="972462"/>
                </a:moveTo>
                <a:cubicBezTo>
                  <a:pt x="2217961" y="954255"/>
                  <a:pt x="2229204" y="914400"/>
                  <a:pt x="2250817" y="914400"/>
                </a:cubicBezTo>
                <a:cubicBezTo>
                  <a:pt x="2289681" y="914400"/>
                  <a:pt x="2305696" y="949867"/>
                  <a:pt x="2278106" y="974836"/>
                </a:cubicBezTo>
                <a:cubicBezTo>
                  <a:pt x="2256228" y="994635"/>
                  <a:pt x="2254415" y="994537"/>
                  <a:pt x="2234438" y="972462"/>
                </a:cubicBezTo>
                <a:close/>
                <a:moveTo>
                  <a:pt x="1568359" y="968799"/>
                </a:moveTo>
                <a:cubicBezTo>
                  <a:pt x="1530721" y="940642"/>
                  <a:pt x="1558610" y="876571"/>
                  <a:pt x="1597818" y="901121"/>
                </a:cubicBezTo>
                <a:cubicBezTo>
                  <a:pt x="1622052" y="916295"/>
                  <a:pt x="1624645" y="958467"/>
                  <a:pt x="1602086" y="970540"/>
                </a:cubicBezTo>
                <a:cubicBezTo>
                  <a:pt x="1589059" y="977511"/>
                  <a:pt x="1579334" y="977010"/>
                  <a:pt x="1568359" y="968799"/>
                </a:cubicBezTo>
                <a:close/>
                <a:moveTo>
                  <a:pt x="1955823" y="966147"/>
                </a:moveTo>
                <a:cubicBezTo>
                  <a:pt x="1947885" y="945459"/>
                  <a:pt x="1968039" y="926004"/>
                  <a:pt x="1982464" y="940429"/>
                </a:cubicBezTo>
                <a:cubicBezTo>
                  <a:pt x="1994657" y="952622"/>
                  <a:pt x="1987103" y="981075"/>
                  <a:pt x="1971675" y="981075"/>
                </a:cubicBezTo>
                <a:cubicBezTo>
                  <a:pt x="1966107" y="981075"/>
                  <a:pt x="1958974" y="974357"/>
                  <a:pt x="1955823" y="966147"/>
                </a:cubicBezTo>
                <a:close/>
                <a:moveTo>
                  <a:pt x="2918364" y="967491"/>
                </a:moveTo>
                <a:cubicBezTo>
                  <a:pt x="2909698" y="944908"/>
                  <a:pt x="2921960" y="922101"/>
                  <a:pt x="2940814" y="925732"/>
                </a:cubicBezTo>
                <a:cubicBezTo>
                  <a:pt x="2951359" y="927763"/>
                  <a:pt x="2957512" y="937627"/>
                  <a:pt x="2957512" y="952500"/>
                </a:cubicBezTo>
                <a:cubicBezTo>
                  <a:pt x="2957512" y="979652"/>
                  <a:pt x="2927448" y="991164"/>
                  <a:pt x="2918364" y="967491"/>
                </a:cubicBezTo>
                <a:close/>
                <a:moveTo>
                  <a:pt x="1005548" y="947038"/>
                </a:moveTo>
                <a:cubicBezTo>
                  <a:pt x="986936" y="928425"/>
                  <a:pt x="986494" y="910614"/>
                  <a:pt x="1004278" y="895855"/>
                </a:cubicBezTo>
                <a:cubicBezTo>
                  <a:pt x="1022664" y="880596"/>
                  <a:pt x="1057275" y="898928"/>
                  <a:pt x="1057275" y="923925"/>
                </a:cubicBezTo>
                <a:cubicBezTo>
                  <a:pt x="1057275" y="951170"/>
                  <a:pt x="1024380" y="965869"/>
                  <a:pt x="1005548" y="947038"/>
                </a:cubicBezTo>
                <a:close/>
                <a:moveTo>
                  <a:pt x="1803656" y="938177"/>
                </a:moveTo>
                <a:cubicBezTo>
                  <a:pt x="1795555" y="917068"/>
                  <a:pt x="1824617" y="887357"/>
                  <a:pt x="1839150" y="901890"/>
                </a:cubicBezTo>
                <a:cubicBezTo>
                  <a:pt x="1853972" y="916712"/>
                  <a:pt x="1846012" y="946913"/>
                  <a:pt x="1826280" y="950713"/>
                </a:cubicBezTo>
                <a:cubicBezTo>
                  <a:pt x="1817157" y="952470"/>
                  <a:pt x="1806976" y="946829"/>
                  <a:pt x="1803656" y="938177"/>
                </a:cubicBezTo>
                <a:close/>
                <a:moveTo>
                  <a:pt x="2787567" y="946067"/>
                </a:moveTo>
                <a:cubicBezTo>
                  <a:pt x="2784120" y="942620"/>
                  <a:pt x="2781300" y="934085"/>
                  <a:pt x="2781300" y="927100"/>
                </a:cubicBezTo>
                <a:cubicBezTo>
                  <a:pt x="2781300" y="912910"/>
                  <a:pt x="2805854" y="909713"/>
                  <a:pt x="2813970" y="922845"/>
                </a:cubicBezTo>
                <a:cubicBezTo>
                  <a:pt x="2820452" y="933334"/>
                  <a:pt x="2796181" y="954681"/>
                  <a:pt x="2787567" y="946067"/>
                </a:cubicBezTo>
                <a:close/>
                <a:moveTo>
                  <a:pt x="1235075" y="936625"/>
                </a:moveTo>
                <a:cubicBezTo>
                  <a:pt x="1225074" y="926624"/>
                  <a:pt x="1227661" y="897131"/>
                  <a:pt x="1239164" y="890022"/>
                </a:cubicBezTo>
                <a:cubicBezTo>
                  <a:pt x="1257747" y="878537"/>
                  <a:pt x="1281554" y="910939"/>
                  <a:pt x="1267221" y="928209"/>
                </a:cubicBezTo>
                <a:cubicBezTo>
                  <a:pt x="1253942" y="944209"/>
                  <a:pt x="1245000" y="946550"/>
                  <a:pt x="1235075" y="936625"/>
                </a:cubicBezTo>
                <a:close/>
                <a:moveTo>
                  <a:pt x="2578097" y="929383"/>
                </a:moveTo>
                <a:cubicBezTo>
                  <a:pt x="2570001" y="908285"/>
                  <a:pt x="2595187" y="891970"/>
                  <a:pt x="2609406" y="909102"/>
                </a:cubicBezTo>
                <a:cubicBezTo>
                  <a:pt x="2615791" y="916796"/>
                  <a:pt x="2618249" y="927564"/>
                  <a:pt x="2614870" y="933032"/>
                </a:cubicBezTo>
                <a:cubicBezTo>
                  <a:pt x="2605987" y="947404"/>
                  <a:pt x="2584182" y="945241"/>
                  <a:pt x="2578097" y="929383"/>
                </a:cubicBezTo>
                <a:close/>
                <a:moveTo>
                  <a:pt x="3101974" y="936625"/>
                </a:moveTo>
                <a:cubicBezTo>
                  <a:pt x="3089476" y="924126"/>
                  <a:pt x="3095889" y="877098"/>
                  <a:pt x="3111265" y="868493"/>
                </a:cubicBezTo>
                <a:cubicBezTo>
                  <a:pt x="3148845" y="847462"/>
                  <a:pt x="3189627" y="895759"/>
                  <a:pt x="3162197" y="928811"/>
                </a:cubicBezTo>
                <a:cubicBezTo>
                  <a:pt x="3150185" y="943284"/>
                  <a:pt x="3113406" y="948056"/>
                  <a:pt x="3101974" y="936625"/>
                </a:cubicBezTo>
                <a:close/>
                <a:moveTo>
                  <a:pt x="844549" y="927100"/>
                </a:moveTo>
                <a:cubicBezTo>
                  <a:pt x="834549" y="917099"/>
                  <a:pt x="837136" y="887606"/>
                  <a:pt x="848639" y="880497"/>
                </a:cubicBezTo>
                <a:cubicBezTo>
                  <a:pt x="863459" y="871337"/>
                  <a:pt x="889565" y="900437"/>
                  <a:pt x="882663" y="918423"/>
                </a:cubicBezTo>
                <a:cubicBezTo>
                  <a:pt x="876772" y="933775"/>
                  <a:pt x="855962" y="938512"/>
                  <a:pt x="844549" y="927100"/>
                </a:cubicBezTo>
                <a:close/>
                <a:moveTo>
                  <a:pt x="1378351" y="917976"/>
                </a:moveTo>
                <a:cubicBezTo>
                  <a:pt x="1365737" y="905362"/>
                  <a:pt x="1371531" y="868839"/>
                  <a:pt x="1387094" y="862867"/>
                </a:cubicBezTo>
                <a:cubicBezTo>
                  <a:pt x="1408204" y="854766"/>
                  <a:pt x="1430295" y="875011"/>
                  <a:pt x="1426828" y="899279"/>
                </a:cubicBezTo>
                <a:cubicBezTo>
                  <a:pt x="1424011" y="918993"/>
                  <a:pt x="1391794" y="931419"/>
                  <a:pt x="1378351" y="917976"/>
                </a:cubicBezTo>
                <a:close/>
                <a:moveTo>
                  <a:pt x="2066643" y="909298"/>
                </a:moveTo>
                <a:cubicBezTo>
                  <a:pt x="2049337" y="888445"/>
                  <a:pt x="2066048" y="862012"/>
                  <a:pt x="2096538" y="862012"/>
                </a:cubicBezTo>
                <a:cubicBezTo>
                  <a:pt x="2115492" y="862012"/>
                  <a:pt x="2119312" y="866804"/>
                  <a:pt x="2119312" y="890587"/>
                </a:cubicBezTo>
                <a:cubicBezTo>
                  <a:pt x="2119312" y="924040"/>
                  <a:pt x="2088085" y="935134"/>
                  <a:pt x="2066643" y="909298"/>
                </a:cubicBezTo>
                <a:close/>
                <a:moveTo>
                  <a:pt x="2429761" y="891656"/>
                </a:moveTo>
                <a:cubicBezTo>
                  <a:pt x="2420991" y="881088"/>
                  <a:pt x="2420685" y="872552"/>
                  <a:pt x="2428549" y="857858"/>
                </a:cubicBezTo>
                <a:cubicBezTo>
                  <a:pt x="2446758" y="823833"/>
                  <a:pt x="2489918" y="838895"/>
                  <a:pt x="2484477" y="877377"/>
                </a:cubicBezTo>
                <a:cubicBezTo>
                  <a:pt x="2480677" y="904249"/>
                  <a:pt x="2447417" y="912929"/>
                  <a:pt x="2429761" y="891656"/>
                </a:cubicBezTo>
                <a:close/>
                <a:moveTo>
                  <a:pt x="2844799" y="879475"/>
                </a:moveTo>
                <a:cubicBezTo>
                  <a:pt x="2830844" y="865519"/>
                  <a:pt x="2838878" y="838200"/>
                  <a:pt x="2856937" y="838200"/>
                </a:cubicBezTo>
                <a:cubicBezTo>
                  <a:pt x="2881251" y="838200"/>
                  <a:pt x="2890609" y="854596"/>
                  <a:pt x="2876203" y="871954"/>
                </a:cubicBezTo>
                <a:cubicBezTo>
                  <a:pt x="2863629" y="887106"/>
                  <a:pt x="2854594" y="889269"/>
                  <a:pt x="2844799" y="879475"/>
                </a:cubicBezTo>
                <a:close/>
                <a:moveTo>
                  <a:pt x="673099" y="869950"/>
                </a:moveTo>
                <a:cubicBezTo>
                  <a:pt x="659356" y="856206"/>
                  <a:pt x="667147" y="828675"/>
                  <a:pt x="684780" y="828675"/>
                </a:cubicBezTo>
                <a:cubicBezTo>
                  <a:pt x="706559" y="828675"/>
                  <a:pt x="716999" y="850815"/>
                  <a:pt x="702200" y="865614"/>
                </a:cubicBezTo>
                <a:cubicBezTo>
                  <a:pt x="689970" y="877844"/>
                  <a:pt x="682158" y="879008"/>
                  <a:pt x="673099" y="869950"/>
                </a:cubicBezTo>
                <a:close/>
                <a:moveTo>
                  <a:pt x="1117893" y="862076"/>
                </a:moveTo>
                <a:cubicBezTo>
                  <a:pt x="1114594" y="853478"/>
                  <a:pt x="1116462" y="841877"/>
                  <a:pt x="1122045" y="836295"/>
                </a:cubicBezTo>
                <a:cubicBezTo>
                  <a:pt x="1136557" y="821782"/>
                  <a:pt x="1164054" y="835046"/>
                  <a:pt x="1160263" y="854730"/>
                </a:cubicBezTo>
                <a:cubicBezTo>
                  <a:pt x="1156040" y="876655"/>
                  <a:pt x="1125519" y="881947"/>
                  <a:pt x="1117893" y="862076"/>
                </a:cubicBezTo>
                <a:close/>
                <a:moveTo>
                  <a:pt x="1717944" y="862012"/>
                </a:moveTo>
                <a:cubicBezTo>
                  <a:pt x="1709585" y="840228"/>
                  <a:pt x="1721295" y="819150"/>
                  <a:pt x="1741756" y="819150"/>
                </a:cubicBezTo>
                <a:cubicBezTo>
                  <a:pt x="1764285" y="819150"/>
                  <a:pt x="1775852" y="845471"/>
                  <a:pt x="1761123" y="863219"/>
                </a:cubicBezTo>
                <a:cubicBezTo>
                  <a:pt x="1746792" y="880486"/>
                  <a:pt x="1724797" y="879872"/>
                  <a:pt x="1717944" y="862012"/>
                </a:cubicBezTo>
                <a:close/>
                <a:moveTo>
                  <a:pt x="2679969" y="862012"/>
                </a:moveTo>
                <a:cubicBezTo>
                  <a:pt x="2672396" y="842277"/>
                  <a:pt x="2682675" y="819150"/>
                  <a:pt x="2699019" y="819150"/>
                </a:cubicBezTo>
                <a:cubicBezTo>
                  <a:pt x="2706481" y="819150"/>
                  <a:pt x="2715054" y="825579"/>
                  <a:pt x="2718069" y="833437"/>
                </a:cubicBezTo>
                <a:cubicBezTo>
                  <a:pt x="2725642" y="853172"/>
                  <a:pt x="2715363" y="876300"/>
                  <a:pt x="2699019" y="876300"/>
                </a:cubicBezTo>
                <a:cubicBezTo>
                  <a:pt x="2691557" y="876300"/>
                  <a:pt x="2682984" y="869870"/>
                  <a:pt x="2679969" y="862012"/>
                </a:cubicBezTo>
                <a:close/>
                <a:moveTo>
                  <a:pt x="1916797" y="850107"/>
                </a:moveTo>
                <a:cubicBezTo>
                  <a:pt x="1873418" y="835513"/>
                  <a:pt x="1886831" y="771525"/>
                  <a:pt x="1933268" y="771525"/>
                </a:cubicBezTo>
                <a:cubicBezTo>
                  <a:pt x="1952500" y="771525"/>
                  <a:pt x="1962698" y="777299"/>
                  <a:pt x="1966912" y="790575"/>
                </a:cubicBezTo>
                <a:cubicBezTo>
                  <a:pt x="1979229" y="829381"/>
                  <a:pt x="1951853" y="861901"/>
                  <a:pt x="1916797" y="850107"/>
                </a:cubicBezTo>
                <a:close/>
                <a:moveTo>
                  <a:pt x="2317773" y="832797"/>
                </a:moveTo>
                <a:cubicBezTo>
                  <a:pt x="2309835" y="812109"/>
                  <a:pt x="2329989" y="792654"/>
                  <a:pt x="2344414" y="807079"/>
                </a:cubicBezTo>
                <a:cubicBezTo>
                  <a:pt x="2356607" y="819272"/>
                  <a:pt x="2349053" y="847725"/>
                  <a:pt x="2333625" y="847725"/>
                </a:cubicBezTo>
                <a:cubicBezTo>
                  <a:pt x="2328057" y="847725"/>
                  <a:pt x="2320924" y="841007"/>
                  <a:pt x="2317773" y="832797"/>
                </a:cubicBezTo>
                <a:close/>
                <a:moveTo>
                  <a:pt x="2978551" y="841776"/>
                </a:moveTo>
                <a:cubicBezTo>
                  <a:pt x="2966169" y="829394"/>
                  <a:pt x="2971597" y="783165"/>
                  <a:pt x="2986087" y="777605"/>
                </a:cubicBezTo>
                <a:cubicBezTo>
                  <a:pt x="3013255" y="767180"/>
                  <a:pt x="3030134" y="781845"/>
                  <a:pt x="3027081" y="813222"/>
                </a:cubicBezTo>
                <a:cubicBezTo>
                  <a:pt x="3024252" y="842293"/>
                  <a:pt x="2995806" y="859031"/>
                  <a:pt x="2978551" y="841776"/>
                </a:cubicBezTo>
                <a:close/>
                <a:moveTo>
                  <a:pt x="916082" y="823409"/>
                </a:moveTo>
                <a:cubicBezTo>
                  <a:pt x="920390" y="802720"/>
                  <a:pt x="937295" y="801454"/>
                  <a:pt x="941161" y="821531"/>
                </a:cubicBezTo>
                <a:cubicBezTo>
                  <a:pt x="943169" y="831957"/>
                  <a:pt x="938497" y="838200"/>
                  <a:pt x="928687" y="838200"/>
                </a:cubicBezTo>
                <a:cubicBezTo>
                  <a:pt x="919536" y="838200"/>
                  <a:pt x="914286" y="832038"/>
                  <a:pt x="916082" y="823409"/>
                </a:cubicBezTo>
                <a:close/>
                <a:moveTo>
                  <a:pt x="2185422" y="827760"/>
                </a:moveTo>
                <a:cubicBezTo>
                  <a:pt x="2173788" y="808935"/>
                  <a:pt x="2204447" y="786936"/>
                  <a:pt x="2218581" y="803967"/>
                </a:cubicBezTo>
                <a:cubicBezTo>
                  <a:pt x="2225131" y="811858"/>
                  <a:pt x="2227724" y="822789"/>
                  <a:pt x="2224345" y="828257"/>
                </a:cubicBezTo>
                <a:cubicBezTo>
                  <a:pt x="2216294" y="841283"/>
                  <a:pt x="2193601" y="840994"/>
                  <a:pt x="2185422" y="827760"/>
                </a:cubicBezTo>
                <a:close/>
                <a:moveTo>
                  <a:pt x="3286630" y="824521"/>
                </a:moveTo>
                <a:cubicBezTo>
                  <a:pt x="3277843" y="813933"/>
                  <a:pt x="3277848" y="806039"/>
                  <a:pt x="3286654" y="789585"/>
                </a:cubicBezTo>
                <a:lnTo>
                  <a:pt x="3298031" y="768327"/>
                </a:lnTo>
                <a:lnTo>
                  <a:pt x="3310790" y="791357"/>
                </a:lnTo>
                <a:cubicBezTo>
                  <a:pt x="3333989" y="833230"/>
                  <a:pt x="3315229" y="858981"/>
                  <a:pt x="3286630" y="824521"/>
                </a:cubicBezTo>
                <a:close/>
                <a:moveTo>
                  <a:pt x="776492" y="813231"/>
                </a:moveTo>
                <a:cubicBezTo>
                  <a:pt x="747013" y="783752"/>
                  <a:pt x="781815" y="736294"/>
                  <a:pt x="816768" y="758307"/>
                </a:cubicBezTo>
                <a:cubicBezTo>
                  <a:pt x="845959" y="776689"/>
                  <a:pt x="833644" y="828675"/>
                  <a:pt x="800100" y="828675"/>
                </a:cubicBezTo>
                <a:cubicBezTo>
                  <a:pt x="795609" y="828675"/>
                  <a:pt x="784986" y="821725"/>
                  <a:pt x="776492" y="813231"/>
                </a:cubicBezTo>
                <a:close/>
                <a:moveTo>
                  <a:pt x="1249322" y="820308"/>
                </a:moveTo>
                <a:cubicBezTo>
                  <a:pt x="1226959" y="806132"/>
                  <a:pt x="1239732" y="766762"/>
                  <a:pt x="1266694" y="766762"/>
                </a:cubicBezTo>
                <a:cubicBezTo>
                  <a:pt x="1293626" y="766762"/>
                  <a:pt x="1303802" y="792786"/>
                  <a:pt x="1285495" y="814845"/>
                </a:cubicBezTo>
                <a:cubicBezTo>
                  <a:pt x="1272323" y="830716"/>
                  <a:pt x="1267009" y="831518"/>
                  <a:pt x="1249322" y="820308"/>
                </a:cubicBezTo>
                <a:close/>
                <a:moveTo>
                  <a:pt x="1468294" y="820045"/>
                </a:moveTo>
                <a:cubicBezTo>
                  <a:pt x="1450977" y="809339"/>
                  <a:pt x="1458247" y="777287"/>
                  <a:pt x="1478894" y="773311"/>
                </a:cubicBezTo>
                <a:cubicBezTo>
                  <a:pt x="1488017" y="771554"/>
                  <a:pt x="1498198" y="777195"/>
                  <a:pt x="1501518" y="785847"/>
                </a:cubicBezTo>
                <a:cubicBezTo>
                  <a:pt x="1509312" y="806157"/>
                  <a:pt x="1485491" y="830677"/>
                  <a:pt x="1468294" y="820045"/>
                </a:cubicBezTo>
                <a:close/>
                <a:moveTo>
                  <a:pt x="1587497" y="796033"/>
                </a:moveTo>
                <a:cubicBezTo>
                  <a:pt x="1580261" y="777176"/>
                  <a:pt x="1603092" y="759177"/>
                  <a:pt x="1616827" y="772912"/>
                </a:cubicBezTo>
                <a:cubicBezTo>
                  <a:pt x="1629574" y="785659"/>
                  <a:pt x="1621829" y="809625"/>
                  <a:pt x="1604962" y="809625"/>
                </a:cubicBezTo>
                <a:cubicBezTo>
                  <a:pt x="1598225" y="809625"/>
                  <a:pt x="1590366" y="803509"/>
                  <a:pt x="1587497" y="796033"/>
                </a:cubicBezTo>
                <a:close/>
                <a:moveTo>
                  <a:pt x="1024248" y="791077"/>
                </a:moveTo>
                <a:cubicBezTo>
                  <a:pt x="1015873" y="777527"/>
                  <a:pt x="1026553" y="762000"/>
                  <a:pt x="1044248" y="762000"/>
                </a:cubicBezTo>
                <a:cubicBezTo>
                  <a:pt x="1052593" y="762000"/>
                  <a:pt x="1057373" y="768691"/>
                  <a:pt x="1055592" y="777879"/>
                </a:cubicBezTo>
                <a:cubicBezTo>
                  <a:pt x="1051881" y="797010"/>
                  <a:pt x="1032863" y="805018"/>
                  <a:pt x="1024248" y="791077"/>
                </a:cubicBezTo>
                <a:close/>
                <a:moveTo>
                  <a:pt x="2547884" y="790489"/>
                </a:moveTo>
                <a:cubicBezTo>
                  <a:pt x="2536031" y="771310"/>
                  <a:pt x="2553546" y="741726"/>
                  <a:pt x="2574949" y="744775"/>
                </a:cubicBezTo>
                <a:cubicBezTo>
                  <a:pt x="2607501" y="749413"/>
                  <a:pt x="2610028" y="800100"/>
                  <a:pt x="2577707" y="800100"/>
                </a:cubicBezTo>
                <a:cubicBezTo>
                  <a:pt x="2564571" y="800100"/>
                  <a:pt x="2551151" y="795775"/>
                  <a:pt x="2547884" y="790489"/>
                </a:cubicBezTo>
                <a:close/>
                <a:moveTo>
                  <a:pt x="2800026" y="766372"/>
                </a:moveTo>
                <a:cubicBezTo>
                  <a:pt x="2783941" y="746990"/>
                  <a:pt x="2798785" y="719137"/>
                  <a:pt x="2825200" y="719137"/>
                </a:cubicBezTo>
                <a:cubicBezTo>
                  <a:pt x="2838845" y="719137"/>
                  <a:pt x="2843212" y="726033"/>
                  <a:pt x="2843212" y="747582"/>
                </a:cubicBezTo>
                <a:cubicBezTo>
                  <a:pt x="2843212" y="780454"/>
                  <a:pt x="2820070" y="790523"/>
                  <a:pt x="2800026" y="766372"/>
                </a:cubicBezTo>
                <a:close/>
                <a:moveTo>
                  <a:pt x="3087925" y="770810"/>
                </a:moveTo>
                <a:cubicBezTo>
                  <a:pt x="3089802" y="765178"/>
                  <a:pt x="3095410" y="760571"/>
                  <a:pt x="3100387" y="760571"/>
                </a:cubicBezTo>
                <a:cubicBezTo>
                  <a:pt x="3105364" y="760571"/>
                  <a:pt x="3110972" y="765178"/>
                  <a:pt x="3112849" y="770810"/>
                </a:cubicBezTo>
                <a:cubicBezTo>
                  <a:pt x="3114726" y="776442"/>
                  <a:pt x="3109118" y="781050"/>
                  <a:pt x="3100387" y="781050"/>
                </a:cubicBezTo>
                <a:cubicBezTo>
                  <a:pt x="3091656" y="781050"/>
                  <a:pt x="3086048" y="776442"/>
                  <a:pt x="3087925" y="770810"/>
                </a:cubicBezTo>
                <a:close/>
                <a:moveTo>
                  <a:pt x="3175539" y="757941"/>
                </a:moveTo>
                <a:cubicBezTo>
                  <a:pt x="3166873" y="735358"/>
                  <a:pt x="3179135" y="712551"/>
                  <a:pt x="3197989" y="716182"/>
                </a:cubicBezTo>
                <a:cubicBezTo>
                  <a:pt x="3208534" y="718213"/>
                  <a:pt x="3214687" y="728077"/>
                  <a:pt x="3214687" y="742950"/>
                </a:cubicBezTo>
                <a:cubicBezTo>
                  <a:pt x="3214687" y="770102"/>
                  <a:pt x="3184623" y="781614"/>
                  <a:pt x="3175539" y="757941"/>
                </a:cubicBezTo>
                <a:close/>
                <a:moveTo>
                  <a:pt x="2079918" y="747776"/>
                </a:moveTo>
                <a:cubicBezTo>
                  <a:pt x="2076619" y="739178"/>
                  <a:pt x="2078487" y="727577"/>
                  <a:pt x="2084070" y="721995"/>
                </a:cubicBezTo>
                <a:cubicBezTo>
                  <a:pt x="2098582" y="707482"/>
                  <a:pt x="2126079" y="720746"/>
                  <a:pt x="2122288" y="740430"/>
                </a:cubicBezTo>
                <a:cubicBezTo>
                  <a:pt x="2118065" y="762355"/>
                  <a:pt x="2087544" y="767647"/>
                  <a:pt x="2079918" y="747776"/>
                </a:cubicBezTo>
                <a:close/>
                <a:moveTo>
                  <a:pt x="1784889" y="738891"/>
                </a:moveTo>
                <a:cubicBezTo>
                  <a:pt x="1776223" y="716308"/>
                  <a:pt x="1788485" y="693501"/>
                  <a:pt x="1807339" y="697132"/>
                </a:cubicBezTo>
                <a:cubicBezTo>
                  <a:pt x="1817884" y="699163"/>
                  <a:pt x="1824037" y="709027"/>
                  <a:pt x="1824037" y="723900"/>
                </a:cubicBezTo>
                <a:cubicBezTo>
                  <a:pt x="1824037" y="751052"/>
                  <a:pt x="1793973" y="762564"/>
                  <a:pt x="1784889" y="738891"/>
                </a:cubicBezTo>
                <a:close/>
                <a:moveTo>
                  <a:pt x="1682750" y="736600"/>
                </a:moveTo>
                <a:cubicBezTo>
                  <a:pt x="1671790" y="725640"/>
                  <a:pt x="1675813" y="714375"/>
                  <a:pt x="1690687" y="714375"/>
                </a:cubicBezTo>
                <a:cubicBezTo>
                  <a:pt x="1698545" y="714375"/>
                  <a:pt x="1704975" y="720804"/>
                  <a:pt x="1704975" y="728662"/>
                </a:cubicBezTo>
                <a:cubicBezTo>
                  <a:pt x="1704975" y="743536"/>
                  <a:pt x="1693709" y="747559"/>
                  <a:pt x="1682750" y="736600"/>
                </a:cubicBezTo>
                <a:close/>
                <a:moveTo>
                  <a:pt x="1152525" y="714937"/>
                </a:moveTo>
                <a:cubicBezTo>
                  <a:pt x="1152525" y="689289"/>
                  <a:pt x="1170543" y="680686"/>
                  <a:pt x="1187903" y="698046"/>
                </a:cubicBezTo>
                <a:cubicBezTo>
                  <a:pt x="1205263" y="715406"/>
                  <a:pt x="1196660" y="733425"/>
                  <a:pt x="1171012" y="733425"/>
                </a:cubicBezTo>
                <a:cubicBezTo>
                  <a:pt x="1159062" y="733425"/>
                  <a:pt x="1152525" y="726887"/>
                  <a:pt x="1152525" y="714937"/>
                </a:cubicBezTo>
                <a:close/>
                <a:moveTo>
                  <a:pt x="1367517" y="718457"/>
                </a:moveTo>
                <a:cubicBezTo>
                  <a:pt x="1347105" y="698044"/>
                  <a:pt x="1348697" y="669481"/>
                  <a:pt x="1370909" y="657594"/>
                </a:cubicBezTo>
                <a:cubicBezTo>
                  <a:pt x="1397379" y="643428"/>
                  <a:pt x="1416643" y="654366"/>
                  <a:pt x="1421318" y="686217"/>
                </a:cubicBezTo>
                <a:cubicBezTo>
                  <a:pt x="1427778" y="730233"/>
                  <a:pt x="1397461" y="748400"/>
                  <a:pt x="1367517" y="718457"/>
                </a:cubicBezTo>
                <a:close/>
                <a:moveTo>
                  <a:pt x="2230755" y="721995"/>
                </a:moveTo>
                <a:cubicBezTo>
                  <a:pt x="2202049" y="693289"/>
                  <a:pt x="2230541" y="650803"/>
                  <a:pt x="2271588" y="661105"/>
                </a:cubicBezTo>
                <a:cubicBezTo>
                  <a:pt x="2311161" y="671037"/>
                  <a:pt x="2298943" y="733425"/>
                  <a:pt x="2257425" y="733425"/>
                </a:cubicBezTo>
                <a:cubicBezTo>
                  <a:pt x="2249043" y="733425"/>
                  <a:pt x="2237041" y="728281"/>
                  <a:pt x="2230755" y="721995"/>
                </a:cubicBezTo>
                <a:close/>
                <a:moveTo>
                  <a:pt x="2387929" y="727404"/>
                </a:moveTo>
                <a:cubicBezTo>
                  <a:pt x="2376670" y="716145"/>
                  <a:pt x="2380509" y="688122"/>
                  <a:pt x="2394020" y="682937"/>
                </a:cubicBezTo>
                <a:cubicBezTo>
                  <a:pt x="2413218" y="675570"/>
                  <a:pt x="2431195" y="690527"/>
                  <a:pt x="2427321" y="710644"/>
                </a:cubicBezTo>
                <a:cubicBezTo>
                  <a:pt x="2423788" y="728990"/>
                  <a:pt x="2399745" y="739220"/>
                  <a:pt x="2387929" y="727404"/>
                </a:cubicBezTo>
                <a:close/>
                <a:moveTo>
                  <a:pt x="2668905" y="721995"/>
                </a:moveTo>
                <a:cubicBezTo>
                  <a:pt x="2637439" y="690529"/>
                  <a:pt x="2665941" y="645793"/>
                  <a:pt x="2704355" y="666351"/>
                </a:cubicBezTo>
                <a:cubicBezTo>
                  <a:pt x="2734844" y="682668"/>
                  <a:pt x="2724595" y="733425"/>
                  <a:pt x="2690812" y="733425"/>
                </a:cubicBezTo>
                <a:cubicBezTo>
                  <a:pt x="2685049" y="733425"/>
                  <a:pt x="2675191" y="728281"/>
                  <a:pt x="2668905" y="721995"/>
                </a:cubicBezTo>
                <a:close/>
                <a:moveTo>
                  <a:pt x="879968" y="710195"/>
                </a:moveTo>
                <a:cubicBezTo>
                  <a:pt x="872435" y="690564"/>
                  <a:pt x="892704" y="666332"/>
                  <a:pt x="910837" y="673290"/>
                </a:cubicBezTo>
                <a:cubicBezTo>
                  <a:pt x="929843" y="680584"/>
                  <a:pt x="923405" y="718134"/>
                  <a:pt x="902464" y="722125"/>
                </a:cubicBezTo>
                <a:cubicBezTo>
                  <a:pt x="893281" y="723875"/>
                  <a:pt x="883157" y="718507"/>
                  <a:pt x="879968" y="710195"/>
                </a:cubicBezTo>
                <a:close/>
                <a:moveTo>
                  <a:pt x="2939642" y="699726"/>
                </a:moveTo>
                <a:cubicBezTo>
                  <a:pt x="2936384" y="691238"/>
                  <a:pt x="2940230" y="682695"/>
                  <a:pt x="2948788" y="679412"/>
                </a:cubicBezTo>
                <a:cubicBezTo>
                  <a:pt x="2966574" y="672586"/>
                  <a:pt x="2986037" y="689518"/>
                  <a:pt x="2977075" y="704020"/>
                </a:cubicBezTo>
                <a:cubicBezTo>
                  <a:pt x="2967728" y="719143"/>
                  <a:pt x="2946142" y="716667"/>
                  <a:pt x="2939642" y="699726"/>
                </a:cubicBezTo>
                <a:close/>
                <a:moveTo>
                  <a:pt x="685991" y="690332"/>
                </a:moveTo>
                <a:cubicBezTo>
                  <a:pt x="692617" y="682347"/>
                  <a:pt x="700001" y="677776"/>
                  <a:pt x="702398" y="680173"/>
                </a:cubicBezTo>
                <a:cubicBezTo>
                  <a:pt x="709004" y="686779"/>
                  <a:pt x="695583" y="704850"/>
                  <a:pt x="684071" y="704850"/>
                </a:cubicBezTo>
                <a:cubicBezTo>
                  <a:pt x="677755" y="704850"/>
                  <a:pt x="678478" y="699384"/>
                  <a:pt x="685991" y="690332"/>
                </a:cubicBezTo>
                <a:close/>
                <a:moveTo>
                  <a:pt x="1009955" y="686370"/>
                </a:moveTo>
                <a:cubicBezTo>
                  <a:pt x="988410" y="646114"/>
                  <a:pt x="1037614" y="607771"/>
                  <a:pt x="1066364" y="642413"/>
                </a:cubicBezTo>
                <a:cubicBezTo>
                  <a:pt x="1072647" y="649982"/>
                  <a:pt x="1076386" y="666056"/>
                  <a:pt x="1074674" y="678131"/>
                </a:cubicBezTo>
                <a:cubicBezTo>
                  <a:pt x="1070386" y="708384"/>
                  <a:pt x="1024840" y="714182"/>
                  <a:pt x="1009955" y="686370"/>
                </a:cubicBezTo>
                <a:close/>
                <a:moveTo>
                  <a:pt x="1965769" y="691018"/>
                </a:moveTo>
                <a:cubicBezTo>
                  <a:pt x="1959134" y="673727"/>
                  <a:pt x="1968771" y="657225"/>
                  <a:pt x="1985505" y="657225"/>
                </a:cubicBezTo>
                <a:cubicBezTo>
                  <a:pt x="2000075" y="657225"/>
                  <a:pt x="2008913" y="675462"/>
                  <a:pt x="2002815" y="692943"/>
                </a:cubicBezTo>
                <a:cubicBezTo>
                  <a:pt x="1997124" y="709259"/>
                  <a:pt x="1972273" y="707968"/>
                  <a:pt x="1965769" y="691018"/>
                </a:cubicBezTo>
                <a:close/>
                <a:moveTo>
                  <a:pt x="2505518" y="681572"/>
                </a:moveTo>
                <a:cubicBezTo>
                  <a:pt x="2492472" y="665852"/>
                  <a:pt x="2499647" y="647700"/>
                  <a:pt x="2518905" y="647700"/>
                </a:cubicBezTo>
                <a:cubicBezTo>
                  <a:pt x="2537103" y="647700"/>
                  <a:pt x="2544305" y="673003"/>
                  <a:pt x="2529585" y="685221"/>
                </a:cubicBezTo>
                <a:cubicBezTo>
                  <a:pt x="2520425" y="692823"/>
                  <a:pt x="2514054" y="691857"/>
                  <a:pt x="2505518" y="681572"/>
                </a:cubicBezTo>
                <a:close/>
                <a:moveTo>
                  <a:pt x="1533525" y="671512"/>
                </a:moveTo>
                <a:cubicBezTo>
                  <a:pt x="1533525" y="662781"/>
                  <a:pt x="1538132" y="657173"/>
                  <a:pt x="1543764" y="659050"/>
                </a:cubicBezTo>
                <a:cubicBezTo>
                  <a:pt x="1549396" y="660927"/>
                  <a:pt x="1554003" y="666535"/>
                  <a:pt x="1554003" y="671512"/>
                </a:cubicBezTo>
                <a:cubicBezTo>
                  <a:pt x="1554003" y="676489"/>
                  <a:pt x="1549396" y="682097"/>
                  <a:pt x="1543764" y="683974"/>
                </a:cubicBezTo>
                <a:cubicBezTo>
                  <a:pt x="1538132" y="685851"/>
                  <a:pt x="1533525" y="680243"/>
                  <a:pt x="1533525" y="671512"/>
                </a:cubicBezTo>
                <a:close/>
                <a:moveTo>
                  <a:pt x="1619135" y="647485"/>
                </a:moveTo>
                <a:cubicBezTo>
                  <a:pt x="1610306" y="630989"/>
                  <a:pt x="1611328" y="623615"/>
                  <a:pt x="1624452" y="609114"/>
                </a:cubicBezTo>
                <a:cubicBezTo>
                  <a:pt x="1647400" y="583756"/>
                  <a:pt x="1678704" y="600815"/>
                  <a:pt x="1674589" y="636434"/>
                </a:cubicBezTo>
                <a:cubicBezTo>
                  <a:pt x="1670732" y="669820"/>
                  <a:pt x="1634909" y="676959"/>
                  <a:pt x="1619135" y="647485"/>
                </a:cubicBezTo>
                <a:close/>
                <a:moveTo>
                  <a:pt x="3073399" y="660400"/>
                </a:moveTo>
                <a:cubicBezTo>
                  <a:pt x="3062179" y="649179"/>
                  <a:pt x="3066623" y="612286"/>
                  <a:pt x="3080591" y="600694"/>
                </a:cubicBezTo>
                <a:cubicBezTo>
                  <a:pt x="3097377" y="586762"/>
                  <a:pt x="3133725" y="606150"/>
                  <a:pt x="3133725" y="629036"/>
                </a:cubicBezTo>
                <a:cubicBezTo>
                  <a:pt x="3133725" y="657538"/>
                  <a:pt x="3092152" y="679152"/>
                  <a:pt x="3073399" y="660400"/>
                </a:cubicBezTo>
                <a:close/>
                <a:moveTo>
                  <a:pt x="1835408" y="651133"/>
                </a:moveTo>
                <a:cubicBezTo>
                  <a:pt x="1827799" y="643524"/>
                  <a:pt x="1836401" y="628650"/>
                  <a:pt x="1848412" y="628650"/>
                </a:cubicBezTo>
                <a:cubicBezTo>
                  <a:pt x="1853341" y="628650"/>
                  <a:pt x="1857375" y="635079"/>
                  <a:pt x="1857375" y="642937"/>
                </a:cubicBezTo>
                <a:cubicBezTo>
                  <a:pt x="1857375" y="657667"/>
                  <a:pt x="1846135" y="661860"/>
                  <a:pt x="1835408" y="651133"/>
                </a:cubicBezTo>
                <a:close/>
                <a:moveTo>
                  <a:pt x="773635" y="630156"/>
                </a:moveTo>
                <a:cubicBezTo>
                  <a:pt x="764855" y="624583"/>
                  <a:pt x="768518" y="619212"/>
                  <a:pt x="786773" y="610895"/>
                </a:cubicBezTo>
                <a:cubicBezTo>
                  <a:pt x="816464" y="597367"/>
                  <a:pt x="826857" y="603123"/>
                  <a:pt x="809816" y="623657"/>
                </a:cubicBezTo>
                <a:cubicBezTo>
                  <a:pt x="796151" y="640121"/>
                  <a:pt x="790842" y="641075"/>
                  <a:pt x="773635" y="630156"/>
                </a:cubicBezTo>
                <a:close/>
                <a:moveTo>
                  <a:pt x="1249680" y="626745"/>
                </a:moveTo>
                <a:cubicBezTo>
                  <a:pt x="1224264" y="601329"/>
                  <a:pt x="1253804" y="558361"/>
                  <a:pt x="1281112" y="581025"/>
                </a:cubicBezTo>
                <a:cubicBezTo>
                  <a:pt x="1299824" y="596554"/>
                  <a:pt x="1299391" y="625080"/>
                  <a:pt x="1280333" y="632393"/>
                </a:cubicBezTo>
                <a:cubicBezTo>
                  <a:pt x="1261150" y="639754"/>
                  <a:pt x="1263037" y="640102"/>
                  <a:pt x="1249680" y="626745"/>
                </a:cubicBezTo>
                <a:close/>
                <a:moveTo>
                  <a:pt x="2083493" y="627450"/>
                </a:moveTo>
                <a:cubicBezTo>
                  <a:pt x="2063657" y="616350"/>
                  <a:pt x="2061832" y="587584"/>
                  <a:pt x="2080005" y="572501"/>
                </a:cubicBezTo>
                <a:cubicBezTo>
                  <a:pt x="2098820" y="556886"/>
                  <a:pt x="2124075" y="569873"/>
                  <a:pt x="2124075" y="595165"/>
                </a:cubicBezTo>
                <a:cubicBezTo>
                  <a:pt x="2124075" y="624142"/>
                  <a:pt x="2104875" y="639416"/>
                  <a:pt x="2083493" y="627450"/>
                </a:cubicBezTo>
                <a:close/>
                <a:moveTo>
                  <a:pt x="2791826" y="625094"/>
                </a:moveTo>
                <a:cubicBezTo>
                  <a:pt x="2775958" y="605973"/>
                  <a:pt x="2789487" y="579478"/>
                  <a:pt x="2813371" y="582902"/>
                </a:cubicBezTo>
                <a:cubicBezTo>
                  <a:pt x="2836759" y="586255"/>
                  <a:pt x="2846272" y="617835"/>
                  <a:pt x="2827480" y="629744"/>
                </a:cubicBezTo>
                <a:cubicBezTo>
                  <a:pt x="2809825" y="640932"/>
                  <a:pt x="2804382" y="640223"/>
                  <a:pt x="2791826" y="625094"/>
                </a:cubicBezTo>
                <a:close/>
                <a:moveTo>
                  <a:pt x="1115869" y="601160"/>
                </a:moveTo>
                <a:cubicBezTo>
                  <a:pt x="1097037" y="589239"/>
                  <a:pt x="1106492" y="557212"/>
                  <a:pt x="1128842" y="557212"/>
                </a:cubicBezTo>
                <a:cubicBezTo>
                  <a:pt x="1142499" y="557212"/>
                  <a:pt x="1147762" y="563615"/>
                  <a:pt x="1147762" y="580231"/>
                </a:cubicBezTo>
                <a:cubicBezTo>
                  <a:pt x="1147762" y="605635"/>
                  <a:pt x="1135573" y="613633"/>
                  <a:pt x="1115869" y="601160"/>
                </a:cubicBezTo>
                <a:close/>
                <a:moveTo>
                  <a:pt x="1498074" y="598914"/>
                </a:moveTo>
                <a:cubicBezTo>
                  <a:pt x="1483510" y="584350"/>
                  <a:pt x="1493582" y="561975"/>
                  <a:pt x="1514700" y="561975"/>
                </a:cubicBezTo>
                <a:cubicBezTo>
                  <a:pt x="1533221" y="561975"/>
                  <a:pt x="1542957" y="578406"/>
                  <a:pt x="1535865" y="597693"/>
                </a:cubicBezTo>
                <a:cubicBezTo>
                  <a:pt x="1530425" y="612484"/>
                  <a:pt x="1512232" y="613072"/>
                  <a:pt x="1498074" y="598914"/>
                </a:cubicBezTo>
                <a:close/>
                <a:moveTo>
                  <a:pt x="2339975" y="603250"/>
                </a:moveTo>
                <a:cubicBezTo>
                  <a:pt x="2329974" y="593249"/>
                  <a:pt x="2332561" y="563756"/>
                  <a:pt x="2344064" y="556647"/>
                </a:cubicBezTo>
                <a:cubicBezTo>
                  <a:pt x="2362647" y="545162"/>
                  <a:pt x="2386454" y="577564"/>
                  <a:pt x="2372121" y="594834"/>
                </a:cubicBezTo>
                <a:cubicBezTo>
                  <a:pt x="2358842" y="610834"/>
                  <a:pt x="2349900" y="613175"/>
                  <a:pt x="2339975" y="603250"/>
                </a:cubicBezTo>
                <a:close/>
                <a:moveTo>
                  <a:pt x="1889418" y="585851"/>
                </a:moveTo>
                <a:cubicBezTo>
                  <a:pt x="1886119" y="577253"/>
                  <a:pt x="1887987" y="565652"/>
                  <a:pt x="1893570" y="560070"/>
                </a:cubicBezTo>
                <a:cubicBezTo>
                  <a:pt x="1908082" y="545557"/>
                  <a:pt x="1935579" y="558821"/>
                  <a:pt x="1931788" y="578505"/>
                </a:cubicBezTo>
                <a:cubicBezTo>
                  <a:pt x="1927565" y="600430"/>
                  <a:pt x="1897044" y="605722"/>
                  <a:pt x="1889418" y="585851"/>
                </a:cubicBezTo>
                <a:close/>
                <a:moveTo>
                  <a:pt x="2613773" y="587035"/>
                </a:moveTo>
                <a:cubicBezTo>
                  <a:pt x="2606624" y="568405"/>
                  <a:pt x="2616364" y="552450"/>
                  <a:pt x="2634887" y="552450"/>
                </a:cubicBezTo>
                <a:cubicBezTo>
                  <a:pt x="2644238" y="552450"/>
                  <a:pt x="2648209" y="559690"/>
                  <a:pt x="2646231" y="573135"/>
                </a:cubicBezTo>
                <a:cubicBezTo>
                  <a:pt x="2642535" y="598252"/>
                  <a:pt x="2621529" y="607248"/>
                  <a:pt x="2613773" y="587035"/>
                </a:cubicBezTo>
                <a:close/>
                <a:moveTo>
                  <a:pt x="2921793" y="578643"/>
                </a:moveTo>
                <a:lnTo>
                  <a:pt x="2900362" y="557212"/>
                </a:lnTo>
                <a:lnTo>
                  <a:pt x="2931113" y="554243"/>
                </a:lnTo>
                <a:cubicBezTo>
                  <a:pt x="2976619" y="549848"/>
                  <a:pt x="2997440" y="563549"/>
                  <a:pt x="2976729" y="584259"/>
                </a:cubicBezTo>
                <a:cubicBezTo>
                  <a:pt x="2955877" y="605111"/>
                  <a:pt x="2947394" y="604244"/>
                  <a:pt x="2921793" y="578643"/>
                </a:cubicBezTo>
                <a:close/>
                <a:moveTo>
                  <a:pt x="977784" y="576665"/>
                </a:moveTo>
                <a:cubicBezTo>
                  <a:pt x="973834" y="566369"/>
                  <a:pt x="977994" y="561975"/>
                  <a:pt x="991692" y="561975"/>
                </a:cubicBezTo>
                <a:cubicBezTo>
                  <a:pt x="1002546" y="561975"/>
                  <a:pt x="1009560" y="567004"/>
                  <a:pt x="1007467" y="573285"/>
                </a:cubicBezTo>
                <a:cubicBezTo>
                  <a:pt x="1001588" y="590922"/>
                  <a:pt x="984023" y="592922"/>
                  <a:pt x="977784" y="576665"/>
                </a:cubicBezTo>
                <a:close/>
                <a:moveTo>
                  <a:pt x="2178379" y="584529"/>
                </a:moveTo>
                <a:cubicBezTo>
                  <a:pt x="2163412" y="569562"/>
                  <a:pt x="2172925" y="552450"/>
                  <a:pt x="2196210" y="552450"/>
                </a:cubicBezTo>
                <a:cubicBezTo>
                  <a:pt x="2214365" y="552450"/>
                  <a:pt x="2219894" y="556744"/>
                  <a:pt x="2217532" y="569009"/>
                </a:cubicBezTo>
                <a:cubicBezTo>
                  <a:pt x="2214193" y="586348"/>
                  <a:pt x="2189848" y="595998"/>
                  <a:pt x="2178379" y="584529"/>
                </a:cubicBezTo>
                <a:close/>
                <a:moveTo>
                  <a:pt x="2468880" y="579120"/>
                </a:moveTo>
                <a:cubicBezTo>
                  <a:pt x="2449188" y="559428"/>
                  <a:pt x="2456167" y="552450"/>
                  <a:pt x="2495550" y="552450"/>
                </a:cubicBezTo>
                <a:cubicBezTo>
                  <a:pt x="2516505" y="552450"/>
                  <a:pt x="2533650" y="555879"/>
                  <a:pt x="2533650" y="560070"/>
                </a:cubicBezTo>
                <a:cubicBezTo>
                  <a:pt x="2533650" y="572935"/>
                  <a:pt x="2511632" y="590550"/>
                  <a:pt x="2495550" y="590550"/>
                </a:cubicBezTo>
                <a:cubicBezTo>
                  <a:pt x="2487168" y="590550"/>
                  <a:pt x="2475166" y="585406"/>
                  <a:pt x="2468880" y="579120"/>
                </a:cubicBezTo>
                <a:close/>
                <a:moveTo>
                  <a:pt x="1733550" y="561975"/>
                </a:moveTo>
                <a:cubicBezTo>
                  <a:pt x="1733550" y="556736"/>
                  <a:pt x="1742375" y="552450"/>
                  <a:pt x="1753162" y="552450"/>
                </a:cubicBezTo>
                <a:cubicBezTo>
                  <a:pt x="1763948" y="552450"/>
                  <a:pt x="1770125" y="556736"/>
                  <a:pt x="1766887" y="561975"/>
                </a:cubicBezTo>
                <a:cubicBezTo>
                  <a:pt x="1763649" y="567213"/>
                  <a:pt x="1754824" y="571500"/>
                  <a:pt x="1747275" y="571500"/>
                </a:cubicBezTo>
                <a:cubicBezTo>
                  <a:pt x="1739726" y="571500"/>
                  <a:pt x="1733550" y="567213"/>
                  <a:pt x="1733550" y="561975"/>
                </a:cubicBezTo>
                <a:close/>
              </a:path>
            </a:pathLst>
          </a:custGeom>
          <a:solidFill>
            <a:srgbClr val="181716">
              <a:alpha val="50000"/>
            </a:srgbClr>
          </a:solidFill>
          <a:ln>
            <a:noFill/>
          </a:ln>
        </p:spPr>
      </p:sp>
      <p:pic>
        <p:nvPicPr>
          <p:cNvPr id="5" name="mug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4038600" y="6472238"/>
            <a:ext cx="4495800" cy="4200525"/>
          </a:xfrm>
          <a:prstGeom prst="rect">
            <a:avLst/>
          </a:prstGeom>
        </p:spPr>
      </p:pic>
      <p:sp>
        <p:nvSpPr>
          <p:cNvPr id="6" name="mug pattern"/>
          <p:cNvSpPr/>
          <p:nvPr/>
        </p:nvSpPr>
        <p:spPr>
          <a:xfrm rot="-240000">
            <a:off x="4038600" y="6472237"/>
            <a:ext cx="4495800" cy="4200525"/>
          </a:xfrm>
          <a:custGeom>
            <a:avLst/>
            <a:gdLst/>
            <a:ahLst/>
            <a:cxnLst/>
            <a:rect l="0" t="0" r="r" b="b"/>
            <a:pathLst>
              <a:path w="4495800" h="4200525">
                <a:moveTo>
                  <a:pt x="1143000" y="3564579"/>
                </a:moveTo>
                <a:cubicBezTo>
                  <a:pt x="1029997" y="3547211"/>
                  <a:pt x="873696" y="3448199"/>
                  <a:pt x="852158" y="3380339"/>
                </a:cubicBezTo>
                <a:cubicBezTo>
                  <a:pt x="843997" y="3354626"/>
                  <a:pt x="843702" y="3354772"/>
                  <a:pt x="909637" y="3351955"/>
                </a:cubicBezTo>
                <a:cubicBezTo>
                  <a:pt x="941070" y="3350612"/>
                  <a:pt x="969316" y="3345752"/>
                  <a:pt x="972407" y="3341154"/>
                </a:cubicBezTo>
                <a:cubicBezTo>
                  <a:pt x="979428" y="3330711"/>
                  <a:pt x="988360" y="3330774"/>
                  <a:pt x="1128712" y="3342262"/>
                </a:cubicBezTo>
                <a:cubicBezTo>
                  <a:pt x="1191577" y="3347408"/>
                  <a:pt x="1260157" y="3349289"/>
                  <a:pt x="1281112" y="3346442"/>
                </a:cubicBezTo>
                <a:cubicBezTo>
                  <a:pt x="1302067" y="3343596"/>
                  <a:pt x="1400651" y="3339579"/>
                  <a:pt x="1500187" y="3337517"/>
                </a:cubicBezTo>
                <a:cubicBezTo>
                  <a:pt x="1599723" y="3335455"/>
                  <a:pt x="1801177" y="3329012"/>
                  <a:pt x="1947862" y="3323199"/>
                </a:cubicBezTo>
                <a:cubicBezTo>
                  <a:pt x="2149746" y="3315199"/>
                  <a:pt x="2235396" y="3315350"/>
                  <a:pt x="2300287" y="3323818"/>
                </a:cubicBezTo>
                <a:cubicBezTo>
                  <a:pt x="2446856" y="3342945"/>
                  <a:pt x="2507204" y="3345155"/>
                  <a:pt x="2600029" y="3334791"/>
                </a:cubicBezTo>
                <a:cubicBezTo>
                  <a:pt x="2649387" y="3329280"/>
                  <a:pt x="2691598" y="3326598"/>
                  <a:pt x="2693830" y="3328830"/>
                </a:cubicBezTo>
                <a:cubicBezTo>
                  <a:pt x="2702432" y="3337432"/>
                  <a:pt x="2646285" y="3419459"/>
                  <a:pt x="2613036" y="3446866"/>
                </a:cubicBezTo>
                <a:cubicBezTo>
                  <a:pt x="2507037" y="3534239"/>
                  <a:pt x="2399453" y="3558045"/>
                  <a:pt x="2185987" y="3541362"/>
                </a:cubicBezTo>
                <a:cubicBezTo>
                  <a:pt x="1977428" y="3525063"/>
                  <a:pt x="1698188" y="3523027"/>
                  <a:pt x="1641375" y="3537391"/>
                </a:cubicBezTo>
                <a:cubicBezTo>
                  <a:pt x="1557685" y="3558550"/>
                  <a:pt x="1222681" y="3576826"/>
                  <a:pt x="1143000" y="3564579"/>
                </a:cubicBezTo>
                <a:close/>
                <a:moveTo>
                  <a:pt x="1266825" y="3543300"/>
                </a:moveTo>
                <a:cubicBezTo>
                  <a:pt x="1266825" y="3537635"/>
                  <a:pt x="1236903" y="3534404"/>
                  <a:pt x="1193006" y="3535327"/>
                </a:cubicBezTo>
                <a:cubicBezTo>
                  <a:pt x="1119404" y="3536875"/>
                  <a:pt x="1119341" y="3536898"/>
                  <a:pt x="1171575" y="3543300"/>
                </a:cubicBezTo>
                <a:cubicBezTo>
                  <a:pt x="1254357" y="3553444"/>
                  <a:pt x="1266825" y="3553444"/>
                  <a:pt x="1266825" y="3543300"/>
                </a:cubicBezTo>
                <a:close/>
                <a:moveTo>
                  <a:pt x="1326537" y="3537052"/>
                </a:moveTo>
                <a:cubicBezTo>
                  <a:pt x="1320088" y="3534443"/>
                  <a:pt x="1307230" y="3534284"/>
                  <a:pt x="1297962" y="3536699"/>
                </a:cubicBezTo>
                <a:cubicBezTo>
                  <a:pt x="1288695" y="3539114"/>
                  <a:pt x="1293971" y="3541248"/>
                  <a:pt x="1309687" y="3541443"/>
                </a:cubicBezTo>
                <a:cubicBezTo>
                  <a:pt x="1325403" y="3541637"/>
                  <a:pt x="1332986" y="3539661"/>
                  <a:pt x="1326537" y="3537052"/>
                </a:cubicBezTo>
                <a:close/>
                <a:moveTo>
                  <a:pt x="928687" y="3333750"/>
                </a:moveTo>
                <a:cubicBezTo>
                  <a:pt x="931925" y="3328511"/>
                  <a:pt x="941003" y="3324225"/>
                  <a:pt x="948861" y="3324225"/>
                </a:cubicBezTo>
                <a:cubicBezTo>
                  <a:pt x="956719" y="3324225"/>
                  <a:pt x="960500" y="3328511"/>
                  <a:pt x="957262" y="3333750"/>
                </a:cubicBezTo>
                <a:cubicBezTo>
                  <a:pt x="954024" y="3338988"/>
                  <a:pt x="944946" y="3343275"/>
                  <a:pt x="937088" y="3343275"/>
                </a:cubicBezTo>
                <a:cubicBezTo>
                  <a:pt x="929230" y="3343275"/>
                  <a:pt x="925449" y="3338988"/>
                  <a:pt x="928687" y="3333750"/>
                </a:cubicBezTo>
                <a:close/>
                <a:moveTo>
                  <a:pt x="1148849" y="3203074"/>
                </a:moveTo>
                <a:cubicBezTo>
                  <a:pt x="1145171" y="3199396"/>
                  <a:pt x="1065199" y="3197674"/>
                  <a:pt x="971131" y="3199245"/>
                </a:cubicBezTo>
                <a:cubicBezTo>
                  <a:pt x="877064" y="3200817"/>
                  <a:pt x="800029" y="3200648"/>
                  <a:pt x="799943" y="3198870"/>
                </a:cubicBezTo>
                <a:cubicBezTo>
                  <a:pt x="799857" y="3197092"/>
                  <a:pt x="791962" y="3152482"/>
                  <a:pt x="782399" y="3099736"/>
                </a:cubicBezTo>
                <a:lnTo>
                  <a:pt x="765012" y="3003835"/>
                </a:lnTo>
                <a:lnTo>
                  <a:pt x="861137" y="3004082"/>
                </a:lnTo>
                <a:cubicBezTo>
                  <a:pt x="994467" y="3004424"/>
                  <a:pt x="1255427" y="2992407"/>
                  <a:pt x="1352550" y="2981453"/>
                </a:cubicBezTo>
                <a:cubicBezTo>
                  <a:pt x="1521378" y="2962412"/>
                  <a:pt x="1789384" y="2950582"/>
                  <a:pt x="1909497" y="2956869"/>
                </a:cubicBezTo>
                <a:cubicBezTo>
                  <a:pt x="1977746" y="2960442"/>
                  <a:pt x="2196465" y="2965111"/>
                  <a:pt x="2395537" y="2967245"/>
                </a:cubicBezTo>
                <a:cubicBezTo>
                  <a:pt x="2775831" y="2971321"/>
                  <a:pt x="2800431" y="2972343"/>
                  <a:pt x="2914084" y="2988790"/>
                </a:cubicBezTo>
                <a:cubicBezTo>
                  <a:pt x="2953064" y="2994431"/>
                  <a:pt x="3005570" y="2996605"/>
                  <a:pt x="3030765" y="2993621"/>
                </a:cubicBezTo>
                <a:cubicBezTo>
                  <a:pt x="3057466" y="2990459"/>
                  <a:pt x="3076575" y="2992012"/>
                  <a:pt x="3076575" y="2997345"/>
                </a:cubicBezTo>
                <a:cubicBezTo>
                  <a:pt x="3076575" y="3008430"/>
                  <a:pt x="2873119" y="3057525"/>
                  <a:pt x="2827181" y="3057525"/>
                </a:cubicBezTo>
                <a:cubicBezTo>
                  <a:pt x="2780805" y="3057525"/>
                  <a:pt x="2759370" y="3077283"/>
                  <a:pt x="2748092" y="3130429"/>
                </a:cubicBezTo>
                <a:lnTo>
                  <a:pt x="2738296" y="3176587"/>
                </a:lnTo>
                <a:lnTo>
                  <a:pt x="2685105" y="3177964"/>
                </a:lnTo>
                <a:cubicBezTo>
                  <a:pt x="2655851" y="3178721"/>
                  <a:pt x="2593732" y="3183925"/>
                  <a:pt x="2547064" y="3189527"/>
                </a:cubicBezTo>
                <a:cubicBezTo>
                  <a:pt x="2500395" y="3195130"/>
                  <a:pt x="2436495" y="3198010"/>
                  <a:pt x="2405062" y="3195928"/>
                </a:cubicBezTo>
                <a:cubicBezTo>
                  <a:pt x="2373630" y="3193847"/>
                  <a:pt x="2231437" y="3188611"/>
                  <a:pt x="2089078" y="3184294"/>
                </a:cubicBezTo>
                <a:cubicBezTo>
                  <a:pt x="1946719" y="3179976"/>
                  <a:pt x="1827061" y="3173261"/>
                  <a:pt x="1823172" y="3169372"/>
                </a:cubicBezTo>
                <a:cubicBezTo>
                  <a:pt x="1819282" y="3165482"/>
                  <a:pt x="1824315" y="3161869"/>
                  <a:pt x="1834356" y="3161343"/>
                </a:cubicBezTo>
                <a:cubicBezTo>
                  <a:pt x="1844397" y="3160816"/>
                  <a:pt x="1835467" y="3156209"/>
                  <a:pt x="1814512" y="3151104"/>
                </a:cubicBezTo>
                <a:cubicBezTo>
                  <a:pt x="1768531" y="3139901"/>
                  <a:pt x="1524252" y="3156059"/>
                  <a:pt x="1362075" y="3181030"/>
                </a:cubicBezTo>
                <a:cubicBezTo>
                  <a:pt x="1301829" y="3190306"/>
                  <a:pt x="1236405" y="3195840"/>
                  <a:pt x="1216687" y="3193328"/>
                </a:cubicBezTo>
                <a:cubicBezTo>
                  <a:pt x="1196970" y="3190815"/>
                  <a:pt x="1175144" y="3193485"/>
                  <a:pt x="1168186" y="3199259"/>
                </a:cubicBezTo>
                <a:cubicBezTo>
                  <a:pt x="1161227" y="3205034"/>
                  <a:pt x="1152526" y="3206751"/>
                  <a:pt x="1148849" y="3203074"/>
                </a:cubicBezTo>
                <a:close/>
                <a:moveTo>
                  <a:pt x="1428750" y="3191027"/>
                </a:moveTo>
                <a:cubicBezTo>
                  <a:pt x="1418396" y="3184225"/>
                  <a:pt x="1428885" y="3181376"/>
                  <a:pt x="1466850" y="3180677"/>
                </a:cubicBezTo>
                <a:cubicBezTo>
                  <a:pt x="1495663" y="3180147"/>
                  <a:pt x="1533275" y="3178687"/>
                  <a:pt x="1550434" y="3177433"/>
                </a:cubicBezTo>
                <a:cubicBezTo>
                  <a:pt x="1567592" y="3176179"/>
                  <a:pt x="1578307" y="3178458"/>
                  <a:pt x="1574246" y="3182496"/>
                </a:cubicBezTo>
                <a:cubicBezTo>
                  <a:pt x="1562291" y="3194384"/>
                  <a:pt x="1444384" y="3201297"/>
                  <a:pt x="1428750" y="3191027"/>
                </a:cubicBezTo>
                <a:close/>
                <a:moveTo>
                  <a:pt x="3081337" y="2856449"/>
                </a:moveTo>
                <a:cubicBezTo>
                  <a:pt x="3039427" y="2852032"/>
                  <a:pt x="2968218" y="2844032"/>
                  <a:pt x="2923095" y="2838671"/>
                </a:cubicBezTo>
                <a:cubicBezTo>
                  <a:pt x="2877972" y="2833310"/>
                  <a:pt x="2806411" y="2828925"/>
                  <a:pt x="2764070" y="2828925"/>
                </a:cubicBezTo>
                <a:cubicBezTo>
                  <a:pt x="2721729" y="2828925"/>
                  <a:pt x="2632204" y="2823840"/>
                  <a:pt x="2565125" y="2817625"/>
                </a:cubicBezTo>
                <a:cubicBezTo>
                  <a:pt x="2498045" y="2811410"/>
                  <a:pt x="2432446" y="2806468"/>
                  <a:pt x="2419350" y="2806643"/>
                </a:cubicBezTo>
                <a:cubicBezTo>
                  <a:pt x="2360407" y="2807432"/>
                  <a:pt x="2224882" y="2818937"/>
                  <a:pt x="2156139" y="2828989"/>
                </a:cubicBezTo>
                <a:cubicBezTo>
                  <a:pt x="2114711" y="2835046"/>
                  <a:pt x="2055188" y="2837884"/>
                  <a:pt x="2023864" y="2835294"/>
                </a:cubicBezTo>
                <a:cubicBezTo>
                  <a:pt x="1992540" y="2832704"/>
                  <a:pt x="1907789" y="2825542"/>
                  <a:pt x="1835527" y="2819379"/>
                </a:cubicBezTo>
                <a:cubicBezTo>
                  <a:pt x="1737525" y="2811021"/>
                  <a:pt x="1692753" y="2810897"/>
                  <a:pt x="1659315" y="2818890"/>
                </a:cubicBezTo>
                <a:cubicBezTo>
                  <a:pt x="1634659" y="2824783"/>
                  <a:pt x="1520190" y="2831297"/>
                  <a:pt x="1404937" y="2833366"/>
                </a:cubicBezTo>
                <a:cubicBezTo>
                  <a:pt x="1289685" y="2835434"/>
                  <a:pt x="1167526" y="2841624"/>
                  <a:pt x="1133475" y="2847121"/>
                </a:cubicBezTo>
                <a:cubicBezTo>
                  <a:pt x="1099423" y="2852619"/>
                  <a:pt x="998101" y="2857203"/>
                  <a:pt x="908316" y="2857308"/>
                </a:cubicBezTo>
                <a:lnTo>
                  <a:pt x="745070" y="2857500"/>
                </a:lnTo>
                <a:lnTo>
                  <a:pt x="739539" y="2826543"/>
                </a:lnTo>
                <a:cubicBezTo>
                  <a:pt x="729504" y="2770372"/>
                  <a:pt x="713483" y="2626616"/>
                  <a:pt x="716880" y="2623219"/>
                </a:cubicBezTo>
                <a:cubicBezTo>
                  <a:pt x="718713" y="2621386"/>
                  <a:pt x="754261" y="2623739"/>
                  <a:pt x="795875" y="2628448"/>
                </a:cubicBezTo>
                <a:cubicBezTo>
                  <a:pt x="837489" y="2633157"/>
                  <a:pt x="905827" y="2635127"/>
                  <a:pt x="947737" y="2632827"/>
                </a:cubicBezTo>
                <a:cubicBezTo>
                  <a:pt x="1138615" y="2622350"/>
                  <a:pt x="1228973" y="2622756"/>
                  <a:pt x="1297306" y="2634398"/>
                </a:cubicBezTo>
                <a:cubicBezTo>
                  <a:pt x="1343235" y="2642222"/>
                  <a:pt x="1381272" y="2643846"/>
                  <a:pt x="1399068" y="2638742"/>
                </a:cubicBezTo>
                <a:cubicBezTo>
                  <a:pt x="1431113" y="2629551"/>
                  <a:pt x="1545107" y="2637113"/>
                  <a:pt x="1552886" y="2648945"/>
                </a:cubicBezTo>
                <a:cubicBezTo>
                  <a:pt x="1565404" y="2667986"/>
                  <a:pt x="2057927" y="2659605"/>
                  <a:pt x="2244558" y="2637175"/>
                </a:cubicBezTo>
                <a:cubicBezTo>
                  <a:pt x="2333341" y="2626505"/>
                  <a:pt x="2408207" y="2624840"/>
                  <a:pt x="2684743" y="2627381"/>
                </a:cubicBezTo>
                <a:lnTo>
                  <a:pt x="2840598" y="2628813"/>
                </a:lnTo>
                <a:lnTo>
                  <a:pt x="2873193" y="2657431"/>
                </a:lnTo>
                <a:cubicBezTo>
                  <a:pt x="2904130" y="2684594"/>
                  <a:pt x="2910009" y="2686041"/>
                  <a:pt x="2988800" y="2685884"/>
                </a:cubicBezTo>
                <a:cubicBezTo>
                  <a:pt x="3034456" y="2685793"/>
                  <a:pt x="3101816" y="2678518"/>
                  <a:pt x="3138487" y="2669718"/>
                </a:cubicBezTo>
                <a:cubicBezTo>
                  <a:pt x="3209362" y="2652709"/>
                  <a:pt x="3304682" y="2648825"/>
                  <a:pt x="3342086" y="2661421"/>
                </a:cubicBezTo>
                <a:cubicBezTo>
                  <a:pt x="3357778" y="2666706"/>
                  <a:pt x="3362713" y="2665809"/>
                  <a:pt x="3358193" y="2658495"/>
                </a:cubicBezTo>
                <a:cubicBezTo>
                  <a:pt x="3353647" y="2651140"/>
                  <a:pt x="3373456" y="2647950"/>
                  <a:pt x="3423675" y="2647950"/>
                </a:cubicBezTo>
                <a:cubicBezTo>
                  <a:pt x="3480641" y="2647950"/>
                  <a:pt x="3495675" y="2650870"/>
                  <a:pt x="3495675" y="2661938"/>
                </a:cubicBezTo>
                <a:cubicBezTo>
                  <a:pt x="3495675" y="2670435"/>
                  <a:pt x="3501262" y="2673783"/>
                  <a:pt x="3509907" y="2670465"/>
                </a:cubicBezTo>
                <a:cubicBezTo>
                  <a:pt x="3517735" y="2667461"/>
                  <a:pt x="3522159" y="2661799"/>
                  <a:pt x="3519739" y="2657881"/>
                </a:cubicBezTo>
                <a:cubicBezTo>
                  <a:pt x="3517318" y="2653964"/>
                  <a:pt x="3532428" y="2655322"/>
                  <a:pt x="3553318" y="2660897"/>
                </a:cubicBezTo>
                <a:cubicBezTo>
                  <a:pt x="3580741" y="2668217"/>
                  <a:pt x="3599207" y="2668050"/>
                  <a:pt x="3619750" y="2660295"/>
                </a:cubicBezTo>
                <a:lnTo>
                  <a:pt x="3648203" y="2649556"/>
                </a:lnTo>
                <a:lnTo>
                  <a:pt x="3631470" y="2678105"/>
                </a:lnTo>
                <a:cubicBezTo>
                  <a:pt x="3612452" y="2710553"/>
                  <a:pt x="3545846" y="2769701"/>
                  <a:pt x="3463139" y="2827587"/>
                </a:cubicBezTo>
                <a:lnTo>
                  <a:pt x="3406791" y="2867025"/>
                </a:lnTo>
                <a:lnTo>
                  <a:pt x="3282164" y="2865752"/>
                </a:lnTo>
                <a:cubicBezTo>
                  <a:pt x="3213619" y="2865053"/>
                  <a:pt x="3123247" y="2860866"/>
                  <a:pt x="3081337" y="2856449"/>
                </a:cubicBezTo>
                <a:close/>
                <a:moveTo>
                  <a:pt x="3445779" y="2689030"/>
                </a:moveTo>
                <a:cubicBezTo>
                  <a:pt x="3436673" y="2686646"/>
                  <a:pt x="3419528" y="2686560"/>
                  <a:pt x="3407679" y="2688838"/>
                </a:cubicBezTo>
                <a:cubicBezTo>
                  <a:pt x="3395831" y="2691116"/>
                  <a:pt x="3403282" y="2693067"/>
                  <a:pt x="3424237" y="2693172"/>
                </a:cubicBezTo>
                <a:cubicBezTo>
                  <a:pt x="3445192" y="2693278"/>
                  <a:pt x="3454886" y="2691414"/>
                  <a:pt x="3445779" y="2689030"/>
                </a:cubicBezTo>
                <a:close/>
                <a:moveTo>
                  <a:pt x="3443418" y="2668718"/>
                </a:moveTo>
                <a:cubicBezTo>
                  <a:pt x="3434132" y="2659432"/>
                  <a:pt x="3399509" y="2657040"/>
                  <a:pt x="3385760" y="2664735"/>
                </a:cubicBezTo>
                <a:cubicBezTo>
                  <a:pt x="3377676" y="2669259"/>
                  <a:pt x="3387305" y="2672490"/>
                  <a:pt x="3410697" y="2673103"/>
                </a:cubicBezTo>
                <a:cubicBezTo>
                  <a:pt x="3431655" y="2673653"/>
                  <a:pt x="3446379" y="2671679"/>
                  <a:pt x="3443418" y="2668718"/>
                </a:cubicBezTo>
                <a:close/>
                <a:moveTo>
                  <a:pt x="983637" y="2612774"/>
                </a:moveTo>
                <a:cubicBezTo>
                  <a:pt x="992905" y="2610359"/>
                  <a:pt x="1005763" y="2610518"/>
                  <a:pt x="1012212" y="2613127"/>
                </a:cubicBezTo>
                <a:cubicBezTo>
                  <a:pt x="1018661" y="2615736"/>
                  <a:pt x="1011078" y="2617712"/>
                  <a:pt x="995362" y="2617518"/>
                </a:cubicBezTo>
                <a:cubicBezTo>
                  <a:pt x="979646" y="2617323"/>
                  <a:pt x="974370" y="2615189"/>
                  <a:pt x="983637" y="2612774"/>
                </a:cubicBezTo>
                <a:close/>
                <a:moveTo>
                  <a:pt x="859631" y="2603284"/>
                </a:moveTo>
                <a:cubicBezTo>
                  <a:pt x="868799" y="2600888"/>
                  <a:pt x="883800" y="2600888"/>
                  <a:pt x="892968" y="2603284"/>
                </a:cubicBezTo>
                <a:cubicBezTo>
                  <a:pt x="902136" y="2605679"/>
                  <a:pt x="894635" y="2607640"/>
                  <a:pt x="876300" y="2607640"/>
                </a:cubicBezTo>
                <a:cubicBezTo>
                  <a:pt x="857964" y="2607640"/>
                  <a:pt x="850463" y="2605679"/>
                  <a:pt x="859631" y="2603284"/>
                </a:cubicBezTo>
                <a:close/>
                <a:moveTo>
                  <a:pt x="761484" y="2507351"/>
                </a:moveTo>
                <a:lnTo>
                  <a:pt x="699056" y="2504289"/>
                </a:lnTo>
                <a:lnTo>
                  <a:pt x="687312" y="2398673"/>
                </a:lnTo>
                <a:cubicBezTo>
                  <a:pt x="680853" y="2340583"/>
                  <a:pt x="677850" y="2290774"/>
                  <a:pt x="680638" y="2287986"/>
                </a:cubicBezTo>
                <a:cubicBezTo>
                  <a:pt x="683427" y="2285197"/>
                  <a:pt x="721090" y="2288375"/>
                  <a:pt x="764335" y="2295047"/>
                </a:cubicBezTo>
                <a:cubicBezTo>
                  <a:pt x="807580" y="2301719"/>
                  <a:pt x="886900" y="2305628"/>
                  <a:pt x="940603" y="2303733"/>
                </a:cubicBezTo>
                <a:cubicBezTo>
                  <a:pt x="994305" y="2301838"/>
                  <a:pt x="1038239" y="2302923"/>
                  <a:pt x="1038234" y="2306146"/>
                </a:cubicBezTo>
                <a:cubicBezTo>
                  <a:pt x="1038224" y="2312090"/>
                  <a:pt x="1466574" y="2309440"/>
                  <a:pt x="1836143" y="2301209"/>
                </a:cubicBezTo>
                <a:cubicBezTo>
                  <a:pt x="1961137" y="2298425"/>
                  <a:pt x="2036633" y="2300121"/>
                  <a:pt x="2033225" y="2305636"/>
                </a:cubicBezTo>
                <a:cubicBezTo>
                  <a:pt x="2025910" y="2317471"/>
                  <a:pt x="2041500" y="2317139"/>
                  <a:pt x="2053433" y="2305206"/>
                </a:cubicBezTo>
                <a:cubicBezTo>
                  <a:pt x="2058586" y="2300053"/>
                  <a:pt x="2077660" y="2295120"/>
                  <a:pt x="2095819" y="2294243"/>
                </a:cubicBezTo>
                <a:cubicBezTo>
                  <a:pt x="2155327" y="2291371"/>
                  <a:pt x="2594757" y="2305198"/>
                  <a:pt x="2628900" y="2311017"/>
                </a:cubicBezTo>
                <a:cubicBezTo>
                  <a:pt x="2647235" y="2314142"/>
                  <a:pt x="2710868" y="2316309"/>
                  <a:pt x="2770306" y="2315833"/>
                </a:cubicBezTo>
                <a:lnTo>
                  <a:pt x="2878374" y="2314966"/>
                </a:lnTo>
                <a:lnTo>
                  <a:pt x="2872305" y="2374302"/>
                </a:lnTo>
                <a:cubicBezTo>
                  <a:pt x="2868967" y="2406936"/>
                  <a:pt x="2863805" y="2450235"/>
                  <a:pt x="2860833" y="2470521"/>
                </a:cubicBezTo>
                <a:lnTo>
                  <a:pt x="2855431" y="2507405"/>
                </a:lnTo>
                <a:lnTo>
                  <a:pt x="2730259" y="2499464"/>
                </a:lnTo>
                <a:cubicBezTo>
                  <a:pt x="2621717" y="2492577"/>
                  <a:pt x="2338394" y="2492034"/>
                  <a:pt x="1795462" y="2497670"/>
                </a:cubicBezTo>
                <a:cubicBezTo>
                  <a:pt x="1644193" y="2499241"/>
                  <a:pt x="1435884" y="2492465"/>
                  <a:pt x="1285875" y="2481095"/>
                </a:cubicBezTo>
                <a:cubicBezTo>
                  <a:pt x="1221772" y="2476236"/>
                  <a:pt x="1163447" y="2478635"/>
                  <a:pt x="1085850" y="2489319"/>
                </a:cubicBezTo>
                <a:cubicBezTo>
                  <a:pt x="964796" y="2505988"/>
                  <a:pt x="856469" y="2512010"/>
                  <a:pt x="761484" y="2507351"/>
                </a:cubicBezTo>
                <a:close/>
                <a:moveTo>
                  <a:pt x="3507369" y="2498306"/>
                </a:moveTo>
                <a:lnTo>
                  <a:pt x="3476200" y="2494311"/>
                </a:lnTo>
                <a:lnTo>
                  <a:pt x="3507837" y="2457350"/>
                </a:lnTo>
                <a:cubicBezTo>
                  <a:pt x="3525238" y="2437022"/>
                  <a:pt x="3554265" y="2394565"/>
                  <a:pt x="3572343" y="2363003"/>
                </a:cubicBezTo>
                <a:cubicBezTo>
                  <a:pt x="3607137" y="2302255"/>
                  <a:pt x="3627742" y="2292289"/>
                  <a:pt x="3667544" y="2316956"/>
                </a:cubicBezTo>
                <a:cubicBezTo>
                  <a:pt x="3681332" y="2325501"/>
                  <a:pt x="3688691" y="2325897"/>
                  <a:pt x="3693609" y="2318361"/>
                </a:cubicBezTo>
                <a:cubicBezTo>
                  <a:pt x="3697667" y="2312142"/>
                  <a:pt x="3728662" y="2308258"/>
                  <a:pt x="3769619" y="2308836"/>
                </a:cubicBezTo>
                <a:cubicBezTo>
                  <a:pt x="3858766" y="2310094"/>
                  <a:pt x="3861690" y="2318635"/>
                  <a:pt x="3808175" y="2421461"/>
                </a:cubicBezTo>
                <a:lnTo>
                  <a:pt x="3767137" y="2500312"/>
                </a:lnTo>
                <a:lnTo>
                  <a:pt x="3652837" y="2501306"/>
                </a:lnTo>
                <a:cubicBezTo>
                  <a:pt x="3589972" y="2501853"/>
                  <a:pt x="3524511" y="2500503"/>
                  <a:pt x="3507369" y="2498306"/>
                </a:cubicBezTo>
                <a:close/>
                <a:moveTo>
                  <a:pt x="1936137" y="2336902"/>
                </a:moveTo>
                <a:cubicBezTo>
                  <a:pt x="1929688" y="2334293"/>
                  <a:pt x="1916830" y="2334134"/>
                  <a:pt x="1907562" y="2336549"/>
                </a:cubicBezTo>
                <a:cubicBezTo>
                  <a:pt x="1898295" y="2338964"/>
                  <a:pt x="1903571" y="2341098"/>
                  <a:pt x="1919287" y="2341293"/>
                </a:cubicBezTo>
                <a:cubicBezTo>
                  <a:pt x="1935003" y="2341487"/>
                  <a:pt x="1942586" y="2339511"/>
                  <a:pt x="1936137" y="2336902"/>
                </a:cubicBezTo>
                <a:close/>
                <a:moveTo>
                  <a:pt x="1434172" y="2164422"/>
                </a:moveTo>
                <a:cubicBezTo>
                  <a:pt x="1430629" y="2160879"/>
                  <a:pt x="1298300" y="2157732"/>
                  <a:pt x="1140109" y="2157428"/>
                </a:cubicBezTo>
                <a:cubicBezTo>
                  <a:pt x="903530" y="2156975"/>
                  <a:pt x="673923" y="2143948"/>
                  <a:pt x="660175" y="2130200"/>
                </a:cubicBezTo>
                <a:cubicBezTo>
                  <a:pt x="655710" y="2125735"/>
                  <a:pt x="639434" y="1938665"/>
                  <a:pt x="643184" y="1934915"/>
                </a:cubicBezTo>
                <a:cubicBezTo>
                  <a:pt x="649846" y="1928253"/>
                  <a:pt x="747538" y="1930092"/>
                  <a:pt x="871537" y="1939214"/>
                </a:cubicBezTo>
                <a:cubicBezTo>
                  <a:pt x="934402" y="1943838"/>
                  <a:pt x="1013698" y="1946936"/>
                  <a:pt x="1047750" y="1946099"/>
                </a:cubicBezTo>
                <a:cubicBezTo>
                  <a:pt x="1110795" y="1944548"/>
                  <a:pt x="1581287" y="1945177"/>
                  <a:pt x="1654968" y="1946910"/>
                </a:cubicBezTo>
                <a:cubicBezTo>
                  <a:pt x="1694691" y="1947844"/>
                  <a:pt x="1707102" y="1955860"/>
                  <a:pt x="1683543" y="1965366"/>
                </a:cubicBezTo>
                <a:cubicBezTo>
                  <a:pt x="1676995" y="1968009"/>
                  <a:pt x="1686639" y="1970208"/>
                  <a:pt x="1704975" y="1970253"/>
                </a:cubicBezTo>
                <a:cubicBezTo>
                  <a:pt x="1731955" y="1970320"/>
                  <a:pt x="1734679" y="1968775"/>
                  <a:pt x="1719262" y="1962150"/>
                </a:cubicBezTo>
                <a:cubicBezTo>
                  <a:pt x="1699101" y="1953486"/>
                  <a:pt x="1712033" y="1948689"/>
                  <a:pt x="1746024" y="1952223"/>
                </a:cubicBezTo>
                <a:cubicBezTo>
                  <a:pt x="1755504" y="1953208"/>
                  <a:pt x="1768791" y="1949425"/>
                  <a:pt x="1775550" y="1943815"/>
                </a:cubicBezTo>
                <a:cubicBezTo>
                  <a:pt x="1783451" y="1937257"/>
                  <a:pt x="1802805" y="1936355"/>
                  <a:pt x="1829751" y="1941288"/>
                </a:cubicBezTo>
                <a:cubicBezTo>
                  <a:pt x="1852802" y="1945508"/>
                  <a:pt x="1884521" y="1946337"/>
                  <a:pt x="1900237" y="1943131"/>
                </a:cubicBezTo>
                <a:cubicBezTo>
                  <a:pt x="1944812" y="1934038"/>
                  <a:pt x="2125815" y="1940130"/>
                  <a:pt x="2155651" y="1951727"/>
                </a:cubicBezTo>
                <a:cubicBezTo>
                  <a:pt x="2170398" y="1957459"/>
                  <a:pt x="2206832" y="1961722"/>
                  <a:pt x="2236613" y="1961200"/>
                </a:cubicBezTo>
                <a:cubicBezTo>
                  <a:pt x="2278093" y="1960473"/>
                  <a:pt x="2285191" y="1958466"/>
                  <a:pt x="2266950" y="1952625"/>
                </a:cubicBezTo>
                <a:lnTo>
                  <a:pt x="2243137" y="1944998"/>
                </a:lnTo>
                <a:lnTo>
                  <a:pt x="2266950" y="1943341"/>
                </a:lnTo>
                <a:cubicBezTo>
                  <a:pt x="2280046" y="1942430"/>
                  <a:pt x="2300164" y="1939923"/>
                  <a:pt x="2311655" y="1937771"/>
                </a:cubicBezTo>
                <a:cubicBezTo>
                  <a:pt x="2323146" y="1935619"/>
                  <a:pt x="2338913" y="1940224"/>
                  <a:pt x="2346693" y="1948004"/>
                </a:cubicBezTo>
                <a:cubicBezTo>
                  <a:pt x="2354473" y="1955784"/>
                  <a:pt x="2366503" y="1962084"/>
                  <a:pt x="2373425" y="1962004"/>
                </a:cubicBezTo>
                <a:cubicBezTo>
                  <a:pt x="2382866" y="1961894"/>
                  <a:pt x="2382510" y="1959643"/>
                  <a:pt x="2372000" y="1952997"/>
                </a:cubicBezTo>
                <a:cubicBezTo>
                  <a:pt x="2352272" y="1940520"/>
                  <a:pt x="2366338" y="1930025"/>
                  <a:pt x="2387577" y="1941373"/>
                </a:cubicBezTo>
                <a:cubicBezTo>
                  <a:pt x="2411809" y="1954320"/>
                  <a:pt x="2667199" y="1958678"/>
                  <a:pt x="2804078" y="1948481"/>
                </a:cubicBezTo>
                <a:lnTo>
                  <a:pt x="2917343" y="1940042"/>
                </a:lnTo>
                <a:lnTo>
                  <a:pt x="2911766" y="1972527"/>
                </a:lnTo>
                <a:cubicBezTo>
                  <a:pt x="2908698" y="1990394"/>
                  <a:pt x="2903351" y="2037710"/>
                  <a:pt x="2899883" y="2077675"/>
                </a:cubicBezTo>
                <a:cubicBezTo>
                  <a:pt x="2894224" y="2142891"/>
                  <a:pt x="2891723" y="2149852"/>
                  <a:pt x="2875473" y="2145603"/>
                </a:cubicBezTo>
                <a:cubicBezTo>
                  <a:pt x="2865515" y="2142999"/>
                  <a:pt x="2845610" y="2145602"/>
                  <a:pt x="2831240" y="2151387"/>
                </a:cubicBezTo>
                <a:cubicBezTo>
                  <a:pt x="2801355" y="2163418"/>
                  <a:pt x="2824179" y="2163119"/>
                  <a:pt x="2238375" y="2159156"/>
                </a:cubicBezTo>
                <a:cubicBezTo>
                  <a:pt x="1994773" y="2157508"/>
                  <a:pt x="1791468" y="2158248"/>
                  <a:pt x="1786587" y="2160800"/>
                </a:cubicBezTo>
                <a:cubicBezTo>
                  <a:pt x="1772496" y="2168165"/>
                  <a:pt x="1441319" y="2171569"/>
                  <a:pt x="1434172" y="2164422"/>
                </a:cubicBezTo>
                <a:close/>
                <a:moveTo>
                  <a:pt x="3798796" y="2138271"/>
                </a:moveTo>
                <a:cubicBezTo>
                  <a:pt x="3796127" y="2135602"/>
                  <a:pt x="3765172" y="2132987"/>
                  <a:pt x="3730008" y="2132459"/>
                </a:cubicBezTo>
                <a:cubicBezTo>
                  <a:pt x="3666106" y="2131501"/>
                  <a:pt x="3666075" y="2131487"/>
                  <a:pt x="3671325" y="2106356"/>
                </a:cubicBezTo>
                <a:cubicBezTo>
                  <a:pt x="3678010" y="2074356"/>
                  <a:pt x="3695262" y="1952019"/>
                  <a:pt x="3695511" y="1934849"/>
                </a:cubicBezTo>
                <a:cubicBezTo>
                  <a:pt x="3695660" y="1924572"/>
                  <a:pt x="3707215" y="1923275"/>
                  <a:pt x="3750468" y="1928683"/>
                </a:cubicBezTo>
                <a:cubicBezTo>
                  <a:pt x="3780591" y="1932449"/>
                  <a:pt x="3812738" y="1935356"/>
                  <a:pt x="3821906" y="1935144"/>
                </a:cubicBezTo>
                <a:cubicBezTo>
                  <a:pt x="3831074" y="1934932"/>
                  <a:pt x="3838575" y="1938778"/>
                  <a:pt x="3838575" y="1943691"/>
                </a:cubicBezTo>
                <a:cubicBezTo>
                  <a:pt x="3838575" y="1948605"/>
                  <a:pt x="3862489" y="1952625"/>
                  <a:pt x="3891719" y="1952625"/>
                </a:cubicBezTo>
                <a:cubicBezTo>
                  <a:pt x="3944556" y="1952625"/>
                  <a:pt x="3944834" y="1952776"/>
                  <a:pt x="3939865" y="1978818"/>
                </a:cubicBezTo>
                <a:cubicBezTo>
                  <a:pt x="3937116" y="1993225"/>
                  <a:pt x="3929959" y="2036087"/>
                  <a:pt x="3923960" y="2074068"/>
                </a:cubicBezTo>
                <a:lnTo>
                  <a:pt x="3913053" y="2143125"/>
                </a:lnTo>
                <a:lnTo>
                  <a:pt x="3858351" y="2143125"/>
                </a:lnTo>
                <a:cubicBezTo>
                  <a:pt x="3828265" y="2143125"/>
                  <a:pt x="3801466" y="2140941"/>
                  <a:pt x="3798796" y="2138271"/>
                </a:cubicBezTo>
                <a:close/>
                <a:moveTo>
                  <a:pt x="726462" y="1946377"/>
                </a:moveTo>
                <a:cubicBezTo>
                  <a:pt x="720013" y="1943768"/>
                  <a:pt x="707155" y="1943609"/>
                  <a:pt x="697887" y="1946024"/>
                </a:cubicBezTo>
                <a:cubicBezTo>
                  <a:pt x="688620" y="1948439"/>
                  <a:pt x="693896" y="1950573"/>
                  <a:pt x="709612" y="1950768"/>
                </a:cubicBezTo>
                <a:cubicBezTo>
                  <a:pt x="725328" y="1950962"/>
                  <a:pt x="732911" y="1948986"/>
                  <a:pt x="726462" y="1946377"/>
                </a:cubicBezTo>
                <a:close/>
                <a:moveTo>
                  <a:pt x="2098062" y="1822199"/>
                </a:moveTo>
                <a:cubicBezTo>
                  <a:pt x="2107330" y="1819784"/>
                  <a:pt x="2120188" y="1819943"/>
                  <a:pt x="2126637" y="1822552"/>
                </a:cubicBezTo>
                <a:cubicBezTo>
                  <a:pt x="2133086" y="1825161"/>
                  <a:pt x="2125503" y="1827137"/>
                  <a:pt x="2109787" y="1826943"/>
                </a:cubicBezTo>
                <a:cubicBezTo>
                  <a:pt x="2094071" y="1826748"/>
                  <a:pt x="2088795" y="1824614"/>
                  <a:pt x="2098062" y="1822199"/>
                </a:cubicBezTo>
                <a:close/>
                <a:moveTo>
                  <a:pt x="2179880" y="1813601"/>
                </a:moveTo>
                <a:cubicBezTo>
                  <a:pt x="2197412" y="1801187"/>
                  <a:pt x="2203979" y="1800331"/>
                  <a:pt x="2209771" y="1809704"/>
                </a:cubicBezTo>
                <a:cubicBezTo>
                  <a:pt x="2213854" y="1816310"/>
                  <a:pt x="2222030" y="1818727"/>
                  <a:pt x="2227940" y="1815074"/>
                </a:cubicBezTo>
                <a:cubicBezTo>
                  <a:pt x="2258710" y="1796057"/>
                  <a:pt x="2200807" y="1792640"/>
                  <a:pt x="1902562" y="1795873"/>
                </a:cubicBezTo>
                <a:cubicBezTo>
                  <a:pt x="1699813" y="1798071"/>
                  <a:pt x="1522323" y="1795058"/>
                  <a:pt x="1433512" y="1787911"/>
                </a:cubicBezTo>
                <a:cubicBezTo>
                  <a:pt x="1330341" y="1779607"/>
                  <a:pt x="1235052" y="1778917"/>
                  <a:pt x="1090612" y="1785428"/>
                </a:cubicBezTo>
                <a:cubicBezTo>
                  <a:pt x="858283" y="1795900"/>
                  <a:pt x="638832" y="1795299"/>
                  <a:pt x="628131" y="1784163"/>
                </a:cubicBezTo>
                <a:cubicBezTo>
                  <a:pt x="624035" y="1779900"/>
                  <a:pt x="617662" y="1732815"/>
                  <a:pt x="613968" y="1679529"/>
                </a:cubicBezTo>
                <a:lnTo>
                  <a:pt x="607252" y="1582647"/>
                </a:lnTo>
                <a:lnTo>
                  <a:pt x="648241" y="1591857"/>
                </a:lnTo>
                <a:cubicBezTo>
                  <a:pt x="696148" y="1602621"/>
                  <a:pt x="998858" y="1596263"/>
                  <a:pt x="1109662" y="1582166"/>
                </a:cubicBezTo>
                <a:cubicBezTo>
                  <a:pt x="1194498" y="1571373"/>
                  <a:pt x="1660665" y="1578162"/>
                  <a:pt x="1714500" y="1590976"/>
                </a:cubicBezTo>
                <a:cubicBezTo>
                  <a:pt x="1768492" y="1603826"/>
                  <a:pt x="2090420" y="1606647"/>
                  <a:pt x="2105934" y="1594406"/>
                </a:cubicBezTo>
                <a:cubicBezTo>
                  <a:pt x="2120853" y="1582634"/>
                  <a:pt x="2326980" y="1575919"/>
                  <a:pt x="2344327" y="1586640"/>
                </a:cubicBezTo>
                <a:cubicBezTo>
                  <a:pt x="2350317" y="1590342"/>
                  <a:pt x="2368576" y="1594454"/>
                  <a:pt x="2384903" y="1595779"/>
                </a:cubicBezTo>
                <a:cubicBezTo>
                  <a:pt x="2520181" y="1606750"/>
                  <a:pt x="2606154" y="1611684"/>
                  <a:pt x="2667000" y="1611967"/>
                </a:cubicBezTo>
                <a:cubicBezTo>
                  <a:pt x="2710290" y="1612168"/>
                  <a:pt x="2729055" y="1614880"/>
                  <a:pt x="2714625" y="1618850"/>
                </a:cubicBezTo>
                <a:cubicBezTo>
                  <a:pt x="2692278" y="1624998"/>
                  <a:pt x="2692864" y="1625720"/>
                  <a:pt x="2724150" y="1630591"/>
                </a:cubicBezTo>
                <a:cubicBezTo>
                  <a:pt x="2762544" y="1636569"/>
                  <a:pt x="2783808" y="1631014"/>
                  <a:pt x="2775291" y="1617233"/>
                </a:cubicBezTo>
                <a:cubicBezTo>
                  <a:pt x="2771426" y="1610979"/>
                  <a:pt x="2780478" y="1610502"/>
                  <a:pt x="2801539" y="1615850"/>
                </a:cubicBezTo>
                <a:cubicBezTo>
                  <a:pt x="2819220" y="1620339"/>
                  <a:pt x="2858841" y="1622894"/>
                  <a:pt x="2889584" y="1621528"/>
                </a:cubicBezTo>
                <a:lnTo>
                  <a:pt x="2945482" y="1619043"/>
                </a:lnTo>
                <a:lnTo>
                  <a:pt x="2938857" y="1692965"/>
                </a:lnTo>
                <a:cubicBezTo>
                  <a:pt x="2927652" y="1817977"/>
                  <a:pt x="2939738" y="1806934"/>
                  <a:pt x="2805668" y="1814666"/>
                </a:cubicBezTo>
                <a:cubicBezTo>
                  <a:pt x="2741374" y="1818375"/>
                  <a:pt x="2667797" y="1818933"/>
                  <a:pt x="2642165" y="1815906"/>
                </a:cubicBezTo>
                <a:cubicBezTo>
                  <a:pt x="2530496" y="1802721"/>
                  <a:pt x="2371610" y="1797981"/>
                  <a:pt x="2359980" y="1807488"/>
                </a:cubicBezTo>
                <a:cubicBezTo>
                  <a:pt x="2353343" y="1812914"/>
                  <a:pt x="2305050" y="1820088"/>
                  <a:pt x="2252662" y="1823431"/>
                </a:cubicBezTo>
                <a:cubicBezTo>
                  <a:pt x="2161904" y="1829222"/>
                  <a:pt x="2158472" y="1828759"/>
                  <a:pt x="2179880" y="1813601"/>
                </a:cubicBezTo>
                <a:close/>
                <a:moveTo>
                  <a:pt x="2078831" y="1803184"/>
                </a:moveTo>
                <a:cubicBezTo>
                  <a:pt x="2087999" y="1800788"/>
                  <a:pt x="2103000" y="1800788"/>
                  <a:pt x="2112168" y="1803184"/>
                </a:cubicBezTo>
                <a:cubicBezTo>
                  <a:pt x="2121336" y="1805579"/>
                  <a:pt x="2113835" y="1807540"/>
                  <a:pt x="2095500" y="1807540"/>
                </a:cubicBezTo>
                <a:cubicBezTo>
                  <a:pt x="2077164" y="1807540"/>
                  <a:pt x="2069663" y="1805579"/>
                  <a:pt x="2078831" y="1803184"/>
                </a:cubicBezTo>
                <a:close/>
                <a:moveTo>
                  <a:pt x="2293143" y="1803184"/>
                </a:moveTo>
                <a:cubicBezTo>
                  <a:pt x="2283975" y="1800788"/>
                  <a:pt x="2268974" y="1800788"/>
                  <a:pt x="2259806" y="1803184"/>
                </a:cubicBezTo>
                <a:cubicBezTo>
                  <a:pt x="2250638" y="1805579"/>
                  <a:pt x="2258139" y="1807540"/>
                  <a:pt x="2276475" y="1807540"/>
                </a:cubicBezTo>
                <a:cubicBezTo>
                  <a:pt x="2294810" y="1807540"/>
                  <a:pt x="2302311" y="1805579"/>
                  <a:pt x="2293143" y="1803184"/>
                </a:cubicBezTo>
                <a:close/>
                <a:moveTo>
                  <a:pt x="3686175" y="1753679"/>
                </a:moveTo>
                <a:cubicBezTo>
                  <a:pt x="3686175" y="1743795"/>
                  <a:pt x="3676200" y="1701270"/>
                  <a:pt x="3664009" y="1659180"/>
                </a:cubicBezTo>
                <a:lnTo>
                  <a:pt x="3641843" y="1582652"/>
                </a:lnTo>
                <a:lnTo>
                  <a:pt x="3671153" y="1577666"/>
                </a:lnTo>
                <a:cubicBezTo>
                  <a:pt x="3687273" y="1574924"/>
                  <a:pt x="3748481" y="1572309"/>
                  <a:pt x="3807171" y="1571855"/>
                </a:cubicBezTo>
                <a:lnTo>
                  <a:pt x="3913880" y="1571029"/>
                </a:lnTo>
                <a:lnTo>
                  <a:pt x="3923457" y="1607046"/>
                </a:lnTo>
                <a:cubicBezTo>
                  <a:pt x="3928724" y="1626855"/>
                  <a:pt x="3935947" y="1671994"/>
                  <a:pt x="3939507" y="1707356"/>
                </a:cubicBezTo>
                <a:lnTo>
                  <a:pt x="3945980" y="1771650"/>
                </a:lnTo>
                <a:lnTo>
                  <a:pt x="3816077" y="1771650"/>
                </a:lnTo>
                <a:cubicBezTo>
                  <a:pt x="3695125" y="1771650"/>
                  <a:pt x="3686175" y="1770411"/>
                  <a:pt x="3686175" y="1753679"/>
                </a:cubicBezTo>
                <a:close/>
                <a:moveTo>
                  <a:pt x="2745762" y="1651102"/>
                </a:moveTo>
                <a:cubicBezTo>
                  <a:pt x="2739313" y="1648493"/>
                  <a:pt x="2726455" y="1648334"/>
                  <a:pt x="2717187" y="1650749"/>
                </a:cubicBezTo>
                <a:cubicBezTo>
                  <a:pt x="2707920" y="1653164"/>
                  <a:pt x="2713196" y="1655298"/>
                  <a:pt x="2728912" y="1655493"/>
                </a:cubicBezTo>
                <a:cubicBezTo>
                  <a:pt x="2744628" y="1655687"/>
                  <a:pt x="2752211" y="1653711"/>
                  <a:pt x="2745762" y="1651102"/>
                </a:cubicBezTo>
                <a:close/>
                <a:moveTo>
                  <a:pt x="2579064" y="1641019"/>
                </a:moveTo>
                <a:cubicBezTo>
                  <a:pt x="2564751" y="1638845"/>
                  <a:pt x="2539034" y="1638802"/>
                  <a:pt x="2521914" y="1640921"/>
                </a:cubicBezTo>
                <a:cubicBezTo>
                  <a:pt x="2504794" y="1643041"/>
                  <a:pt x="2516505" y="1644820"/>
                  <a:pt x="2547937" y="1644873"/>
                </a:cubicBezTo>
                <a:cubicBezTo>
                  <a:pt x="2579370" y="1644926"/>
                  <a:pt x="2593377" y="1643192"/>
                  <a:pt x="2579064" y="1641019"/>
                </a:cubicBezTo>
                <a:close/>
                <a:moveTo>
                  <a:pt x="1509712" y="1486000"/>
                </a:moveTo>
                <a:cubicBezTo>
                  <a:pt x="1473041" y="1482070"/>
                  <a:pt x="1368028" y="1474000"/>
                  <a:pt x="1276350" y="1468067"/>
                </a:cubicBezTo>
                <a:cubicBezTo>
                  <a:pt x="1184671" y="1462134"/>
                  <a:pt x="1096803" y="1454511"/>
                  <a:pt x="1081087" y="1451127"/>
                </a:cubicBezTo>
                <a:cubicBezTo>
                  <a:pt x="1046006" y="1443572"/>
                  <a:pt x="798117" y="1444884"/>
                  <a:pt x="679956" y="1453249"/>
                </a:cubicBezTo>
                <a:lnTo>
                  <a:pt x="593150" y="1459395"/>
                </a:lnTo>
                <a:lnTo>
                  <a:pt x="586233" y="1361819"/>
                </a:lnTo>
                <a:cubicBezTo>
                  <a:pt x="581119" y="1289696"/>
                  <a:pt x="582303" y="1262396"/>
                  <a:pt x="590772" y="1257162"/>
                </a:cubicBezTo>
                <a:cubicBezTo>
                  <a:pt x="599415" y="1251820"/>
                  <a:pt x="599040" y="1248854"/>
                  <a:pt x="589246" y="1245088"/>
                </a:cubicBezTo>
                <a:cubicBezTo>
                  <a:pt x="582105" y="1242342"/>
                  <a:pt x="606266" y="1241990"/>
                  <a:pt x="642937" y="1244304"/>
                </a:cubicBezTo>
                <a:cubicBezTo>
                  <a:pt x="679608" y="1246619"/>
                  <a:pt x="820172" y="1250262"/>
                  <a:pt x="955301" y="1252398"/>
                </a:cubicBezTo>
                <a:cubicBezTo>
                  <a:pt x="1090430" y="1254534"/>
                  <a:pt x="1208302" y="1258456"/>
                  <a:pt x="1217238" y="1261112"/>
                </a:cubicBezTo>
                <a:cubicBezTo>
                  <a:pt x="1226175" y="1263768"/>
                  <a:pt x="1287065" y="1272751"/>
                  <a:pt x="1352550" y="1281075"/>
                </a:cubicBezTo>
                <a:cubicBezTo>
                  <a:pt x="1496821" y="1299413"/>
                  <a:pt x="1497812" y="1299565"/>
                  <a:pt x="1509712" y="1305239"/>
                </a:cubicBezTo>
                <a:cubicBezTo>
                  <a:pt x="1514951" y="1307737"/>
                  <a:pt x="1549241" y="1307302"/>
                  <a:pt x="1585912" y="1304272"/>
                </a:cubicBezTo>
                <a:cubicBezTo>
                  <a:pt x="1622583" y="1301242"/>
                  <a:pt x="1641053" y="1298007"/>
                  <a:pt x="1626955" y="1297081"/>
                </a:cubicBezTo>
                <a:cubicBezTo>
                  <a:pt x="1571958" y="1293472"/>
                  <a:pt x="1590628" y="1276348"/>
                  <a:pt x="1649644" y="1276271"/>
                </a:cubicBezTo>
                <a:cubicBezTo>
                  <a:pt x="1682695" y="1276228"/>
                  <a:pt x="1746170" y="1272138"/>
                  <a:pt x="1790700" y="1267181"/>
                </a:cubicBezTo>
                <a:cubicBezTo>
                  <a:pt x="2009176" y="1242862"/>
                  <a:pt x="2557119" y="1233903"/>
                  <a:pt x="2703632" y="1252254"/>
                </a:cubicBezTo>
                <a:cubicBezTo>
                  <a:pt x="2759446" y="1259245"/>
                  <a:pt x="2828686" y="1263663"/>
                  <a:pt x="2857500" y="1262072"/>
                </a:cubicBezTo>
                <a:cubicBezTo>
                  <a:pt x="3226791" y="1241683"/>
                  <a:pt x="3414906" y="1249749"/>
                  <a:pt x="3438993" y="1287006"/>
                </a:cubicBezTo>
                <a:cubicBezTo>
                  <a:pt x="3447580" y="1300287"/>
                  <a:pt x="3671510" y="1310201"/>
                  <a:pt x="3663313" y="1296938"/>
                </a:cubicBezTo>
                <a:cubicBezTo>
                  <a:pt x="3659552" y="1290853"/>
                  <a:pt x="3640655" y="1285282"/>
                  <a:pt x="3621319" y="1284557"/>
                </a:cubicBezTo>
                <a:cubicBezTo>
                  <a:pt x="3601982" y="1283833"/>
                  <a:pt x="3624582" y="1279113"/>
                  <a:pt x="3671540" y="1274070"/>
                </a:cubicBezTo>
                <a:lnTo>
                  <a:pt x="3756917" y="1264899"/>
                </a:lnTo>
                <a:lnTo>
                  <a:pt x="3779121" y="1292056"/>
                </a:lnTo>
                <a:cubicBezTo>
                  <a:pt x="3807608" y="1326898"/>
                  <a:pt x="3870655" y="1437944"/>
                  <a:pt x="3865103" y="1443496"/>
                </a:cubicBezTo>
                <a:cubicBezTo>
                  <a:pt x="3862772" y="1445827"/>
                  <a:pt x="3794123" y="1449626"/>
                  <a:pt x="3712549" y="1451938"/>
                </a:cubicBezTo>
                <a:cubicBezTo>
                  <a:pt x="3575209" y="1455832"/>
                  <a:pt x="3563004" y="1454785"/>
                  <a:pt x="3547626" y="1437793"/>
                </a:cubicBezTo>
                <a:cubicBezTo>
                  <a:pt x="3432837" y="1310952"/>
                  <a:pt x="3201388" y="1305014"/>
                  <a:pt x="3067408" y="1425474"/>
                </a:cubicBezTo>
                <a:lnTo>
                  <a:pt x="3019220" y="1468799"/>
                </a:lnTo>
                <a:lnTo>
                  <a:pt x="2907404" y="1471538"/>
                </a:lnTo>
                <a:cubicBezTo>
                  <a:pt x="2845904" y="1473045"/>
                  <a:pt x="2730926" y="1468387"/>
                  <a:pt x="2651896" y="1461186"/>
                </a:cubicBezTo>
                <a:cubicBezTo>
                  <a:pt x="2502612" y="1447585"/>
                  <a:pt x="1984503" y="1444846"/>
                  <a:pt x="1966912" y="1457565"/>
                </a:cubicBezTo>
                <a:cubicBezTo>
                  <a:pt x="1942609" y="1475137"/>
                  <a:pt x="1604546" y="1496162"/>
                  <a:pt x="1509712" y="1486000"/>
                </a:cubicBezTo>
                <a:close/>
                <a:moveTo>
                  <a:pt x="1601063" y="1324710"/>
                </a:moveTo>
                <a:cubicBezTo>
                  <a:pt x="1593680" y="1320036"/>
                  <a:pt x="1581893" y="1318417"/>
                  <a:pt x="1574870" y="1321112"/>
                </a:cubicBezTo>
                <a:cubicBezTo>
                  <a:pt x="1554728" y="1328841"/>
                  <a:pt x="1559849" y="1333512"/>
                  <a:pt x="1588293" y="1333354"/>
                </a:cubicBezTo>
                <a:cubicBezTo>
                  <a:pt x="1607356" y="1333247"/>
                  <a:pt x="1610833" y="1330894"/>
                  <a:pt x="1601063" y="1324710"/>
                </a:cubicBezTo>
                <a:close/>
                <a:moveTo>
                  <a:pt x="1197939" y="1298119"/>
                </a:moveTo>
                <a:cubicBezTo>
                  <a:pt x="1183626" y="1295945"/>
                  <a:pt x="1157909" y="1295902"/>
                  <a:pt x="1140789" y="1298021"/>
                </a:cubicBezTo>
                <a:cubicBezTo>
                  <a:pt x="1123669" y="1300141"/>
                  <a:pt x="1135380" y="1301920"/>
                  <a:pt x="1166812" y="1301973"/>
                </a:cubicBezTo>
                <a:cubicBezTo>
                  <a:pt x="1198245" y="1302026"/>
                  <a:pt x="1212252" y="1300292"/>
                  <a:pt x="1197939" y="1298119"/>
                </a:cubicBezTo>
                <a:close/>
                <a:moveTo>
                  <a:pt x="1519237" y="1285875"/>
                </a:moveTo>
                <a:lnTo>
                  <a:pt x="1481137" y="1279053"/>
                </a:lnTo>
                <a:lnTo>
                  <a:pt x="1526381" y="1277701"/>
                </a:lnTo>
                <a:cubicBezTo>
                  <a:pt x="1551265" y="1276958"/>
                  <a:pt x="1571625" y="1280636"/>
                  <a:pt x="1571625" y="1285875"/>
                </a:cubicBezTo>
                <a:cubicBezTo>
                  <a:pt x="1571625" y="1291113"/>
                  <a:pt x="1568410" y="1294791"/>
                  <a:pt x="1564481" y="1294048"/>
                </a:cubicBezTo>
                <a:cubicBezTo>
                  <a:pt x="1560552" y="1293304"/>
                  <a:pt x="1540192" y="1289626"/>
                  <a:pt x="1519237" y="1285875"/>
                </a:cubicBezTo>
                <a:close/>
                <a:moveTo>
                  <a:pt x="3500437" y="1257300"/>
                </a:moveTo>
                <a:cubicBezTo>
                  <a:pt x="3497199" y="1252061"/>
                  <a:pt x="3501233" y="1247775"/>
                  <a:pt x="3509400" y="1247775"/>
                </a:cubicBezTo>
                <a:cubicBezTo>
                  <a:pt x="3517567" y="1247775"/>
                  <a:pt x="3524250" y="1252061"/>
                  <a:pt x="3524250" y="1257300"/>
                </a:cubicBezTo>
                <a:cubicBezTo>
                  <a:pt x="3524250" y="1262538"/>
                  <a:pt x="3520216" y="1266825"/>
                  <a:pt x="3515287" y="1266825"/>
                </a:cubicBezTo>
                <a:cubicBezTo>
                  <a:pt x="3510357" y="1266825"/>
                  <a:pt x="3503675" y="1262538"/>
                  <a:pt x="3500437" y="1257300"/>
                </a:cubicBezTo>
                <a:close/>
                <a:moveTo>
                  <a:pt x="3590925" y="1257300"/>
                </a:moveTo>
                <a:lnTo>
                  <a:pt x="3548062" y="1250636"/>
                </a:lnTo>
                <a:lnTo>
                  <a:pt x="3592744" y="1249205"/>
                </a:lnTo>
                <a:cubicBezTo>
                  <a:pt x="3617319" y="1248418"/>
                  <a:pt x="3640074" y="1252061"/>
                  <a:pt x="3643312" y="1257300"/>
                </a:cubicBezTo>
                <a:cubicBezTo>
                  <a:pt x="3646550" y="1262538"/>
                  <a:pt x="3645731" y="1266181"/>
                  <a:pt x="3641493" y="1265394"/>
                </a:cubicBezTo>
                <a:cubicBezTo>
                  <a:pt x="3637255" y="1264607"/>
                  <a:pt x="3614499" y="1260965"/>
                  <a:pt x="3590925" y="1257300"/>
                </a:cubicBezTo>
                <a:close/>
                <a:moveTo>
                  <a:pt x="3181350" y="1123727"/>
                </a:moveTo>
                <a:cubicBezTo>
                  <a:pt x="3181350" y="1118127"/>
                  <a:pt x="3158843" y="1116669"/>
                  <a:pt x="3124511" y="1120044"/>
                </a:cubicBezTo>
                <a:cubicBezTo>
                  <a:pt x="3093250" y="1123118"/>
                  <a:pt x="3053602" y="1121127"/>
                  <a:pt x="3036405" y="1115620"/>
                </a:cubicBezTo>
                <a:cubicBezTo>
                  <a:pt x="2966604" y="1093270"/>
                  <a:pt x="1985365" y="1082638"/>
                  <a:pt x="1908460" y="1103399"/>
                </a:cubicBezTo>
                <a:cubicBezTo>
                  <a:pt x="1881074" y="1110792"/>
                  <a:pt x="1828793" y="1111520"/>
                  <a:pt x="1737010" y="1105788"/>
                </a:cubicBezTo>
                <a:cubicBezTo>
                  <a:pt x="1664384" y="1101252"/>
                  <a:pt x="1557813" y="1100529"/>
                  <a:pt x="1500187" y="1104183"/>
                </a:cubicBezTo>
                <a:cubicBezTo>
                  <a:pt x="1442561" y="1107836"/>
                  <a:pt x="1298971" y="1108908"/>
                  <a:pt x="1181100" y="1106566"/>
                </a:cubicBezTo>
                <a:cubicBezTo>
                  <a:pt x="898881" y="1100959"/>
                  <a:pt x="715532" y="1101788"/>
                  <a:pt x="632475" y="1109048"/>
                </a:cubicBezTo>
                <a:lnTo>
                  <a:pt x="564863" y="1114957"/>
                </a:lnTo>
                <a:lnTo>
                  <a:pt x="558298" y="998793"/>
                </a:lnTo>
                <a:cubicBezTo>
                  <a:pt x="553217" y="908889"/>
                  <a:pt x="554505" y="880676"/>
                  <a:pt x="563997" y="873988"/>
                </a:cubicBezTo>
                <a:cubicBezTo>
                  <a:pt x="579945" y="862753"/>
                  <a:pt x="1294972" y="873782"/>
                  <a:pt x="1387818" y="886696"/>
                </a:cubicBezTo>
                <a:cubicBezTo>
                  <a:pt x="1444416" y="894568"/>
                  <a:pt x="1460132" y="893903"/>
                  <a:pt x="1470854" y="883181"/>
                </a:cubicBezTo>
                <a:cubicBezTo>
                  <a:pt x="1481269" y="872766"/>
                  <a:pt x="1494896" y="871894"/>
                  <a:pt x="1534995" y="879078"/>
                </a:cubicBezTo>
                <a:cubicBezTo>
                  <a:pt x="1590691" y="889056"/>
                  <a:pt x="1931025" y="899900"/>
                  <a:pt x="2052637" y="895571"/>
                </a:cubicBezTo>
                <a:cubicBezTo>
                  <a:pt x="2210189" y="889963"/>
                  <a:pt x="2752805" y="893005"/>
                  <a:pt x="2874485" y="900179"/>
                </a:cubicBezTo>
                <a:lnTo>
                  <a:pt x="3001008" y="907638"/>
                </a:lnTo>
                <a:lnTo>
                  <a:pt x="2994760" y="962863"/>
                </a:lnTo>
                <a:cubicBezTo>
                  <a:pt x="2981238" y="1082377"/>
                  <a:pt x="2994282" y="1090788"/>
                  <a:pt x="3169833" y="1075755"/>
                </a:cubicBezTo>
                <a:cubicBezTo>
                  <a:pt x="3298746" y="1064716"/>
                  <a:pt x="3371123" y="1068811"/>
                  <a:pt x="3484146" y="1093540"/>
                </a:cubicBezTo>
                <a:cubicBezTo>
                  <a:pt x="3548257" y="1107567"/>
                  <a:pt x="3539332" y="1109908"/>
                  <a:pt x="3435432" y="1106316"/>
                </a:cubicBezTo>
                <a:cubicBezTo>
                  <a:pt x="3382195" y="1104475"/>
                  <a:pt x="3317178" y="1107524"/>
                  <a:pt x="3290949" y="1113090"/>
                </a:cubicBezTo>
                <a:cubicBezTo>
                  <a:pt x="3208049" y="1130684"/>
                  <a:pt x="3181350" y="1133275"/>
                  <a:pt x="3181350" y="1123727"/>
                </a:cubicBezTo>
                <a:close/>
                <a:moveTo>
                  <a:pt x="3102768" y="1098334"/>
                </a:moveTo>
                <a:cubicBezTo>
                  <a:pt x="3093600" y="1095938"/>
                  <a:pt x="3078599" y="1095938"/>
                  <a:pt x="3069431" y="1098334"/>
                </a:cubicBezTo>
                <a:cubicBezTo>
                  <a:pt x="3060263" y="1100729"/>
                  <a:pt x="3067764" y="1102690"/>
                  <a:pt x="3086100" y="1102690"/>
                </a:cubicBezTo>
                <a:cubicBezTo>
                  <a:pt x="3104435" y="1102690"/>
                  <a:pt x="3111936" y="1100729"/>
                  <a:pt x="3102768" y="1098334"/>
                </a:cubicBezTo>
                <a:close/>
                <a:moveTo>
                  <a:pt x="827541" y="767413"/>
                </a:moveTo>
                <a:cubicBezTo>
                  <a:pt x="824298" y="764062"/>
                  <a:pt x="766684" y="761319"/>
                  <a:pt x="699510" y="761319"/>
                </a:cubicBezTo>
                <a:lnTo>
                  <a:pt x="577375" y="761319"/>
                </a:lnTo>
                <a:lnTo>
                  <a:pt x="600631" y="738906"/>
                </a:lnTo>
                <a:cubicBezTo>
                  <a:pt x="625086" y="715337"/>
                  <a:pt x="770560" y="662319"/>
                  <a:pt x="901264" y="629339"/>
                </a:cubicBezTo>
                <a:cubicBezTo>
                  <a:pt x="1060461" y="589170"/>
                  <a:pt x="1587113" y="541640"/>
                  <a:pt x="1704804" y="556820"/>
                </a:cubicBezTo>
                <a:cubicBezTo>
                  <a:pt x="1759653" y="563895"/>
                  <a:pt x="1918580" y="574736"/>
                  <a:pt x="1962150" y="574374"/>
                </a:cubicBezTo>
                <a:cubicBezTo>
                  <a:pt x="1980485" y="574222"/>
                  <a:pt x="2038350" y="572879"/>
                  <a:pt x="2090737" y="571388"/>
                </a:cubicBezTo>
                <a:cubicBezTo>
                  <a:pt x="2143125" y="569898"/>
                  <a:pt x="2194191" y="572185"/>
                  <a:pt x="2204218" y="576470"/>
                </a:cubicBezTo>
                <a:cubicBezTo>
                  <a:pt x="2217782" y="582267"/>
                  <a:pt x="2220536" y="581165"/>
                  <a:pt x="2214975" y="572168"/>
                </a:cubicBezTo>
                <a:cubicBezTo>
                  <a:pt x="2209337" y="563045"/>
                  <a:pt x="2211878" y="562225"/>
                  <a:pt x="2225319" y="568831"/>
                </a:cubicBezTo>
                <a:cubicBezTo>
                  <a:pt x="2235119" y="573648"/>
                  <a:pt x="2281713" y="578571"/>
                  <a:pt x="2328862" y="579772"/>
                </a:cubicBezTo>
                <a:cubicBezTo>
                  <a:pt x="2547533" y="585341"/>
                  <a:pt x="2837791" y="652212"/>
                  <a:pt x="2925909" y="717323"/>
                </a:cubicBezTo>
                <a:lnTo>
                  <a:pt x="2967037" y="747712"/>
                </a:lnTo>
                <a:lnTo>
                  <a:pt x="2895600" y="754169"/>
                </a:lnTo>
                <a:cubicBezTo>
                  <a:pt x="2856309" y="757721"/>
                  <a:pt x="2742723" y="760465"/>
                  <a:pt x="2643187" y="760267"/>
                </a:cubicBezTo>
                <a:cubicBezTo>
                  <a:pt x="2543651" y="760068"/>
                  <a:pt x="2454260" y="763152"/>
                  <a:pt x="2444541" y="767119"/>
                </a:cubicBezTo>
                <a:cubicBezTo>
                  <a:pt x="2408919" y="781659"/>
                  <a:pt x="2110841" y="757202"/>
                  <a:pt x="2135230" y="741740"/>
                </a:cubicBezTo>
                <a:cubicBezTo>
                  <a:pt x="2143253" y="736654"/>
                  <a:pt x="2133940" y="733908"/>
                  <a:pt x="2109787" y="734240"/>
                </a:cubicBezTo>
                <a:cubicBezTo>
                  <a:pt x="2079853" y="734651"/>
                  <a:pt x="2075770" y="736518"/>
                  <a:pt x="2090737" y="742950"/>
                </a:cubicBezTo>
                <a:cubicBezTo>
                  <a:pt x="2103452" y="748413"/>
                  <a:pt x="2082706" y="751358"/>
                  <a:pt x="2028348" y="751805"/>
                </a:cubicBezTo>
                <a:cubicBezTo>
                  <a:pt x="1981190" y="752193"/>
                  <a:pt x="1942524" y="748089"/>
                  <a:pt x="1936492" y="742057"/>
                </a:cubicBezTo>
                <a:cubicBezTo>
                  <a:pt x="1917207" y="722772"/>
                  <a:pt x="1666291" y="719948"/>
                  <a:pt x="1603143" y="738306"/>
                </a:cubicBezTo>
                <a:cubicBezTo>
                  <a:pt x="1559653" y="750949"/>
                  <a:pt x="1497303" y="755072"/>
                  <a:pt x="1309740" y="757707"/>
                </a:cubicBezTo>
                <a:cubicBezTo>
                  <a:pt x="1178742" y="759548"/>
                  <a:pt x="1017984" y="763856"/>
                  <a:pt x="952500" y="767281"/>
                </a:cubicBezTo>
                <a:cubicBezTo>
                  <a:pt x="887015" y="770705"/>
                  <a:pt x="830784" y="770765"/>
                  <a:pt x="827541" y="767413"/>
                </a:cubicBezTo>
                <a:close/>
              </a:path>
            </a:pathLst>
          </a:custGeom>
          <a:solidFill>
            <a:srgbClr val="181716">
              <a:alpha val="70000"/>
            </a:srgbClr>
          </a:solidFill>
          <a:ln>
            <a:noFill/>
          </a:ln>
        </p:spPr>
      </p:sp>
      <p:sp>
        <p:nvSpPr>
          <p:cNvPr id="7" name="TEXT: [6 in phone]"/>
          <p:cNvSpPr/>
          <p:nvPr/>
        </p:nvSpPr>
        <p:spPr>
          <a:xfrm rot="240000">
            <a:off x="1585912" y="10429875"/>
            <a:ext cx="3114675" cy="6667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FFFFFF"/>
                </a:solidFill>
                <a:latin typeface="Montserrat"/>
              </a:rPr>
              <a:t>[6 in phone]</a:t>
            </a:r>
          </a:p>
        </p:txBody>
      </p:sp>
      <p:sp>
        <p:nvSpPr>
          <p:cNvPr id="8" name="TEXT: [mug]"/>
          <p:cNvSpPr/>
          <p:nvPr/>
        </p:nvSpPr>
        <p:spPr>
          <a:xfrm rot="21420000">
            <a:off x="5443538" y="10429875"/>
            <a:ext cx="1685925" cy="6667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54864" bIns="54864"/>
          <a:lstStyle/>
          <a:p>
            <a:pPr algn="ctr">
              <a:lnSpc>
                <a:spcPts val="4392"/>
              </a:lnSpc>
            </a:pPr>
            <a:r>
              <a:rPr b="1" sz="3600">
                <a:solidFill>
                  <a:srgbClr val="FFFFFF"/>
                </a:solidFill>
                <a:latin typeface="Montserrat"/>
              </a:rPr>
              <a:t>[mug]</a:t>
            </a:r>
          </a:p>
        </p:txBody>
      </p:sp>
      <p:sp>
        <p:nvSpPr>
          <p:cNvPr id="9" name="TEXT: [photos lie about size]"/>
          <p:cNvSpPr/>
          <p:nvPr/>
        </p:nvSpPr>
        <p:spPr>
          <a:xfrm rot="120000">
            <a:off x="2952750" y="1019175"/>
            <a:ext cx="552450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[photos lie</a:t>
            </a:r>
          </a:p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about size]</a:t>
            </a:r>
          </a:p>
        </p:txBody>
      </p:sp>
      <p:sp>
        <p:nvSpPr>
          <p:cNvPr id="10" name="TEXT: [here's the real size]"/>
          <p:cNvSpPr/>
          <p:nvPr/>
        </p:nvSpPr>
        <p:spPr>
          <a:xfrm rot="120000">
            <a:off x="290512" y="12253912"/>
            <a:ext cx="6276975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[here's the real size]</a:t>
            </a:r>
          </a:p>
        </p:txBody>
      </p:sp>
      <p:sp>
        <p:nvSpPr>
          <p:cNvPr id="11" name="arrow"/>
          <p:cNvSpPr/>
          <p:nvPr/>
        </p:nvSpPr>
        <p:spPr>
          <a:xfrm rot="120000">
            <a:off x="6477000" y="12382500"/>
            <a:ext cx="1524000" cy="476250"/>
          </a:xfrm>
          <a:custGeom>
            <a:avLst/>
            <a:gdLst/>
            <a:ahLst/>
            <a:cxnLst/>
            <a:rect l="0" t="0" r="r" b="b"/>
            <a:pathLst>
              <a:path w="1524000" h="476250">
                <a:moveTo>
                  <a:pt x="1185387" y="467492"/>
                </a:moveTo>
                <a:cubicBezTo>
                  <a:pt x="1188364" y="462676"/>
                  <a:pt x="1184331" y="452267"/>
                  <a:pt x="1176425" y="444360"/>
                </a:cubicBezTo>
                <a:cubicBezTo>
                  <a:pt x="1151690" y="419625"/>
                  <a:pt x="1163076" y="403945"/>
                  <a:pt x="1281112" y="300189"/>
                </a:cubicBezTo>
                <a:lnTo>
                  <a:pt x="1309687" y="275071"/>
                </a:lnTo>
                <a:lnTo>
                  <a:pt x="1257300" y="280184"/>
                </a:lnTo>
                <a:cubicBezTo>
                  <a:pt x="1228486" y="282997"/>
                  <a:pt x="1052750" y="287754"/>
                  <a:pt x="866775" y="290756"/>
                </a:cubicBezTo>
                <a:cubicBezTo>
                  <a:pt x="680799" y="293757"/>
                  <a:pt x="500776" y="297883"/>
                  <a:pt x="466725" y="299923"/>
                </a:cubicBezTo>
                <a:cubicBezTo>
                  <a:pt x="239988" y="313507"/>
                  <a:pt x="59446" y="316221"/>
                  <a:pt x="53214" y="306138"/>
                </a:cubicBezTo>
                <a:cubicBezTo>
                  <a:pt x="49522" y="300163"/>
                  <a:pt x="34966" y="294777"/>
                  <a:pt x="20869" y="294170"/>
                </a:cubicBezTo>
                <a:cubicBezTo>
                  <a:pt x="4742" y="293474"/>
                  <a:pt x="1418" y="291449"/>
                  <a:pt x="11906" y="288709"/>
                </a:cubicBezTo>
                <a:cubicBezTo>
                  <a:pt x="33589" y="283042"/>
                  <a:pt x="34000" y="247650"/>
                  <a:pt x="12382" y="247650"/>
                </a:cubicBezTo>
                <a:cubicBezTo>
                  <a:pt x="-9981" y="247650"/>
                  <a:pt x="7307" y="234799"/>
                  <a:pt x="47625" y="221454"/>
                </a:cubicBezTo>
                <a:cubicBezTo>
                  <a:pt x="74781" y="212466"/>
                  <a:pt x="280115" y="193473"/>
                  <a:pt x="357187" y="192821"/>
                </a:cubicBezTo>
                <a:cubicBezTo>
                  <a:pt x="466833" y="191892"/>
                  <a:pt x="976885" y="178974"/>
                  <a:pt x="1009650" y="176296"/>
                </a:cubicBezTo>
                <a:cubicBezTo>
                  <a:pt x="1033224" y="174369"/>
                  <a:pt x="1107633" y="172490"/>
                  <a:pt x="1175004" y="172121"/>
                </a:cubicBezTo>
                <a:lnTo>
                  <a:pt x="1297495" y="171450"/>
                </a:lnTo>
                <a:lnTo>
                  <a:pt x="1241679" y="130240"/>
                </a:lnTo>
                <a:cubicBezTo>
                  <a:pt x="1187482" y="90228"/>
                  <a:pt x="1153224" y="57150"/>
                  <a:pt x="1165981" y="57150"/>
                </a:cubicBezTo>
                <a:cubicBezTo>
                  <a:pt x="1169426" y="57149"/>
                  <a:pt x="1167635" y="48536"/>
                  <a:pt x="1162001" y="38009"/>
                </a:cubicBezTo>
                <a:cubicBezTo>
                  <a:pt x="1148313" y="12432"/>
                  <a:pt x="1189813" y="-6153"/>
                  <a:pt x="1222204" y="11046"/>
                </a:cubicBezTo>
                <a:cubicBezTo>
                  <a:pt x="1267800" y="35258"/>
                  <a:pt x="1491763" y="189217"/>
                  <a:pt x="1508264" y="207692"/>
                </a:cubicBezTo>
                <a:cubicBezTo>
                  <a:pt x="1531350" y="233540"/>
                  <a:pt x="1528326" y="237299"/>
                  <a:pt x="1420660" y="316580"/>
                </a:cubicBezTo>
                <a:cubicBezTo>
                  <a:pt x="1370102" y="353808"/>
                  <a:pt x="1305834" y="402826"/>
                  <a:pt x="1277842" y="425509"/>
                </a:cubicBezTo>
                <a:cubicBezTo>
                  <a:pt x="1249850" y="448192"/>
                  <a:pt x="1223357" y="464531"/>
                  <a:pt x="1218969" y="461819"/>
                </a:cubicBezTo>
                <a:cubicBezTo>
                  <a:pt x="1214581" y="459108"/>
                  <a:pt x="1208299" y="461245"/>
                  <a:pt x="1205008" y="466569"/>
                </a:cubicBezTo>
                <a:cubicBezTo>
                  <a:pt x="1201717" y="471893"/>
                  <a:pt x="1194739" y="476250"/>
                  <a:pt x="1189500" y="476250"/>
                </a:cubicBezTo>
                <a:cubicBezTo>
                  <a:pt x="1184261" y="476250"/>
                  <a:pt x="1182411" y="472309"/>
                  <a:pt x="1185387" y="467492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In your hand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measuring arrow"/>
          <p:cNvSpPr/>
          <p:nvPr/>
        </p:nvSpPr>
        <p:spPr>
          <a:xfrm rot="0">
            <a:off x="2476500" y="3748087"/>
            <a:ext cx="5334000" cy="1457325"/>
          </a:xfrm>
          <a:custGeom>
            <a:avLst/>
            <a:gdLst/>
            <a:ahLst/>
            <a:cxnLst/>
            <a:rect l="0" t="0" r="r" b="b"/>
            <a:pathLst>
              <a:path w="5334000" h="1457325">
                <a:moveTo>
                  <a:pt x="891144" y="1422824"/>
                </a:moveTo>
                <a:cubicBezTo>
                  <a:pt x="865340" y="1409087"/>
                  <a:pt x="819621" y="1380155"/>
                  <a:pt x="789547" y="1358530"/>
                </a:cubicBezTo>
                <a:cubicBezTo>
                  <a:pt x="759472" y="1336905"/>
                  <a:pt x="667444" y="1272063"/>
                  <a:pt x="585040" y="1214437"/>
                </a:cubicBezTo>
                <a:cubicBezTo>
                  <a:pt x="143783" y="905859"/>
                  <a:pt x="9543" y="803087"/>
                  <a:pt x="9530" y="773836"/>
                </a:cubicBezTo>
                <a:cubicBezTo>
                  <a:pt x="9502" y="710272"/>
                  <a:pt x="113423" y="610263"/>
                  <a:pt x="347662" y="448431"/>
                </a:cubicBezTo>
                <a:cubicBezTo>
                  <a:pt x="373856" y="430334"/>
                  <a:pt x="425291" y="394671"/>
                  <a:pt x="461962" y="369181"/>
                </a:cubicBezTo>
                <a:cubicBezTo>
                  <a:pt x="498633" y="343690"/>
                  <a:pt x="597217" y="277377"/>
                  <a:pt x="681037" y="221819"/>
                </a:cubicBezTo>
                <a:cubicBezTo>
                  <a:pt x="764857" y="166261"/>
                  <a:pt x="861298" y="102186"/>
                  <a:pt x="895350" y="79430"/>
                </a:cubicBezTo>
                <a:cubicBezTo>
                  <a:pt x="929401" y="56674"/>
                  <a:pt x="967978" y="38077"/>
                  <a:pt x="981075" y="38104"/>
                </a:cubicBezTo>
                <a:cubicBezTo>
                  <a:pt x="994171" y="38131"/>
                  <a:pt x="1023227" y="28496"/>
                  <a:pt x="1045642" y="16695"/>
                </a:cubicBezTo>
                <a:cubicBezTo>
                  <a:pt x="1080997" y="-1919"/>
                  <a:pt x="1087599" y="-2869"/>
                  <a:pt x="1095470" y="9525"/>
                </a:cubicBezTo>
                <a:cubicBezTo>
                  <a:pt x="1101794" y="19482"/>
                  <a:pt x="1100203" y="27064"/>
                  <a:pt x="1090223" y="34542"/>
                </a:cubicBezTo>
                <a:cubicBezTo>
                  <a:pt x="1079145" y="42841"/>
                  <a:pt x="1078053" y="50932"/>
                  <a:pt x="1085402" y="70261"/>
                </a:cubicBezTo>
                <a:cubicBezTo>
                  <a:pt x="1096590" y="99688"/>
                  <a:pt x="1098263" y="100037"/>
                  <a:pt x="1129618" y="79492"/>
                </a:cubicBezTo>
                <a:cubicBezTo>
                  <a:pt x="1162172" y="58162"/>
                  <a:pt x="1193439" y="82829"/>
                  <a:pt x="1173770" y="114324"/>
                </a:cubicBezTo>
                <a:cubicBezTo>
                  <a:pt x="1167324" y="124646"/>
                  <a:pt x="1162050" y="142028"/>
                  <a:pt x="1162050" y="152951"/>
                </a:cubicBezTo>
                <a:cubicBezTo>
                  <a:pt x="1162050" y="176203"/>
                  <a:pt x="1156739" y="181722"/>
                  <a:pt x="1081087" y="237086"/>
                </a:cubicBezTo>
                <a:cubicBezTo>
                  <a:pt x="1049655" y="260089"/>
                  <a:pt x="1008935" y="292780"/>
                  <a:pt x="990600" y="309733"/>
                </a:cubicBezTo>
                <a:cubicBezTo>
                  <a:pt x="955717" y="341984"/>
                  <a:pt x="831181" y="438352"/>
                  <a:pt x="697810" y="536299"/>
                </a:cubicBezTo>
                <a:cubicBezTo>
                  <a:pt x="654647" y="567998"/>
                  <a:pt x="620887" y="595487"/>
                  <a:pt x="622787" y="597387"/>
                </a:cubicBezTo>
                <a:cubicBezTo>
                  <a:pt x="624688" y="599288"/>
                  <a:pt x="724296" y="596488"/>
                  <a:pt x="844140" y="591166"/>
                </a:cubicBezTo>
                <a:cubicBezTo>
                  <a:pt x="963983" y="585844"/>
                  <a:pt x="1154191" y="581525"/>
                  <a:pt x="1266825" y="581568"/>
                </a:cubicBezTo>
                <a:cubicBezTo>
                  <a:pt x="1379458" y="581612"/>
                  <a:pt x="1585198" y="576928"/>
                  <a:pt x="1724025" y="571160"/>
                </a:cubicBezTo>
                <a:cubicBezTo>
                  <a:pt x="1862851" y="565392"/>
                  <a:pt x="2349341" y="559043"/>
                  <a:pt x="2805112" y="557052"/>
                </a:cubicBezTo>
                <a:cubicBezTo>
                  <a:pt x="3260883" y="555060"/>
                  <a:pt x="3683079" y="550838"/>
                  <a:pt x="3743325" y="547668"/>
                </a:cubicBezTo>
                <a:cubicBezTo>
                  <a:pt x="3803570" y="544499"/>
                  <a:pt x="3970734" y="542170"/>
                  <a:pt x="4114800" y="542492"/>
                </a:cubicBezTo>
                <a:cubicBezTo>
                  <a:pt x="4478573" y="543305"/>
                  <a:pt x="4732077" y="533834"/>
                  <a:pt x="4712404" y="520163"/>
                </a:cubicBezTo>
                <a:cubicBezTo>
                  <a:pt x="4455291" y="341506"/>
                  <a:pt x="4333874" y="242433"/>
                  <a:pt x="4333874" y="211292"/>
                </a:cubicBezTo>
                <a:cubicBezTo>
                  <a:pt x="4333874" y="202974"/>
                  <a:pt x="4320308" y="182172"/>
                  <a:pt x="4303726" y="165064"/>
                </a:cubicBezTo>
                <a:cubicBezTo>
                  <a:pt x="4277710" y="138222"/>
                  <a:pt x="4275801" y="133106"/>
                  <a:pt x="4289794" y="127737"/>
                </a:cubicBezTo>
                <a:cubicBezTo>
                  <a:pt x="4298779" y="124288"/>
                  <a:pt x="4313283" y="127753"/>
                  <a:pt x="4322323" y="135508"/>
                </a:cubicBezTo>
                <a:cubicBezTo>
                  <a:pt x="4353201" y="161994"/>
                  <a:pt x="4359900" y="162408"/>
                  <a:pt x="4355145" y="137535"/>
                </a:cubicBezTo>
                <a:cubicBezTo>
                  <a:pt x="4352642" y="124438"/>
                  <a:pt x="4342595" y="109442"/>
                  <a:pt x="4332819" y="104210"/>
                </a:cubicBezTo>
                <a:cubicBezTo>
                  <a:pt x="4319782" y="97232"/>
                  <a:pt x="4315952" y="86522"/>
                  <a:pt x="4318447" y="64017"/>
                </a:cubicBezTo>
                <a:lnTo>
                  <a:pt x="4321848" y="33337"/>
                </a:lnTo>
                <a:lnTo>
                  <a:pt x="4379221" y="34215"/>
                </a:lnTo>
                <a:cubicBezTo>
                  <a:pt x="4428820" y="34974"/>
                  <a:pt x="4444798" y="40232"/>
                  <a:pt x="4497153" y="73023"/>
                </a:cubicBezTo>
                <a:cubicBezTo>
                  <a:pt x="4530460" y="93885"/>
                  <a:pt x="4565056" y="113654"/>
                  <a:pt x="4574031" y="116956"/>
                </a:cubicBezTo>
                <a:cubicBezTo>
                  <a:pt x="4583007" y="120257"/>
                  <a:pt x="4647300" y="161057"/>
                  <a:pt x="4716906" y="207621"/>
                </a:cubicBezTo>
                <a:cubicBezTo>
                  <a:pt x="4786512" y="254186"/>
                  <a:pt x="4927044" y="345419"/>
                  <a:pt x="5029200" y="410361"/>
                </a:cubicBezTo>
                <a:cubicBezTo>
                  <a:pt x="5210836" y="525831"/>
                  <a:pt x="5295900" y="590813"/>
                  <a:pt x="5295900" y="614099"/>
                </a:cubicBezTo>
                <a:cubicBezTo>
                  <a:pt x="5295900" y="620478"/>
                  <a:pt x="5304472" y="633455"/>
                  <a:pt x="5314950" y="642937"/>
                </a:cubicBezTo>
                <a:cubicBezTo>
                  <a:pt x="5362692" y="686143"/>
                  <a:pt x="5309614" y="765679"/>
                  <a:pt x="5168750" y="862012"/>
                </a:cubicBezTo>
                <a:cubicBezTo>
                  <a:pt x="5107382" y="903980"/>
                  <a:pt x="4970984" y="1015686"/>
                  <a:pt x="4819837" y="1147762"/>
                </a:cubicBezTo>
                <a:cubicBezTo>
                  <a:pt x="4661388" y="1286218"/>
                  <a:pt x="4568104" y="1361584"/>
                  <a:pt x="4554865" y="1361838"/>
                </a:cubicBezTo>
                <a:cubicBezTo>
                  <a:pt x="4548061" y="1361968"/>
                  <a:pt x="4517193" y="1379917"/>
                  <a:pt x="4486271" y="1401724"/>
                </a:cubicBezTo>
                <a:cubicBezTo>
                  <a:pt x="4438239" y="1435597"/>
                  <a:pt x="4427845" y="1439545"/>
                  <a:pt x="4414928" y="1428825"/>
                </a:cubicBezTo>
                <a:cubicBezTo>
                  <a:pt x="4401367" y="1417571"/>
                  <a:pt x="4402545" y="1413421"/>
                  <a:pt x="4426357" y="1388567"/>
                </a:cubicBezTo>
                <a:cubicBezTo>
                  <a:pt x="4443947" y="1370207"/>
                  <a:pt x="4447245" y="1363029"/>
                  <a:pt x="4436131" y="1367294"/>
                </a:cubicBezTo>
                <a:cubicBezTo>
                  <a:pt x="4426905" y="1370834"/>
                  <a:pt x="4413433" y="1368815"/>
                  <a:pt x="4406193" y="1362806"/>
                </a:cubicBezTo>
                <a:cubicBezTo>
                  <a:pt x="4398953" y="1356797"/>
                  <a:pt x="4387221" y="1353103"/>
                  <a:pt x="4380121" y="1354597"/>
                </a:cubicBezTo>
                <a:cubicBezTo>
                  <a:pt x="4371914" y="1356323"/>
                  <a:pt x="4368369" y="1350374"/>
                  <a:pt x="4370389" y="1338262"/>
                </a:cubicBezTo>
                <a:cubicBezTo>
                  <a:pt x="4372951" y="1322903"/>
                  <a:pt x="4371198" y="1321519"/>
                  <a:pt x="4361341" y="1331118"/>
                </a:cubicBezTo>
                <a:cubicBezTo>
                  <a:pt x="4339227" y="1352654"/>
                  <a:pt x="4305299" y="1340255"/>
                  <a:pt x="4305299" y="1310638"/>
                </a:cubicBezTo>
                <a:cubicBezTo>
                  <a:pt x="4305299" y="1309399"/>
                  <a:pt x="4320327" y="1291533"/>
                  <a:pt x="4338693" y="1270936"/>
                </a:cubicBezTo>
                <a:cubicBezTo>
                  <a:pt x="4357060" y="1250339"/>
                  <a:pt x="4369918" y="1227779"/>
                  <a:pt x="4367268" y="1220802"/>
                </a:cubicBezTo>
                <a:cubicBezTo>
                  <a:pt x="4359338" y="1199924"/>
                  <a:pt x="4422426" y="1132104"/>
                  <a:pt x="4582460" y="989470"/>
                </a:cubicBezTo>
                <a:cubicBezTo>
                  <a:pt x="4665766" y="915222"/>
                  <a:pt x="4733925" y="852549"/>
                  <a:pt x="4733925" y="850196"/>
                </a:cubicBezTo>
                <a:cubicBezTo>
                  <a:pt x="4733925" y="847842"/>
                  <a:pt x="4683561" y="848266"/>
                  <a:pt x="4622006" y="851137"/>
                </a:cubicBezTo>
                <a:cubicBezTo>
                  <a:pt x="4560450" y="854008"/>
                  <a:pt x="4342923" y="860894"/>
                  <a:pt x="4138612" y="866439"/>
                </a:cubicBezTo>
                <a:cubicBezTo>
                  <a:pt x="3934301" y="871984"/>
                  <a:pt x="3672840" y="880558"/>
                  <a:pt x="3557587" y="885492"/>
                </a:cubicBezTo>
                <a:cubicBezTo>
                  <a:pt x="3442335" y="890426"/>
                  <a:pt x="3270885" y="891655"/>
                  <a:pt x="3176587" y="888223"/>
                </a:cubicBezTo>
                <a:cubicBezTo>
                  <a:pt x="3082290" y="884791"/>
                  <a:pt x="2970847" y="883246"/>
                  <a:pt x="2928937" y="884791"/>
                </a:cubicBezTo>
                <a:cubicBezTo>
                  <a:pt x="2887027" y="886336"/>
                  <a:pt x="2584846" y="888739"/>
                  <a:pt x="2257425" y="890133"/>
                </a:cubicBezTo>
                <a:cubicBezTo>
                  <a:pt x="1930003" y="891526"/>
                  <a:pt x="1548526" y="895675"/>
                  <a:pt x="1409700" y="899353"/>
                </a:cubicBezTo>
                <a:cubicBezTo>
                  <a:pt x="1270873" y="903031"/>
                  <a:pt x="1038526" y="906482"/>
                  <a:pt x="893373" y="907022"/>
                </a:cubicBezTo>
                <a:cubicBezTo>
                  <a:pt x="748221" y="907562"/>
                  <a:pt x="631034" y="910515"/>
                  <a:pt x="632959" y="913583"/>
                </a:cubicBezTo>
                <a:cubicBezTo>
                  <a:pt x="634883" y="916652"/>
                  <a:pt x="673469" y="944880"/>
                  <a:pt x="718704" y="976312"/>
                </a:cubicBezTo>
                <a:cubicBezTo>
                  <a:pt x="872280" y="1083026"/>
                  <a:pt x="1072029" y="1240671"/>
                  <a:pt x="1089597" y="1269027"/>
                </a:cubicBezTo>
                <a:cubicBezTo>
                  <a:pt x="1097295" y="1281452"/>
                  <a:pt x="1096290" y="1289041"/>
                  <a:pt x="1085519" y="1299812"/>
                </a:cubicBezTo>
                <a:cubicBezTo>
                  <a:pt x="1072809" y="1312522"/>
                  <a:pt x="1067099" y="1310437"/>
                  <a:pt x="1034020" y="1281008"/>
                </a:cubicBezTo>
                <a:cubicBezTo>
                  <a:pt x="978580" y="1231686"/>
                  <a:pt x="980939" y="1249126"/>
                  <a:pt x="1037107" y="1303836"/>
                </a:cubicBezTo>
                <a:cubicBezTo>
                  <a:pt x="1089923" y="1355280"/>
                  <a:pt x="1093346" y="1363045"/>
                  <a:pt x="1071280" y="1381359"/>
                </a:cubicBezTo>
                <a:cubicBezTo>
                  <a:pt x="1060035" y="1390691"/>
                  <a:pt x="1051239" y="1390957"/>
                  <a:pt x="1032732" y="1382525"/>
                </a:cubicBezTo>
                <a:cubicBezTo>
                  <a:pt x="1002625" y="1368807"/>
                  <a:pt x="999566" y="1368876"/>
                  <a:pt x="1002506" y="1383203"/>
                </a:cubicBezTo>
                <a:cubicBezTo>
                  <a:pt x="1004105" y="1390995"/>
                  <a:pt x="993988" y="1393811"/>
                  <a:pt x="971700" y="1391776"/>
                </a:cubicBezTo>
                <a:lnTo>
                  <a:pt x="938513" y="1388746"/>
                </a:lnTo>
                <a:lnTo>
                  <a:pt x="961309" y="1407205"/>
                </a:lnTo>
                <a:cubicBezTo>
                  <a:pt x="985457" y="1426759"/>
                  <a:pt x="981794" y="1447800"/>
                  <a:pt x="954243" y="1447800"/>
                </a:cubicBezTo>
                <a:cubicBezTo>
                  <a:pt x="945343" y="1447800"/>
                  <a:pt x="916948" y="1436560"/>
                  <a:pt x="891144" y="14228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measuring arrow"/>
          <p:cNvSpPr/>
          <p:nvPr/>
        </p:nvSpPr>
        <p:spPr>
          <a:xfrm rot="0">
            <a:off x="7572375" y="5824537"/>
            <a:ext cx="1428750" cy="2828925"/>
          </a:xfrm>
          <a:custGeom>
            <a:avLst/>
            <a:gdLst/>
            <a:ahLst/>
            <a:cxnLst/>
            <a:rect l="0" t="0" r="r" b="b"/>
            <a:pathLst>
              <a:path w="1428750" h="2828925">
                <a:moveTo>
                  <a:pt x="616416" y="2759868"/>
                </a:moveTo>
                <a:cubicBezTo>
                  <a:pt x="583405" y="2727126"/>
                  <a:pt x="514646" y="2650212"/>
                  <a:pt x="463618" y="2588947"/>
                </a:cubicBezTo>
                <a:cubicBezTo>
                  <a:pt x="412590" y="2527683"/>
                  <a:pt x="337753" y="2439815"/>
                  <a:pt x="297314" y="2393685"/>
                </a:cubicBezTo>
                <a:cubicBezTo>
                  <a:pt x="113975" y="2184549"/>
                  <a:pt x="32684" y="2072049"/>
                  <a:pt x="47538" y="2048015"/>
                </a:cubicBezTo>
                <a:cubicBezTo>
                  <a:pt x="58900" y="2029630"/>
                  <a:pt x="70856" y="2038345"/>
                  <a:pt x="118235" y="2099546"/>
                </a:cubicBezTo>
                <a:cubicBezTo>
                  <a:pt x="142264" y="2130584"/>
                  <a:pt x="161919" y="2152015"/>
                  <a:pt x="161913" y="2147171"/>
                </a:cubicBezTo>
                <a:cubicBezTo>
                  <a:pt x="161906" y="2142326"/>
                  <a:pt x="152262" y="2126655"/>
                  <a:pt x="140482" y="2112346"/>
                </a:cubicBezTo>
                <a:cubicBezTo>
                  <a:pt x="101600" y="2065120"/>
                  <a:pt x="81210" y="2034667"/>
                  <a:pt x="60961" y="1993576"/>
                </a:cubicBezTo>
                <a:cubicBezTo>
                  <a:pt x="41791" y="1954676"/>
                  <a:pt x="41667" y="1952349"/>
                  <a:pt x="57979" y="1937586"/>
                </a:cubicBezTo>
                <a:cubicBezTo>
                  <a:pt x="67340" y="1929115"/>
                  <a:pt x="79743" y="1925115"/>
                  <a:pt x="85542" y="1928699"/>
                </a:cubicBezTo>
                <a:cubicBezTo>
                  <a:pt x="91340" y="1932282"/>
                  <a:pt x="102507" y="1929884"/>
                  <a:pt x="110358" y="1923368"/>
                </a:cubicBezTo>
                <a:cubicBezTo>
                  <a:pt x="121170" y="1914395"/>
                  <a:pt x="127306" y="1914196"/>
                  <a:pt x="135658" y="1922548"/>
                </a:cubicBezTo>
                <a:cubicBezTo>
                  <a:pt x="151824" y="1938714"/>
                  <a:pt x="166285" y="1936018"/>
                  <a:pt x="152500" y="1919408"/>
                </a:cubicBezTo>
                <a:cubicBezTo>
                  <a:pt x="138402" y="1902421"/>
                  <a:pt x="146317" y="1876425"/>
                  <a:pt x="165588" y="1876425"/>
                </a:cubicBezTo>
                <a:cubicBezTo>
                  <a:pt x="173170" y="1876425"/>
                  <a:pt x="193063" y="1893709"/>
                  <a:pt x="209795" y="1914834"/>
                </a:cubicBezTo>
                <a:cubicBezTo>
                  <a:pt x="231305" y="1941993"/>
                  <a:pt x="245185" y="1951667"/>
                  <a:pt x="257179" y="1947861"/>
                </a:cubicBezTo>
                <a:cubicBezTo>
                  <a:pt x="273916" y="1942549"/>
                  <a:pt x="407964" y="2076963"/>
                  <a:pt x="501697" y="2193047"/>
                </a:cubicBezTo>
                <a:lnTo>
                  <a:pt x="538162" y="2238206"/>
                </a:lnTo>
                <a:lnTo>
                  <a:pt x="544623" y="2007309"/>
                </a:lnTo>
                <a:cubicBezTo>
                  <a:pt x="548176" y="1880316"/>
                  <a:pt x="550319" y="1515998"/>
                  <a:pt x="549385" y="1197715"/>
                </a:cubicBezTo>
                <a:lnTo>
                  <a:pt x="547687" y="619018"/>
                </a:lnTo>
                <a:lnTo>
                  <a:pt x="457497" y="716703"/>
                </a:lnTo>
                <a:cubicBezTo>
                  <a:pt x="322370" y="863059"/>
                  <a:pt x="264538" y="915996"/>
                  <a:pt x="245251" y="910985"/>
                </a:cubicBezTo>
                <a:cubicBezTo>
                  <a:pt x="234460" y="908181"/>
                  <a:pt x="217636" y="919294"/>
                  <a:pt x="197626" y="942443"/>
                </a:cubicBezTo>
                <a:cubicBezTo>
                  <a:pt x="156086" y="990501"/>
                  <a:pt x="129560" y="1004225"/>
                  <a:pt x="114133" y="985637"/>
                </a:cubicBezTo>
                <a:cubicBezTo>
                  <a:pt x="105175" y="974842"/>
                  <a:pt x="105049" y="968408"/>
                  <a:pt x="113596" y="958110"/>
                </a:cubicBezTo>
                <a:cubicBezTo>
                  <a:pt x="121836" y="948181"/>
                  <a:pt x="121939" y="942933"/>
                  <a:pt x="113990" y="938021"/>
                </a:cubicBezTo>
                <a:cubicBezTo>
                  <a:pt x="107753" y="934166"/>
                  <a:pt x="105760" y="921293"/>
                  <a:pt x="109249" y="907393"/>
                </a:cubicBezTo>
                <a:cubicBezTo>
                  <a:pt x="113997" y="888476"/>
                  <a:pt x="112214" y="884587"/>
                  <a:pt x="100801" y="888966"/>
                </a:cubicBezTo>
                <a:cubicBezTo>
                  <a:pt x="76861" y="898153"/>
                  <a:pt x="72830" y="876352"/>
                  <a:pt x="94252" y="853549"/>
                </a:cubicBezTo>
                <a:cubicBezTo>
                  <a:pt x="105278" y="841812"/>
                  <a:pt x="114299" y="828942"/>
                  <a:pt x="114300" y="824949"/>
                </a:cubicBezTo>
                <a:cubicBezTo>
                  <a:pt x="114300" y="820955"/>
                  <a:pt x="103122" y="830972"/>
                  <a:pt x="89460" y="847208"/>
                </a:cubicBezTo>
                <a:cubicBezTo>
                  <a:pt x="55670" y="887366"/>
                  <a:pt x="31095" y="899774"/>
                  <a:pt x="13792" y="885414"/>
                </a:cubicBezTo>
                <a:cubicBezTo>
                  <a:pt x="2194" y="875788"/>
                  <a:pt x="2972" y="870303"/>
                  <a:pt x="19164" y="847564"/>
                </a:cubicBezTo>
                <a:cubicBezTo>
                  <a:pt x="29578" y="832938"/>
                  <a:pt x="38099" y="810683"/>
                  <a:pt x="38099" y="798108"/>
                </a:cubicBezTo>
                <a:cubicBezTo>
                  <a:pt x="38099" y="763190"/>
                  <a:pt x="110326" y="667972"/>
                  <a:pt x="264670" y="499412"/>
                </a:cubicBezTo>
                <a:cubicBezTo>
                  <a:pt x="341748" y="415235"/>
                  <a:pt x="448539" y="295220"/>
                  <a:pt x="501983" y="232712"/>
                </a:cubicBezTo>
                <a:cubicBezTo>
                  <a:pt x="651929" y="57337"/>
                  <a:pt x="710617" y="0"/>
                  <a:pt x="740177" y="0"/>
                </a:cubicBezTo>
                <a:cubicBezTo>
                  <a:pt x="763247" y="0"/>
                  <a:pt x="853812" y="101266"/>
                  <a:pt x="1020018" y="312907"/>
                </a:cubicBezTo>
                <a:cubicBezTo>
                  <a:pt x="1388635" y="782294"/>
                  <a:pt x="1406063" y="807818"/>
                  <a:pt x="1377476" y="836405"/>
                </a:cubicBezTo>
                <a:cubicBezTo>
                  <a:pt x="1364081" y="849800"/>
                  <a:pt x="1360752" y="849480"/>
                  <a:pt x="1342607" y="833059"/>
                </a:cubicBezTo>
                <a:cubicBezTo>
                  <a:pt x="1322571" y="814927"/>
                  <a:pt x="1322555" y="814940"/>
                  <a:pt x="1329253" y="843221"/>
                </a:cubicBezTo>
                <a:cubicBezTo>
                  <a:pt x="1332941" y="858795"/>
                  <a:pt x="1339692" y="875609"/>
                  <a:pt x="1344254" y="880586"/>
                </a:cubicBezTo>
                <a:cubicBezTo>
                  <a:pt x="1360041" y="897806"/>
                  <a:pt x="1353443" y="916855"/>
                  <a:pt x="1333500" y="911640"/>
                </a:cubicBezTo>
                <a:cubicBezTo>
                  <a:pt x="1320973" y="908364"/>
                  <a:pt x="1314450" y="911347"/>
                  <a:pt x="1314450" y="920353"/>
                </a:cubicBezTo>
                <a:cubicBezTo>
                  <a:pt x="1314450" y="927885"/>
                  <a:pt x="1307774" y="936609"/>
                  <a:pt x="1299615" y="939740"/>
                </a:cubicBezTo>
                <a:cubicBezTo>
                  <a:pt x="1291455" y="942871"/>
                  <a:pt x="1287085" y="951439"/>
                  <a:pt x="1289902" y="958781"/>
                </a:cubicBezTo>
                <a:cubicBezTo>
                  <a:pt x="1292975" y="966789"/>
                  <a:pt x="1285767" y="976347"/>
                  <a:pt x="1271885" y="982672"/>
                </a:cubicBezTo>
                <a:cubicBezTo>
                  <a:pt x="1251386" y="992012"/>
                  <a:pt x="1245825" y="989744"/>
                  <a:pt x="1223159" y="962807"/>
                </a:cubicBezTo>
                <a:cubicBezTo>
                  <a:pt x="1207303" y="943964"/>
                  <a:pt x="1192119" y="934493"/>
                  <a:pt x="1183232" y="937903"/>
                </a:cubicBezTo>
                <a:cubicBezTo>
                  <a:pt x="1175344" y="940930"/>
                  <a:pt x="1158938" y="936886"/>
                  <a:pt x="1146775" y="928916"/>
                </a:cubicBezTo>
                <a:cubicBezTo>
                  <a:pt x="1125979" y="915290"/>
                  <a:pt x="963868" y="734708"/>
                  <a:pt x="899296" y="653241"/>
                </a:cubicBezTo>
                <a:lnTo>
                  <a:pt x="869905" y="616159"/>
                </a:lnTo>
                <a:lnTo>
                  <a:pt x="869387" y="805761"/>
                </a:lnTo>
                <a:cubicBezTo>
                  <a:pt x="869101" y="910041"/>
                  <a:pt x="868050" y="1218247"/>
                  <a:pt x="867050" y="1490662"/>
                </a:cubicBezTo>
                <a:cubicBezTo>
                  <a:pt x="866049" y="1763077"/>
                  <a:pt x="865660" y="2039540"/>
                  <a:pt x="866185" y="2105025"/>
                </a:cubicBezTo>
                <a:lnTo>
                  <a:pt x="867139" y="2224087"/>
                </a:lnTo>
                <a:lnTo>
                  <a:pt x="925754" y="2157412"/>
                </a:lnTo>
                <a:cubicBezTo>
                  <a:pt x="1027299" y="2041905"/>
                  <a:pt x="1189565" y="1884004"/>
                  <a:pt x="1202253" y="1888352"/>
                </a:cubicBezTo>
                <a:cubicBezTo>
                  <a:pt x="1208954" y="1890648"/>
                  <a:pt x="1231482" y="1878018"/>
                  <a:pt x="1252314" y="1860284"/>
                </a:cubicBezTo>
                <a:cubicBezTo>
                  <a:pt x="1301353" y="1818538"/>
                  <a:pt x="1328497" y="1820869"/>
                  <a:pt x="1329368" y="1866900"/>
                </a:cubicBezTo>
                <a:cubicBezTo>
                  <a:pt x="1329715" y="1885235"/>
                  <a:pt x="1326132" y="1908144"/>
                  <a:pt x="1321406" y="1917807"/>
                </a:cubicBezTo>
                <a:cubicBezTo>
                  <a:pt x="1314190" y="1932563"/>
                  <a:pt x="1315868" y="1934408"/>
                  <a:pt x="1331880" y="1929326"/>
                </a:cubicBezTo>
                <a:cubicBezTo>
                  <a:pt x="1342367" y="1925998"/>
                  <a:pt x="1353649" y="1927647"/>
                  <a:pt x="1356952" y="1932992"/>
                </a:cubicBezTo>
                <a:cubicBezTo>
                  <a:pt x="1360929" y="1939427"/>
                  <a:pt x="1369191" y="1938817"/>
                  <a:pt x="1381412" y="1931184"/>
                </a:cubicBezTo>
                <a:cubicBezTo>
                  <a:pt x="1412215" y="1911948"/>
                  <a:pt x="1434144" y="1940684"/>
                  <a:pt x="1412377" y="1971761"/>
                </a:cubicBezTo>
                <a:cubicBezTo>
                  <a:pt x="1403407" y="1984567"/>
                  <a:pt x="1397262" y="2006418"/>
                  <a:pt x="1398720" y="2020320"/>
                </a:cubicBezTo>
                <a:cubicBezTo>
                  <a:pt x="1401827" y="2049943"/>
                  <a:pt x="1338880" y="2130480"/>
                  <a:pt x="1126996" y="2367972"/>
                </a:cubicBezTo>
                <a:cubicBezTo>
                  <a:pt x="1052710" y="2451237"/>
                  <a:pt x="959440" y="2559685"/>
                  <a:pt x="919729" y="2608968"/>
                </a:cubicBezTo>
                <a:cubicBezTo>
                  <a:pt x="792483" y="2766884"/>
                  <a:pt x="736585" y="2819400"/>
                  <a:pt x="695741" y="2819400"/>
                </a:cubicBezTo>
                <a:cubicBezTo>
                  <a:pt x="684813" y="2819400"/>
                  <a:pt x="650392" y="2793567"/>
                  <a:pt x="616416" y="2759868"/>
                </a:cubicBezTo>
                <a:close/>
                <a:moveTo>
                  <a:pt x="1294410" y="745331"/>
                </a:moveTo>
                <a:cubicBezTo>
                  <a:pt x="1234974" y="668211"/>
                  <a:pt x="1219220" y="657452"/>
                  <a:pt x="1263328" y="724104"/>
                </a:cubicBezTo>
                <a:cubicBezTo>
                  <a:pt x="1277121" y="744946"/>
                  <a:pt x="1292647" y="762000"/>
                  <a:pt x="1297832" y="762000"/>
                </a:cubicBezTo>
                <a:cubicBezTo>
                  <a:pt x="1303016" y="762000"/>
                  <a:pt x="1301476" y="754499"/>
                  <a:pt x="1294410" y="7453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TEXT: in my hand"/>
          <p:cNvSpPr/>
          <p:nvPr/>
        </p:nvSpPr>
        <p:spPr>
          <a:xfrm rot="180000">
            <a:off x="842962" y="1690688"/>
            <a:ext cx="4410075" cy="100012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in my hand</a:t>
            </a:r>
          </a:p>
        </p:txBody>
      </p:sp>
      <p:sp>
        <p:nvSpPr>
          <p:cNvPr id="7" name="TEXT: [fits in one hand]"/>
          <p:cNvSpPr/>
          <p:nvPr/>
        </p:nvSpPr>
        <p:spPr>
          <a:xfrm rot="21480000">
            <a:off x="2347912" y="11477625"/>
            <a:ext cx="5591175" cy="8572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[fits in one hand]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342900" y="3348038"/>
            <a:ext cx="4838700" cy="8543925"/>
          </a:xfrm>
          <a:prstGeom prst="rect">
            <a:avLst/>
          </a:prstGeom>
        </p:spPr>
      </p:pic>
      <p:sp>
        <p:nvSpPr>
          <p:cNvPr id="4" name="PHOTO: Your shop photo (screenshot)"/>
          <p:cNvSpPr/>
          <p:nvPr/>
        </p:nvSpPr>
        <p:spPr>
          <a:xfrm rot="180000">
            <a:off x="1190625" y="4176712"/>
            <a:ext cx="3133725" cy="68865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hoto border" descr="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4857750" y="4000500"/>
            <a:ext cx="4953000" cy="7239000"/>
          </a:xfrm>
          <a:prstGeom prst="rect">
            <a:avLst/>
          </a:prstGeom>
        </p:spPr>
      </p:pic>
      <p:sp>
        <p:nvSpPr>
          <p:cNvPr id="6" name="PHOTO: In real life"/>
          <p:cNvSpPr/>
          <p:nvPr/>
        </p:nvSpPr>
        <p:spPr>
          <a:xfrm rot="-180000">
            <a:off x="5429250" y="4572000"/>
            <a:ext cx="3810000" cy="609600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7" name="TEXT: on screen"/>
          <p:cNvSpPr/>
          <p:nvPr/>
        </p:nvSpPr>
        <p:spPr>
          <a:xfrm rot="180000">
            <a:off x="1338262" y="11725275"/>
            <a:ext cx="2847975" cy="7429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FFFFFF"/>
                </a:solidFill>
                <a:latin typeface="Montserrat"/>
              </a:rPr>
              <a:t>on screen</a:t>
            </a:r>
          </a:p>
        </p:txBody>
      </p:sp>
      <p:sp>
        <p:nvSpPr>
          <p:cNvPr id="8" name="TEXT: in real life"/>
          <p:cNvSpPr/>
          <p:nvPr/>
        </p:nvSpPr>
        <p:spPr>
          <a:xfrm rot="21420000">
            <a:off x="5857875" y="11439525"/>
            <a:ext cx="2952750" cy="74295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181716"/>
                </a:solidFill>
                <a:latin typeface="Montserrat"/>
              </a:rPr>
              <a:t>in real life</a:t>
            </a:r>
          </a:p>
        </p:txBody>
      </p:sp>
      <p:sp>
        <p:nvSpPr>
          <p:cNvPr id="9" name="arrow"/>
          <p:cNvSpPr/>
          <p:nvPr/>
        </p:nvSpPr>
        <p:spPr>
          <a:xfrm rot="0">
            <a:off x="4048125" y="2576512"/>
            <a:ext cx="2190750" cy="1133475"/>
          </a:xfrm>
          <a:custGeom>
            <a:avLst/>
            <a:gdLst/>
            <a:ahLst/>
            <a:cxnLst/>
            <a:rect l="0" t="0" r="r" b="b"/>
            <a:pathLst>
              <a:path w="2190750" h="1133475">
                <a:moveTo>
                  <a:pt x="817638" y="1112882"/>
                </a:moveTo>
                <a:cubicBezTo>
                  <a:pt x="912838" y="1069169"/>
                  <a:pt x="1065504" y="1072457"/>
                  <a:pt x="1128151" y="1119570"/>
                </a:cubicBezTo>
                <a:cubicBezTo>
                  <a:pt x="1144558" y="1131908"/>
                  <a:pt x="1125782" y="1133384"/>
                  <a:pt x="961464" y="1132672"/>
                </a:cubicBezTo>
                <a:lnTo>
                  <a:pt x="776287" y="1131869"/>
                </a:lnTo>
                <a:lnTo>
                  <a:pt x="817638" y="1112882"/>
                </a:lnTo>
                <a:close/>
                <a:moveTo>
                  <a:pt x="1952625" y="934758"/>
                </a:moveTo>
                <a:cubicBezTo>
                  <a:pt x="1742847" y="843308"/>
                  <a:pt x="1643946" y="794854"/>
                  <a:pt x="1628775" y="776097"/>
                </a:cubicBezTo>
                <a:cubicBezTo>
                  <a:pt x="1615654" y="759875"/>
                  <a:pt x="1616043" y="758969"/>
                  <a:pt x="1633537" y="765002"/>
                </a:cubicBezTo>
                <a:cubicBezTo>
                  <a:pt x="1652293" y="771470"/>
                  <a:pt x="1652302" y="771350"/>
                  <a:pt x="1634098" y="757260"/>
                </a:cubicBezTo>
                <a:cubicBezTo>
                  <a:pt x="1623929" y="749389"/>
                  <a:pt x="1612141" y="742950"/>
                  <a:pt x="1607904" y="742950"/>
                </a:cubicBezTo>
                <a:cubicBezTo>
                  <a:pt x="1589729" y="742950"/>
                  <a:pt x="1602274" y="723742"/>
                  <a:pt x="1624012" y="718286"/>
                </a:cubicBezTo>
                <a:cubicBezTo>
                  <a:pt x="1647367" y="712424"/>
                  <a:pt x="1657588" y="695325"/>
                  <a:pt x="1637737" y="695325"/>
                </a:cubicBezTo>
                <a:cubicBezTo>
                  <a:pt x="1632189" y="695325"/>
                  <a:pt x="1630047" y="691446"/>
                  <a:pt x="1632977" y="686706"/>
                </a:cubicBezTo>
                <a:cubicBezTo>
                  <a:pt x="1645157" y="666999"/>
                  <a:pt x="1778971" y="699980"/>
                  <a:pt x="1870204" y="745176"/>
                </a:cubicBezTo>
                <a:cubicBezTo>
                  <a:pt x="1890357" y="755160"/>
                  <a:pt x="1908482" y="761692"/>
                  <a:pt x="1910481" y="759693"/>
                </a:cubicBezTo>
                <a:cubicBezTo>
                  <a:pt x="1912481" y="757693"/>
                  <a:pt x="1888152" y="715907"/>
                  <a:pt x="1856417" y="666834"/>
                </a:cubicBezTo>
                <a:cubicBezTo>
                  <a:pt x="1552463" y="196821"/>
                  <a:pt x="939390" y="41785"/>
                  <a:pt x="462870" y="314429"/>
                </a:cubicBezTo>
                <a:cubicBezTo>
                  <a:pt x="351258" y="378288"/>
                  <a:pt x="152281" y="547652"/>
                  <a:pt x="72717" y="646514"/>
                </a:cubicBezTo>
                <a:cubicBezTo>
                  <a:pt x="58486" y="664198"/>
                  <a:pt x="44089" y="675914"/>
                  <a:pt x="40724" y="672549"/>
                </a:cubicBezTo>
                <a:cubicBezTo>
                  <a:pt x="37360" y="669185"/>
                  <a:pt x="39679" y="661360"/>
                  <a:pt x="45878" y="655161"/>
                </a:cubicBezTo>
                <a:cubicBezTo>
                  <a:pt x="52077" y="648962"/>
                  <a:pt x="57150" y="636752"/>
                  <a:pt x="57150" y="628029"/>
                </a:cubicBezTo>
                <a:cubicBezTo>
                  <a:pt x="57150" y="619306"/>
                  <a:pt x="66033" y="600875"/>
                  <a:pt x="76891" y="587072"/>
                </a:cubicBezTo>
                <a:cubicBezTo>
                  <a:pt x="87749" y="573268"/>
                  <a:pt x="92248" y="561974"/>
                  <a:pt x="86889" y="561975"/>
                </a:cubicBezTo>
                <a:cubicBezTo>
                  <a:pt x="81530" y="561975"/>
                  <a:pt x="73177" y="569066"/>
                  <a:pt x="68327" y="577734"/>
                </a:cubicBezTo>
                <a:cubicBezTo>
                  <a:pt x="62683" y="587819"/>
                  <a:pt x="53504" y="591189"/>
                  <a:pt x="42834" y="587094"/>
                </a:cubicBezTo>
                <a:cubicBezTo>
                  <a:pt x="33663" y="583575"/>
                  <a:pt x="19572" y="586128"/>
                  <a:pt x="11520" y="592766"/>
                </a:cubicBezTo>
                <a:cubicBezTo>
                  <a:pt x="-1350" y="603379"/>
                  <a:pt x="-1739" y="602248"/>
                  <a:pt x="8300" y="583406"/>
                </a:cubicBezTo>
                <a:cubicBezTo>
                  <a:pt x="14581" y="571619"/>
                  <a:pt x="16901" y="561975"/>
                  <a:pt x="13456" y="561975"/>
                </a:cubicBezTo>
                <a:cubicBezTo>
                  <a:pt x="10011" y="561975"/>
                  <a:pt x="12182" y="555962"/>
                  <a:pt x="18281" y="548613"/>
                </a:cubicBezTo>
                <a:cubicBezTo>
                  <a:pt x="26549" y="538650"/>
                  <a:pt x="26600" y="534329"/>
                  <a:pt x="18480" y="531622"/>
                </a:cubicBezTo>
                <a:cubicBezTo>
                  <a:pt x="12198" y="529528"/>
                  <a:pt x="22107" y="510616"/>
                  <a:pt x="41895" y="486932"/>
                </a:cubicBezTo>
                <a:cubicBezTo>
                  <a:pt x="60762" y="464349"/>
                  <a:pt x="76200" y="442721"/>
                  <a:pt x="76200" y="438870"/>
                </a:cubicBezTo>
                <a:cubicBezTo>
                  <a:pt x="76200" y="424126"/>
                  <a:pt x="245783" y="257771"/>
                  <a:pt x="304800" y="214622"/>
                </a:cubicBezTo>
                <a:cubicBezTo>
                  <a:pt x="592293" y="4425"/>
                  <a:pt x="1014678" y="-52831"/>
                  <a:pt x="1358823" y="71744"/>
                </a:cubicBezTo>
                <a:cubicBezTo>
                  <a:pt x="1410139" y="90319"/>
                  <a:pt x="1461072" y="113923"/>
                  <a:pt x="1472008" y="124196"/>
                </a:cubicBezTo>
                <a:cubicBezTo>
                  <a:pt x="1482943" y="134469"/>
                  <a:pt x="1500615" y="142875"/>
                  <a:pt x="1511278" y="142875"/>
                </a:cubicBezTo>
                <a:cubicBezTo>
                  <a:pt x="1521942" y="142875"/>
                  <a:pt x="1548417" y="155733"/>
                  <a:pt x="1570113" y="171450"/>
                </a:cubicBezTo>
                <a:cubicBezTo>
                  <a:pt x="1591809" y="187166"/>
                  <a:pt x="1613229" y="200025"/>
                  <a:pt x="1617714" y="200025"/>
                </a:cubicBezTo>
                <a:cubicBezTo>
                  <a:pt x="1635371" y="200024"/>
                  <a:pt x="1789015" y="324156"/>
                  <a:pt x="1841257" y="380628"/>
                </a:cubicBezTo>
                <a:cubicBezTo>
                  <a:pt x="1905711" y="450300"/>
                  <a:pt x="1982059" y="556054"/>
                  <a:pt x="2016874" y="623887"/>
                </a:cubicBezTo>
                <a:cubicBezTo>
                  <a:pt x="2044834" y="678363"/>
                  <a:pt x="2043588" y="680122"/>
                  <a:pt x="2056705" y="567635"/>
                </a:cubicBezTo>
                <a:cubicBezTo>
                  <a:pt x="2067051" y="478911"/>
                  <a:pt x="2090808" y="417541"/>
                  <a:pt x="2116254" y="413806"/>
                </a:cubicBezTo>
                <a:cubicBezTo>
                  <a:pt x="2124498" y="412596"/>
                  <a:pt x="2140347" y="408717"/>
                  <a:pt x="2151472" y="405186"/>
                </a:cubicBezTo>
                <a:cubicBezTo>
                  <a:pt x="2168882" y="399660"/>
                  <a:pt x="2171700" y="402570"/>
                  <a:pt x="2171700" y="426078"/>
                </a:cubicBezTo>
                <a:cubicBezTo>
                  <a:pt x="2171700" y="441099"/>
                  <a:pt x="2176411" y="458101"/>
                  <a:pt x="2182169" y="463859"/>
                </a:cubicBezTo>
                <a:cubicBezTo>
                  <a:pt x="2189779" y="471469"/>
                  <a:pt x="2189710" y="501529"/>
                  <a:pt x="2181919" y="573899"/>
                </a:cubicBezTo>
                <a:cubicBezTo>
                  <a:pt x="2176022" y="628662"/>
                  <a:pt x="2167277" y="738999"/>
                  <a:pt x="2162484" y="819092"/>
                </a:cubicBezTo>
                <a:cubicBezTo>
                  <a:pt x="2157691" y="899184"/>
                  <a:pt x="2150169" y="968315"/>
                  <a:pt x="2145768" y="972716"/>
                </a:cubicBezTo>
                <a:cubicBezTo>
                  <a:pt x="2120548" y="997936"/>
                  <a:pt x="2078669" y="989706"/>
                  <a:pt x="1952625" y="934758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00050" y="2305050"/>
            <a:ext cx="7962900" cy="9867900"/>
          </a:xfrm>
          <a:prstGeom prst="rect">
            <a:avLst/>
          </a:prstGeom>
        </p:spPr>
      </p:pic>
      <p:sp>
        <p:nvSpPr>
          <p:cNvPr id="4" name="PHOTO: In use"/>
          <p:cNvSpPr/>
          <p:nvPr/>
        </p:nvSpPr>
        <p:spPr>
          <a:xfrm rot="120000">
            <a:off x="1047750" y="2952750"/>
            <a:ext cx="6667500" cy="8572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mug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6134100" y="9043988"/>
            <a:ext cx="4495800" cy="4200525"/>
          </a:xfrm>
          <a:prstGeom prst="rect">
            <a:avLst/>
          </a:prstGeom>
        </p:spPr>
      </p:pic>
      <p:sp>
        <p:nvSpPr>
          <p:cNvPr id="6" name="mug pattern"/>
          <p:cNvSpPr/>
          <p:nvPr/>
        </p:nvSpPr>
        <p:spPr>
          <a:xfrm rot="-360000">
            <a:off x="6134100" y="9043987"/>
            <a:ext cx="4495800" cy="4200525"/>
          </a:xfrm>
          <a:custGeom>
            <a:avLst/>
            <a:gdLst/>
            <a:ahLst/>
            <a:cxnLst/>
            <a:rect l="0" t="0" r="r" b="b"/>
            <a:pathLst>
              <a:path w="4495800" h="4200525">
                <a:moveTo>
                  <a:pt x="1143000" y="3564579"/>
                </a:moveTo>
                <a:cubicBezTo>
                  <a:pt x="1029997" y="3547211"/>
                  <a:pt x="873696" y="3448199"/>
                  <a:pt x="852158" y="3380339"/>
                </a:cubicBezTo>
                <a:cubicBezTo>
                  <a:pt x="843997" y="3354626"/>
                  <a:pt x="843702" y="3354772"/>
                  <a:pt x="909637" y="3351955"/>
                </a:cubicBezTo>
                <a:cubicBezTo>
                  <a:pt x="941070" y="3350612"/>
                  <a:pt x="969316" y="3345752"/>
                  <a:pt x="972407" y="3341154"/>
                </a:cubicBezTo>
                <a:cubicBezTo>
                  <a:pt x="979428" y="3330711"/>
                  <a:pt x="988360" y="3330774"/>
                  <a:pt x="1128712" y="3342262"/>
                </a:cubicBezTo>
                <a:cubicBezTo>
                  <a:pt x="1191577" y="3347408"/>
                  <a:pt x="1260157" y="3349289"/>
                  <a:pt x="1281112" y="3346442"/>
                </a:cubicBezTo>
                <a:cubicBezTo>
                  <a:pt x="1302067" y="3343596"/>
                  <a:pt x="1400651" y="3339579"/>
                  <a:pt x="1500187" y="3337517"/>
                </a:cubicBezTo>
                <a:cubicBezTo>
                  <a:pt x="1599723" y="3335455"/>
                  <a:pt x="1801177" y="3329012"/>
                  <a:pt x="1947862" y="3323199"/>
                </a:cubicBezTo>
                <a:cubicBezTo>
                  <a:pt x="2149746" y="3315199"/>
                  <a:pt x="2235396" y="3315350"/>
                  <a:pt x="2300287" y="3323818"/>
                </a:cubicBezTo>
                <a:cubicBezTo>
                  <a:pt x="2446856" y="3342945"/>
                  <a:pt x="2507204" y="3345155"/>
                  <a:pt x="2600029" y="3334791"/>
                </a:cubicBezTo>
                <a:cubicBezTo>
                  <a:pt x="2649387" y="3329280"/>
                  <a:pt x="2691598" y="3326598"/>
                  <a:pt x="2693830" y="3328830"/>
                </a:cubicBezTo>
                <a:cubicBezTo>
                  <a:pt x="2702432" y="3337432"/>
                  <a:pt x="2646285" y="3419459"/>
                  <a:pt x="2613036" y="3446866"/>
                </a:cubicBezTo>
                <a:cubicBezTo>
                  <a:pt x="2507037" y="3534239"/>
                  <a:pt x="2399453" y="3558045"/>
                  <a:pt x="2185987" y="3541362"/>
                </a:cubicBezTo>
                <a:cubicBezTo>
                  <a:pt x="1977428" y="3525063"/>
                  <a:pt x="1698188" y="3523027"/>
                  <a:pt x="1641375" y="3537391"/>
                </a:cubicBezTo>
                <a:cubicBezTo>
                  <a:pt x="1557685" y="3558550"/>
                  <a:pt x="1222681" y="3576826"/>
                  <a:pt x="1143000" y="3564579"/>
                </a:cubicBezTo>
                <a:close/>
                <a:moveTo>
                  <a:pt x="1266825" y="3543300"/>
                </a:moveTo>
                <a:cubicBezTo>
                  <a:pt x="1266825" y="3537635"/>
                  <a:pt x="1236903" y="3534404"/>
                  <a:pt x="1193006" y="3535327"/>
                </a:cubicBezTo>
                <a:cubicBezTo>
                  <a:pt x="1119404" y="3536875"/>
                  <a:pt x="1119341" y="3536898"/>
                  <a:pt x="1171575" y="3543300"/>
                </a:cubicBezTo>
                <a:cubicBezTo>
                  <a:pt x="1254357" y="3553444"/>
                  <a:pt x="1266825" y="3553444"/>
                  <a:pt x="1266825" y="3543300"/>
                </a:cubicBezTo>
                <a:close/>
                <a:moveTo>
                  <a:pt x="1326537" y="3537052"/>
                </a:moveTo>
                <a:cubicBezTo>
                  <a:pt x="1320088" y="3534443"/>
                  <a:pt x="1307230" y="3534284"/>
                  <a:pt x="1297962" y="3536699"/>
                </a:cubicBezTo>
                <a:cubicBezTo>
                  <a:pt x="1288695" y="3539114"/>
                  <a:pt x="1293971" y="3541248"/>
                  <a:pt x="1309687" y="3541443"/>
                </a:cubicBezTo>
                <a:cubicBezTo>
                  <a:pt x="1325403" y="3541637"/>
                  <a:pt x="1332986" y="3539661"/>
                  <a:pt x="1326537" y="3537052"/>
                </a:cubicBezTo>
                <a:close/>
                <a:moveTo>
                  <a:pt x="928687" y="3333750"/>
                </a:moveTo>
                <a:cubicBezTo>
                  <a:pt x="931925" y="3328511"/>
                  <a:pt x="941003" y="3324225"/>
                  <a:pt x="948861" y="3324225"/>
                </a:cubicBezTo>
                <a:cubicBezTo>
                  <a:pt x="956719" y="3324225"/>
                  <a:pt x="960500" y="3328511"/>
                  <a:pt x="957262" y="3333750"/>
                </a:cubicBezTo>
                <a:cubicBezTo>
                  <a:pt x="954024" y="3338988"/>
                  <a:pt x="944946" y="3343275"/>
                  <a:pt x="937088" y="3343275"/>
                </a:cubicBezTo>
                <a:cubicBezTo>
                  <a:pt x="929230" y="3343275"/>
                  <a:pt x="925449" y="3338988"/>
                  <a:pt x="928687" y="3333750"/>
                </a:cubicBezTo>
                <a:close/>
                <a:moveTo>
                  <a:pt x="1148849" y="3203074"/>
                </a:moveTo>
                <a:cubicBezTo>
                  <a:pt x="1145171" y="3199396"/>
                  <a:pt x="1065199" y="3197674"/>
                  <a:pt x="971131" y="3199245"/>
                </a:cubicBezTo>
                <a:cubicBezTo>
                  <a:pt x="877064" y="3200817"/>
                  <a:pt x="800029" y="3200648"/>
                  <a:pt x="799943" y="3198870"/>
                </a:cubicBezTo>
                <a:cubicBezTo>
                  <a:pt x="799857" y="3197092"/>
                  <a:pt x="791962" y="3152482"/>
                  <a:pt x="782399" y="3099736"/>
                </a:cubicBezTo>
                <a:lnTo>
                  <a:pt x="765012" y="3003835"/>
                </a:lnTo>
                <a:lnTo>
                  <a:pt x="861137" y="3004082"/>
                </a:lnTo>
                <a:cubicBezTo>
                  <a:pt x="994467" y="3004424"/>
                  <a:pt x="1255427" y="2992407"/>
                  <a:pt x="1352550" y="2981453"/>
                </a:cubicBezTo>
                <a:cubicBezTo>
                  <a:pt x="1521378" y="2962412"/>
                  <a:pt x="1789384" y="2950582"/>
                  <a:pt x="1909497" y="2956869"/>
                </a:cubicBezTo>
                <a:cubicBezTo>
                  <a:pt x="1977746" y="2960442"/>
                  <a:pt x="2196465" y="2965111"/>
                  <a:pt x="2395537" y="2967245"/>
                </a:cubicBezTo>
                <a:cubicBezTo>
                  <a:pt x="2775831" y="2971321"/>
                  <a:pt x="2800431" y="2972343"/>
                  <a:pt x="2914084" y="2988790"/>
                </a:cubicBezTo>
                <a:cubicBezTo>
                  <a:pt x="2953064" y="2994431"/>
                  <a:pt x="3005570" y="2996605"/>
                  <a:pt x="3030765" y="2993621"/>
                </a:cubicBezTo>
                <a:cubicBezTo>
                  <a:pt x="3057466" y="2990459"/>
                  <a:pt x="3076575" y="2992012"/>
                  <a:pt x="3076575" y="2997345"/>
                </a:cubicBezTo>
                <a:cubicBezTo>
                  <a:pt x="3076575" y="3008430"/>
                  <a:pt x="2873119" y="3057525"/>
                  <a:pt x="2827181" y="3057525"/>
                </a:cubicBezTo>
                <a:cubicBezTo>
                  <a:pt x="2780805" y="3057525"/>
                  <a:pt x="2759370" y="3077283"/>
                  <a:pt x="2748092" y="3130429"/>
                </a:cubicBezTo>
                <a:lnTo>
                  <a:pt x="2738296" y="3176587"/>
                </a:lnTo>
                <a:lnTo>
                  <a:pt x="2685105" y="3177964"/>
                </a:lnTo>
                <a:cubicBezTo>
                  <a:pt x="2655851" y="3178721"/>
                  <a:pt x="2593732" y="3183925"/>
                  <a:pt x="2547064" y="3189527"/>
                </a:cubicBezTo>
                <a:cubicBezTo>
                  <a:pt x="2500395" y="3195130"/>
                  <a:pt x="2436495" y="3198010"/>
                  <a:pt x="2405062" y="3195928"/>
                </a:cubicBezTo>
                <a:cubicBezTo>
                  <a:pt x="2373630" y="3193847"/>
                  <a:pt x="2231437" y="3188611"/>
                  <a:pt x="2089078" y="3184294"/>
                </a:cubicBezTo>
                <a:cubicBezTo>
                  <a:pt x="1946719" y="3179976"/>
                  <a:pt x="1827061" y="3173261"/>
                  <a:pt x="1823172" y="3169372"/>
                </a:cubicBezTo>
                <a:cubicBezTo>
                  <a:pt x="1819282" y="3165482"/>
                  <a:pt x="1824315" y="3161869"/>
                  <a:pt x="1834356" y="3161343"/>
                </a:cubicBezTo>
                <a:cubicBezTo>
                  <a:pt x="1844397" y="3160816"/>
                  <a:pt x="1835467" y="3156209"/>
                  <a:pt x="1814512" y="3151104"/>
                </a:cubicBezTo>
                <a:cubicBezTo>
                  <a:pt x="1768531" y="3139901"/>
                  <a:pt x="1524252" y="3156059"/>
                  <a:pt x="1362075" y="3181030"/>
                </a:cubicBezTo>
                <a:cubicBezTo>
                  <a:pt x="1301829" y="3190306"/>
                  <a:pt x="1236405" y="3195840"/>
                  <a:pt x="1216687" y="3193328"/>
                </a:cubicBezTo>
                <a:cubicBezTo>
                  <a:pt x="1196970" y="3190815"/>
                  <a:pt x="1175144" y="3193485"/>
                  <a:pt x="1168186" y="3199259"/>
                </a:cubicBezTo>
                <a:cubicBezTo>
                  <a:pt x="1161227" y="3205034"/>
                  <a:pt x="1152526" y="3206751"/>
                  <a:pt x="1148849" y="3203074"/>
                </a:cubicBezTo>
                <a:close/>
                <a:moveTo>
                  <a:pt x="1428750" y="3191027"/>
                </a:moveTo>
                <a:cubicBezTo>
                  <a:pt x="1418396" y="3184225"/>
                  <a:pt x="1428885" y="3181376"/>
                  <a:pt x="1466850" y="3180677"/>
                </a:cubicBezTo>
                <a:cubicBezTo>
                  <a:pt x="1495663" y="3180147"/>
                  <a:pt x="1533275" y="3178687"/>
                  <a:pt x="1550434" y="3177433"/>
                </a:cubicBezTo>
                <a:cubicBezTo>
                  <a:pt x="1567592" y="3176179"/>
                  <a:pt x="1578307" y="3178458"/>
                  <a:pt x="1574246" y="3182496"/>
                </a:cubicBezTo>
                <a:cubicBezTo>
                  <a:pt x="1562291" y="3194384"/>
                  <a:pt x="1444384" y="3201297"/>
                  <a:pt x="1428750" y="3191027"/>
                </a:cubicBezTo>
                <a:close/>
                <a:moveTo>
                  <a:pt x="3081337" y="2856449"/>
                </a:moveTo>
                <a:cubicBezTo>
                  <a:pt x="3039427" y="2852032"/>
                  <a:pt x="2968218" y="2844032"/>
                  <a:pt x="2923095" y="2838671"/>
                </a:cubicBezTo>
                <a:cubicBezTo>
                  <a:pt x="2877972" y="2833310"/>
                  <a:pt x="2806411" y="2828925"/>
                  <a:pt x="2764070" y="2828925"/>
                </a:cubicBezTo>
                <a:cubicBezTo>
                  <a:pt x="2721729" y="2828925"/>
                  <a:pt x="2632204" y="2823840"/>
                  <a:pt x="2565125" y="2817625"/>
                </a:cubicBezTo>
                <a:cubicBezTo>
                  <a:pt x="2498045" y="2811410"/>
                  <a:pt x="2432446" y="2806468"/>
                  <a:pt x="2419350" y="2806643"/>
                </a:cubicBezTo>
                <a:cubicBezTo>
                  <a:pt x="2360407" y="2807432"/>
                  <a:pt x="2224882" y="2818937"/>
                  <a:pt x="2156139" y="2828989"/>
                </a:cubicBezTo>
                <a:cubicBezTo>
                  <a:pt x="2114711" y="2835046"/>
                  <a:pt x="2055188" y="2837884"/>
                  <a:pt x="2023864" y="2835294"/>
                </a:cubicBezTo>
                <a:cubicBezTo>
                  <a:pt x="1992540" y="2832704"/>
                  <a:pt x="1907789" y="2825542"/>
                  <a:pt x="1835527" y="2819379"/>
                </a:cubicBezTo>
                <a:cubicBezTo>
                  <a:pt x="1737525" y="2811021"/>
                  <a:pt x="1692753" y="2810897"/>
                  <a:pt x="1659315" y="2818890"/>
                </a:cubicBezTo>
                <a:cubicBezTo>
                  <a:pt x="1634659" y="2824783"/>
                  <a:pt x="1520190" y="2831297"/>
                  <a:pt x="1404937" y="2833366"/>
                </a:cubicBezTo>
                <a:cubicBezTo>
                  <a:pt x="1289685" y="2835434"/>
                  <a:pt x="1167526" y="2841624"/>
                  <a:pt x="1133475" y="2847121"/>
                </a:cubicBezTo>
                <a:cubicBezTo>
                  <a:pt x="1099423" y="2852619"/>
                  <a:pt x="998101" y="2857203"/>
                  <a:pt x="908316" y="2857308"/>
                </a:cubicBezTo>
                <a:lnTo>
                  <a:pt x="745070" y="2857500"/>
                </a:lnTo>
                <a:lnTo>
                  <a:pt x="739539" y="2826543"/>
                </a:lnTo>
                <a:cubicBezTo>
                  <a:pt x="729504" y="2770372"/>
                  <a:pt x="713483" y="2626616"/>
                  <a:pt x="716880" y="2623219"/>
                </a:cubicBezTo>
                <a:cubicBezTo>
                  <a:pt x="718713" y="2621386"/>
                  <a:pt x="754261" y="2623739"/>
                  <a:pt x="795875" y="2628448"/>
                </a:cubicBezTo>
                <a:cubicBezTo>
                  <a:pt x="837489" y="2633157"/>
                  <a:pt x="905827" y="2635127"/>
                  <a:pt x="947737" y="2632827"/>
                </a:cubicBezTo>
                <a:cubicBezTo>
                  <a:pt x="1138615" y="2622350"/>
                  <a:pt x="1228973" y="2622756"/>
                  <a:pt x="1297306" y="2634398"/>
                </a:cubicBezTo>
                <a:cubicBezTo>
                  <a:pt x="1343235" y="2642222"/>
                  <a:pt x="1381272" y="2643846"/>
                  <a:pt x="1399068" y="2638742"/>
                </a:cubicBezTo>
                <a:cubicBezTo>
                  <a:pt x="1431113" y="2629551"/>
                  <a:pt x="1545107" y="2637113"/>
                  <a:pt x="1552886" y="2648945"/>
                </a:cubicBezTo>
                <a:cubicBezTo>
                  <a:pt x="1565404" y="2667986"/>
                  <a:pt x="2057927" y="2659605"/>
                  <a:pt x="2244558" y="2637175"/>
                </a:cubicBezTo>
                <a:cubicBezTo>
                  <a:pt x="2333341" y="2626505"/>
                  <a:pt x="2408207" y="2624840"/>
                  <a:pt x="2684743" y="2627381"/>
                </a:cubicBezTo>
                <a:lnTo>
                  <a:pt x="2840598" y="2628813"/>
                </a:lnTo>
                <a:lnTo>
                  <a:pt x="2873193" y="2657431"/>
                </a:lnTo>
                <a:cubicBezTo>
                  <a:pt x="2904130" y="2684594"/>
                  <a:pt x="2910009" y="2686041"/>
                  <a:pt x="2988800" y="2685884"/>
                </a:cubicBezTo>
                <a:cubicBezTo>
                  <a:pt x="3034456" y="2685793"/>
                  <a:pt x="3101816" y="2678518"/>
                  <a:pt x="3138487" y="2669718"/>
                </a:cubicBezTo>
                <a:cubicBezTo>
                  <a:pt x="3209362" y="2652709"/>
                  <a:pt x="3304682" y="2648825"/>
                  <a:pt x="3342086" y="2661421"/>
                </a:cubicBezTo>
                <a:cubicBezTo>
                  <a:pt x="3357778" y="2666706"/>
                  <a:pt x="3362713" y="2665809"/>
                  <a:pt x="3358193" y="2658495"/>
                </a:cubicBezTo>
                <a:cubicBezTo>
                  <a:pt x="3353647" y="2651140"/>
                  <a:pt x="3373456" y="2647950"/>
                  <a:pt x="3423675" y="2647950"/>
                </a:cubicBezTo>
                <a:cubicBezTo>
                  <a:pt x="3480641" y="2647950"/>
                  <a:pt x="3495675" y="2650870"/>
                  <a:pt x="3495675" y="2661938"/>
                </a:cubicBezTo>
                <a:cubicBezTo>
                  <a:pt x="3495675" y="2670435"/>
                  <a:pt x="3501262" y="2673783"/>
                  <a:pt x="3509907" y="2670465"/>
                </a:cubicBezTo>
                <a:cubicBezTo>
                  <a:pt x="3517735" y="2667461"/>
                  <a:pt x="3522159" y="2661799"/>
                  <a:pt x="3519739" y="2657881"/>
                </a:cubicBezTo>
                <a:cubicBezTo>
                  <a:pt x="3517318" y="2653964"/>
                  <a:pt x="3532428" y="2655322"/>
                  <a:pt x="3553318" y="2660897"/>
                </a:cubicBezTo>
                <a:cubicBezTo>
                  <a:pt x="3580741" y="2668217"/>
                  <a:pt x="3599207" y="2668050"/>
                  <a:pt x="3619750" y="2660295"/>
                </a:cubicBezTo>
                <a:lnTo>
                  <a:pt x="3648203" y="2649556"/>
                </a:lnTo>
                <a:lnTo>
                  <a:pt x="3631470" y="2678105"/>
                </a:lnTo>
                <a:cubicBezTo>
                  <a:pt x="3612452" y="2710553"/>
                  <a:pt x="3545846" y="2769701"/>
                  <a:pt x="3463139" y="2827587"/>
                </a:cubicBezTo>
                <a:lnTo>
                  <a:pt x="3406791" y="2867025"/>
                </a:lnTo>
                <a:lnTo>
                  <a:pt x="3282164" y="2865752"/>
                </a:lnTo>
                <a:cubicBezTo>
                  <a:pt x="3213619" y="2865053"/>
                  <a:pt x="3123247" y="2860866"/>
                  <a:pt x="3081337" y="2856449"/>
                </a:cubicBezTo>
                <a:close/>
                <a:moveTo>
                  <a:pt x="3445779" y="2689030"/>
                </a:moveTo>
                <a:cubicBezTo>
                  <a:pt x="3436673" y="2686646"/>
                  <a:pt x="3419528" y="2686560"/>
                  <a:pt x="3407679" y="2688838"/>
                </a:cubicBezTo>
                <a:cubicBezTo>
                  <a:pt x="3395831" y="2691116"/>
                  <a:pt x="3403282" y="2693067"/>
                  <a:pt x="3424237" y="2693172"/>
                </a:cubicBezTo>
                <a:cubicBezTo>
                  <a:pt x="3445192" y="2693278"/>
                  <a:pt x="3454886" y="2691414"/>
                  <a:pt x="3445779" y="2689030"/>
                </a:cubicBezTo>
                <a:close/>
                <a:moveTo>
                  <a:pt x="3443418" y="2668718"/>
                </a:moveTo>
                <a:cubicBezTo>
                  <a:pt x="3434132" y="2659432"/>
                  <a:pt x="3399509" y="2657040"/>
                  <a:pt x="3385760" y="2664735"/>
                </a:cubicBezTo>
                <a:cubicBezTo>
                  <a:pt x="3377676" y="2669259"/>
                  <a:pt x="3387305" y="2672490"/>
                  <a:pt x="3410697" y="2673103"/>
                </a:cubicBezTo>
                <a:cubicBezTo>
                  <a:pt x="3431655" y="2673653"/>
                  <a:pt x="3446379" y="2671679"/>
                  <a:pt x="3443418" y="2668718"/>
                </a:cubicBezTo>
                <a:close/>
                <a:moveTo>
                  <a:pt x="983637" y="2612774"/>
                </a:moveTo>
                <a:cubicBezTo>
                  <a:pt x="992905" y="2610359"/>
                  <a:pt x="1005763" y="2610518"/>
                  <a:pt x="1012212" y="2613127"/>
                </a:cubicBezTo>
                <a:cubicBezTo>
                  <a:pt x="1018661" y="2615736"/>
                  <a:pt x="1011078" y="2617712"/>
                  <a:pt x="995362" y="2617518"/>
                </a:cubicBezTo>
                <a:cubicBezTo>
                  <a:pt x="979646" y="2617323"/>
                  <a:pt x="974370" y="2615189"/>
                  <a:pt x="983637" y="2612774"/>
                </a:cubicBezTo>
                <a:close/>
                <a:moveTo>
                  <a:pt x="859631" y="2603284"/>
                </a:moveTo>
                <a:cubicBezTo>
                  <a:pt x="868799" y="2600888"/>
                  <a:pt x="883800" y="2600888"/>
                  <a:pt x="892968" y="2603284"/>
                </a:cubicBezTo>
                <a:cubicBezTo>
                  <a:pt x="902136" y="2605679"/>
                  <a:pt x="894635" y="2607640"/>
                  <a:pt x="876300" y="2607640"/>
                </a:cubicBezTo>
                <a:cubicBezTo>
                  <a:pt x="857964" y="2607640"/>
                  <a:pt x="850463" y="2605679"/>
                  <a:pt x="859631" y="2603284"/>
                </a:cubicBezTo>
                <a:close/>
                <a:moveTo>
                  <a:pt x="761484" y="2507351"/>
                </a:moveTo>
                <a:lnTo>
                  <a:pt x="699056" y="2504289"/>
                </a:lnTo>
                <a:lnTo>
                  <a:pt x="687312" y="2398673"/>
                </a:lnTo>
                <a:cubicBezTo>
                  <a:pt x="680853" y="2340583"/>
                  <a:pt x="677850" y="2290774"/>
                  <a:pt x="680638" y="2287986"/>
                </a:cubicBezTo>
                <a:cubicBezTo>
                  <a:pt x="683427" y="2285197"/>
                  <a:pt x="721090" y="2288375"/>
                  <a:pt x="764335" y="2295047"/>
                </a:cubicBezTo>
                <a:cubicBezTo>
                  <a:pt x="807580" y="2301719"/>
                  <a:pt x="886900" y="2305628"/>
                  <a:pt x="940603" y="2303733"/>
                </a:cubicBezTo>
                <a:cubicBezTo>
                  <a:pt x="994305" y="2301838"/>
                  <a:pt x="1038239" y="2302923"/>
                  <a:pt x="1038234" y="2306146"/>
                </a:cubicBezTo>
                <a:cubicBezTo>
                  <a:pt x="1038224" y="2312090"/>
                  <a:pt x="1466574" y="2309440"/>
                  <a:pt x="1836143" y="2301209"/>
                </a:cubicBezTo>
                <a:cubicBezTo>
                  <a:pt x="1961137" y="2298425"/>
                  <a:pt x="2036633" y="2300121"/>
                  <a:pt x="2033225" y="2305636"/>
                </a:cubicBezTo>
                <a:cubicBezTo>
                  <a:pt x="2025910" y="2317471"/>
                  <a:pt x="2041500" y="2317139"/>
                  <a:pt x="2053433" y="2305206"/>
                </a:cubicBezTo>
                <a:cubicBezTo>
                  <a:pt x="2058586" y="2300053"/>
                  <a:pt x="2077660" y="2295120"/>
                  <a:pt x="2095819" y="2294243"/>
                </a:cubicBezTo>
                <a:cubicBezTo>
                  <a:pt x="2155327" y="2291371"/>
                  <a:pt x="2594757" y="2305198"/>
                  <a:pt x="2628900" y="2311017"/>
                </a:cubicBezTo>
                <a:cubicBezTo>
                  <a:pt x="2647235" y="2314142"/>
                  <a:pt x="2710868" y="2316309"/>
                  <a:pt x="2770306" y="2315833"/>
                </a:cubicBezTo>
                <a:lnTo>
                  <a:pt x="2878374" y="2314966"/>
                </a:lnTo>
                <a:lnTo>
                  <a:pt x="2872305" y="2374302"/>
                </a:lnTo>
                <a:cubicBezTo>
                  <a:pt x="2868967" y="2406936"/>
                  <a:pt x="2863805" y="2450235"/>
                  <a:pt x="2860833" y="2470521"/>
                </a:cubicBezTo>
                <a:lnTo>
                  <a:pt x="2855431" y="2507405"/>
                </a:lnTo>
                <a:lnTo>
                  <a:pt x="2730259" y="2499464"/>
                </a:lnTo>
                <a:cubicBezTo>
                  <a:pt x="2621717" y="2492577"/>
                  <a:pt x="2338394" y="2492034"/>
                  <a:pt x="1795462" y="2497670"/>
                </a:cubicBezTo>
                <a:cubicBezTo>
                  <a:pt x="1644193" y="2499241"/>
                  <a:pt x="1435884" y="2492465"/>
                  <a:pt x="1285875" y="2481095"/>
                </a:cubicBezTo>
                <a:cubicBezTo>
                  <a:pt x="1221772" y="2476236"/>
                  <a:pt x="1163447" y="2478635"/>
                  <a:pt x="1085850" y="2489319"/>
                </a:cubicBezTo>
                <a:cubicBezTo>
                  <a:pt x="964796" y="2505988"/>
                  <a:pt x="856469" y="2512010"/>
                  <a:pt x="761484" y="2507351"/>
                </a:cubicBezTo>
                <a:close/>
                <a:moveTo>
                  <a:pt x="3507369" y="2498306"/>
                </a:moveTo>
                <a:lnTo>
                  <a:pt x="3476200" y="2494311"/>
                </a:lnTo>
                <a:lnTo>
                  <a:pt x="3507837" y="2457350"/>
                </a:lnTo>
                <a:cubicBezTo>
                  <a:pt x="3525238" y="2437022"/>
                  <a:pt x="3554265" y="2394565"/>
                  <a:pt x="3572343" y="2363003"/>
                </a:cubicBezTo>
                <a:cubicBezTo>
                  <a:pt x="3607137" y="2302255"/>
                  <a:pt x="3627742" y="2292289"/>
                  <a:pt x="3667544" y="2316956"/>
                </a:cubicBezTo>
                <a:cubicBezTo>
                  <a:pt x="3681332" y="2325501"/>
                  <a:pt x="3688691" y="2325897"/>
                  <a:pt x="3693609" y="2318361"/>
                </a:cubicBezTo>
                <a:cubicBezTo>
                  <a:pt x="3697667" y="2312142"/>
                  <a:pt x="3728662" y="2308258"/>
                  <a:pt x="3769619" y="2308836"/>
                </a:cubicBezTo>
                <a:cubicBezTo>
                  <a:pt x="3858766" y="2310094"/>
                  <a:pt x="3861690" y="2318635"/>
                  <a:pt x="3808175" y="2421461"/>
                </a:cubicBezTo>
                <a:lnTo>
                  <a:pt x="3767137" y="2500312"/>
                </a:lnTo>
                <a:lnTo>
                  <a:pt x="3652837" y="2501306"/>
                </a:lnTo>
                <a:cubicBezTo>
                  <a:pt x="3589972" y="2501853"/>
                  <a:pt x="3524511" y="2500503"/>
                  <a:pt x="3507369" y="2498306"/>
                </a:cubicBezTo>
                <a:close/>
                <a:moveTo>
                  <a:pt x="1936137" y="2336902"/>
                </a:moveTo>
                <a:cubicBezTo>
                  <a:pt x="1929688" y="2334293"/>
                  <a:pt x="1916830" y="2334134"/>
                  <a:pt x="1907562" y="2336549"/>
                </a:cubicBezTo>
                <a:cubicBezTo>
                  <a:pt x="1898295" y="2338964"/>
                  <a:pt x="1903571" y="2341098"/>
                  <a:pt x="1919287" y="2341293"/>
                </a:cubicBezTo>
                <a:cubicBezTo>
                  <a:pt x="1935003" y="2341487"/>
                  <a:pt x="1942586" y="2339511"/>
                  <a:pt x="1936137" y="2336902"/>
                </a:cubicBezTo>
                <a:close/>
                <a:moveTo>
                  <a:pt x="1434172" y="2164422"/>
                </a:moveTo>
                <a:cubicBezTo>
                  <a:pt x="1430629" y="2160879"/>
                  <a:pt x="1298300" y="2157732"/>
                  <a:pt x="1140109" y="2157428"/>
                </a:cubicBezTo>
                <a:cubicBezTo>
                  <a:pt x="903530" y="2156975"/>
                  <a:pt x="673923" y="2143948"/>
                  <a:pt x="660175" y="2130200"/>
                </a:cubicBezTo>
                <a:cubicBezTo>
                  <a:pt x="655710" y="2125735"/>
                  <a:pt x="639434" y="1938665"/>
                  <a:pt x="643184" y="1934915"/>
                </a:cubicBezTo>
                <a:cubicBezTo>
                  <a:pt x="649846" y="1928253"/>
                  <a:pt x="747538" y="1930092"/>
                  <a:pt x="871537" y="1939214"/>
                </a:cubicBezTo>
                <a:cubicBezTo>
                  <a:pt x="934402" y="1943838"/>
                  <a:pt x="1013698" y="1946936"/>
                  <a:pt x="1047750" y="1946099"/>
                </a:cubicBezTo>
                <a:cubicBezTo>
                  <a:pt x="1110795" y="1944548"/>
                  <a:pt x="1581287" y="1945177"/>
                  <a:pt x="1654968" y="1946910"/>
                </a:cubicBezTo>
                <a:cubicBezTo>
                  <a:pt x="1694691" y="1947844"/>
                  <a:pt x="1707102" y="1955860"/>
                  <a:pt x="1683543" y="1965366"/>
                </a:cubicBezTo>
                <a:cubicBezTo>
                  <a:pt x="1676995" y="1968009"/>
                  <a:pt x="1686639" y="1970208"/>
                  <a:pt x="1704975" y="1970253"/>
                </a:cubicBezTo>
                <a:cubicBezTo>
                  <a:pt x="1731955" y="1970320"/>
                  <a:pt x="1734679" y="1968775"/>
                  <a:pt x="1719262" y="1962150"/>
                </a:cubicBezTo>
                <a:cubicBezTo>
                  <a:pt x="1699101" y="1953486"/>
                  <a:pt x="1712033" y="1948689"/>
                  <a:pt x="1746024" y="1952223"/>
                </a:cubicBezTo>
                <a:cubicBezTo>
                  <a:pt x="1755504" y="1953208"/>
                  <a:pt x="1768791" y="1949425"/>
                  <a:pt x="1775550" y="1943815"/>
                </a:cubicBezTo>
                <a:cubicBezTo>
                  <a:pt x="1783451" y="1937257"/>
                  <a:pt x="1802805" y="1936355"/>
                  <a:pt x="1829751" y="1941288"/>
                </a:cubicBezTo>
                <a:cubicBezTo>
                  <a:pt x="1852802" y="1945508"/>
                  <a:pt x="1884521" y="1946337"/>
                  <a:pt x="1900237" y="1943131"/>
                </a:cubicBezTo>
                <a:cubicBezTo>
                  <a:pt x="1944812" y="1934038"/>
                  <a:pt x="2125815" y="1940130"/>
                  <a:pt x="2155651" y="1951727"/>
                </a:cubicBezTo>
                <a:cubicBezTo>
                  <a:pt x="2170398" y="1957459"/>
                  <a:pt x="2206832" y="1961722"/>
                  <a:pt x="2236613" y="1961200"/>
                </a:cubicBezTo>
                <a:cubicBezTo>
                  <a:pt x="2278093" y="1960473"/>
                  <a:pt x="2285191" y="1958466"/>
                  <a:pt x="2266950" y="1952625"/>
                </a:cubicBezTo>
                <a:lnTo>
                  <a:pt x="2243137" y="1944998"/>
                </a:lnTo>
                <a:lnTo>
                  <a:pt x="2266950" y="1943341"/>
                </a:lnTo>
                <a:cubicBezTo>
                  <a:pt x="2280046" y="1942430"/>
                  <a:pt x="2300164" y="1939923"/>
                  <a:pt x="2311655" y="1937771"/>
                </a:cubicBezTo>
                <a:cubicBezTo>
                  <a:pt x="2323146" y="1935619"/>
                  <a:pt x="2338913" y="1940224"/>
                  <a:pt x="2346693" y="1948004"/>
                </a:cubicBezTo>
                <a:cubicBezTo>
                  <a:pt x="2354473" y="1955784"/>
                  <a:pt x="2366503" y="1962084"/>
                  <a:pt x="2373425" y="1962004"/>
                </a:cubicBezTo>
                <a:cubicBezTo>
                  <a:pt x="2382866" y="1961894"/>
                  <a:pt x="2382510" y="1959643"/>
                  <a:pt x="2372000" y="1952997"/>
                </a:cubicBezTo>
                <a:cubicBezTo>
                  <a:pt x="2352272" y="1940520"/>
                  <a:pt x="2366338" y="1930025"/>
                  <a:pt x="2387577" y="1941373"/>
                </a:cubicBezTo>
                <a:cubicBezTo>
                  <a:pt x="2411809" y="1954320"/>
                  <a:pt x="2667199" y="1958678"/>
                  <a:pt x="2804078" y="1948481"/>
                </a:cubicBezTo>
                <a:lnTo>
                  <a:pt x="2917343" y="1940042"/>
                </a:lnTo>
                <a:lnTo>
                  <a:pt x="2911766" y="1972527"/>
                </a:lnTo>
                <a:cubicBezTo>
                  <a:pt x="2908698" y="1990394"/>
                  <a:pt x="2903351" y="2037710"/>
                  <a:pt x="2899883" y="2077675"/>
                </a:cubicBezTo>
                <a:cubicBezTo>
                  <a:pt x="2894224" y="2142891"/>
                  <a:pt x="2891723" y="2149852"/>
                  <a:pt x="2875473" y="2145603"/>
                </a:cubicBezTo>
                <a:cubicBezTo>
                  <a:pt x="2865515" y="2142999"/>
                  <a:pt x="2845610" y="2145602"/>
                  <a:pt x="2831240" y="2151387"/>
                </a:cubicBezTo>
                <a:cubicBezTo>
                  <a:pt x="2801355" y="2163418"/>
                  <a:pt x="2824179" y="2163119"/>
                  <a:pt x="2238375" y="2159156"/>
                </a:cubicBezTo>
                <a:cubicBezTo>
                  <a:pt x="1994773" y="2157508"/>
                  <a:pt x="1791468" y="2158248"/>
                  <a:pt x="1786587" y="2160800"/>
                </a:cubicBezTo>
                <a:cubicBezTo>
                  <a:pt x="1772496" y="2168165"/>
                  <a:pt x="1441319" y="2171569"/>
                  <a:pt x="1434172" y="2164422"/>
                </a:cubicBezTo>
                <a:close/>
                <a:moveTo>
                  <a:pt x="3798796" y="2138271"/>
                </a:moveTo>
                <a:cubicBezTo>
                  <a:pt x="3796127" y="2135602"/>
                  <a:pt x="3765172" y="2132987"/>
                  <a:pt x="3730008" y="2132459"/>
                </a:cubicBezTo>
                <a:cubicBezTo>
                  <a:pt x="3666106" y="2131501"/>
                  <a:pt x="3666075" y="2131487"/>
                  <a:pt x="3671325" y="2106356"/>
                </a:cubicBezTo>
                <a:cubicBezTo>
                  <a:pt x="3678010" y="2074356"/>
                  <a:pt x="3695262" y="1952019"/>
                  <a:pt x="3695511" y="1934849"/>
                </a:cubicBezTo>
                <a:cubicBezTo>
                  <a:pt x="3695660" y="1924572"/>
                  <a:pt x="3707215" y="1923275"/>
                  <a:pt x="3750468" y="1928683"/>
                </a:cubicBezTo>
                <a:cubicBezTo>
                  <a:pt x="3780591" y="1932449"/>
                  <a:pt x="3812738" y="1935356"/>
                  <a:pt x="3821906" y="1935144"/>
                </a:cubicBezTo>
                <a:cubicBezTo>
                  <a:pt x="3831074" y="1934932"/>
                  <a:pt x="3838575" y="1938778"/>
                  <a:pt x="3838575" y="1943691"/>
                </a:cubicBezTo>
                <a:cubicBezTo>
                  <a:pt x="3838575" y="1948605"/>
                  <a:pt x="3862489" y="1952625"/>
                  <a:pt x="3891719" y="1952625"/>
                </a:cubicBezTo>
                <a:cubicBezTo>
                  <a:pt x="3944556" y="1952625"/>
                  <a:pt x="3944834" y="1952776"/>
                  <a:pt x="3939865" y="1978818"/>
                </a:cubicBezTo>
                <a:cubicBezTo>
                  <a:pt x="3937116" y="1993225"/>
                  <a:pt x="3929959" y="2036087"/>
                  <a:pt x="3923960" y="2074068"/>
                </a:cubicBezTo>
                <a:lnTo>
                  <a:pt x="3913053" y="2143125"/>
                </a:lnTo>
                <a:lnTo>
                  <a:pt x="3858351" y="2143125"/>
                </a:lnTo>
                <a:cubicBezTo>
                  <a:pt x="3828265" y="2143125"/>
                  <a:pt x="3801466" y="2140941"/>
                  <a:pt x="3798796" y="2138271"/>
                </a:cubicBezTo>
                <a:close/>
                <a:moveTo>
                  <a:pt x="726462" y="1946377"/>
                </a:moveTo>
                <a:cubicBezTo>
                  <a:pt x="720013" y="1943768"/>
                  <a:pt x="707155" y="1943609"/>
                  <a:pt x="697887" y="1946024"/>
                </a:cubicBezTo>
                <a:cubicBezTo>
                  <a:pt x="688620" y="1948439"/>
                  <a:pt x="693896" y="1950573"/>
                  <a:pt x="709612" y="1950768"/>
                </a:cubicBezTo>
                <a:cubicBezTo>
                  <a:pt x="725328" y="1950962"/>
                  <a:pt x="732911" y="1948986"/>
                  <a:pt x="726462" y="1946377"/>
                </a:cubicBezTo>
                <a:close/>
                <a:moveTo>
                  <a:pt x="2098062" y="1822199"/>
                </a:moveTo>
                <a:cubicBezTo>
                  <a:pt x="2107330" y="1819784"/>
                  <a:pt x="2120188" y="1819943"/>
                  <a:pt x="2126637" y="1822552"/>
                </a:cubicBezTo>
                <a:cubicBezTo>
                  <a:pt x="2133086" y="1825161"/>
                  <a:pt x="2125503" y="1827137"/>
                  <a:pt x="2109787" y="1826943"/>
                </a:cubicBezTo>
                <a:cubicBezTo>
                  <a:pt x="2094071" y="1826748"/>
                  <a:pt x="2088795" y="1824614"/>
                  <a:pt x="2098062" y="1822199"/>
                </a:cubicBezTo>
                <a:close/>
                <a:moveTo>
                  <a:pt x="2179880" y="1813601"/>
                </a:moveTo>
                <a:cubicBezTo>
                  <a:pt x="2197412" y="1801187"/>
                  <a:pt x="2203979" y="1800331"/>
                  <a:pt x="2209771" y="1809704"/>
                </a:cubicBezTo>
                <a:cubicBezTo>
                  <a:pt x="2213854" y="1816310"/>
                  <a:pt x="2222030" y="1818727"/>
                  <a:pt x="2227940" y="1815074"/>
                </a:cubicBezTo>
                <a:cubicBezTo>
                  <a:pt x="2258710" y="1796057"/>
                  <a:pt x="2200807" y="1792640"/>
                  <a:pt x="1902562" y="1795873"/>
                </a:cubicBezTo>
                <a:cubicBezTo>
                  <a:pt x="1699813" y="1798071"/>
                  <a:pt x="1522323" y="1795058"/>
                  <a:pt x="1433512" y="1787911"/>
                </a:cubicBezTo>
                <a:cubicBezTo>
                  <a:pt x="1330341" y="1779607"/>
                  <a:pt x="1235052" y="1778917"/>
                  <a:pt x="1090612" y="1785428"/>
                </a:cubicBezTo>
                <a:cubicBezTo>
                  <a:pt x="858283" y="1795900"/>
                  <a:pt x="638832" y="1795299"/>
                  <a:pt x="628131" y="1784163"/>
                </a:cubicBezTo>
                <a:cubicBezTo>
                  <a:pt x="624035" y="1779900"/>
                  <a:pt x="617662" y="1732815"/>
                  <a:pt x="613968" y="1679529"/>
                </a:cubicBezTo>
                <a:lnTo>
                  <a:pt x="607252" y="1582647"/>
                </a:lnTo>
                <a:lnTo>
                  <a:pt x="648241" y="1591857"/>
                </a:lnTo>
                <a:cubicBezTo>
                  <a:pt x="696148" y="1602621"/>
                  <a:pt x="998858" y="1596263"/>
                  <a:pt x="1109662" y="1582166"/>
                </a:cubicBezTo>
                <a:cubicBezTo>
                  <a:pt x="1194498" y="1571373"/>
                  <a:pt x="1660665" y="1578162"/>
                  <a:pt x="1714500" y="1590976"/>
                </a:cubicBezTo>
                <a:cubicBezTo>
                  <a:pt x="1768492" y="1603826"/>
                  <a:pt x="2090420" y="1606647"/>
                  <a:pt x="2105934" y="1594406"/>
                </a:cubicBezTo>
                <a:cubicBezTo>
                  <a:pt x="2120853" y="1582634"/>
                  <a:pt x="2326980" y="1575919"/>
                  <a:pt x="2344327" y="1586640"/>
                </a:cubicBezTo>
                <a:cubicBezTo>
                  <a:pt x="2350317" y="1590342"/>
                  <a:pt x="2368576" y="1594454"/>
                  <a:pt x="2384903" y="1595779"/>
                </a:cubicBezTo>
                <a:cubicBezTo>
                  <a:pt x="2520181" y="1606750"/>
                  <a:pt x="2606154" y="1611684"/>
                  <a:pt x="2667000" y="1611967"/>
                </a:cubicBezTo>
                <a:cubicBezTo>
                  <a:pt x="2710290" y="1612168"/>
                  <a:pt x="2729055" y="1614880"/>
                  <a:pt x="2714625" y="1618850"/>
                </a:cubicBezTo>
                <a:cubicBezTo>
                  <a:pt x="2692278" y="1624998"/>
                  <a:pt x="2692864" y="1625720"/>
                  <a:pt x="2724150" y="1630591"/>
                </a:cubicBezTo>
                <a:cubicBezTo>
                  <a:pt x="2762544" y="1636569"/>
                  <a:pt x="2783808" y="1631014"/>
                  <a:pt x="2775291" y="1617233"/>
                </a:cubicBezTo>
                <a:cubicBezTo>
                  <a:pt x="2771426" y="1610979"/>
                  <a:pt x="2780478" y="1610502"/>
                  <a:pt x="2801539" y="1615850"/>
                </a:cubicBezTo>
                <a:cubicBezTo>
                  <a:pt x="2819220" y="1620339"/>
                  <a:pt x="2858841" y="1622894"/>
                  <a:pt x="2889584" y="1621528"/>
                </a:cubicBezTo>
                <a:lnTo>
                  <a:pt x="2945482" y="1619043"/>
                </a:lnTo>
                <a:lnTo>
                  <a:pt x="2938857" y="1692965"/>
                </a:lnTo>
                <a:cubicBezTo>
                  <a:pt x="2927652" y="1817977"/>
                  <a:pt x="2939738" y="1806934"/>
                  <a:pt x="2805668" y="1814666"/>
                </a:cubicBezTo>
                <a:cubicBezTo>
                  <a:pt x="2741374" y="1818375"/>
                  <a:pt x="2667797" y="1818933"/>
                  <a:pt x="2642165" y="1815906"/>
                </a:cubicBezTo>
                <a:cubicBezTo>
                  <a:pt x="2530496" y="1802721"/>
                  <a:pt x="2371610" y="1797981"/>
                  <a:pt x="2359980" y="1807488"/>
                </a:cubicBezTo>
                <a:cubicBezTo>
                  <a:pt x="2353343" y="1812914"/>
                  <a:pt x="2305050" y="1820088"/>
                  <a:pt x="2252662" y="1823431"/>
                </a:cubicBezTo>
                <a:cubicBezTo>
                  <a:pt x="2161904" y="1829222"/>
                  <a:pt x="2158472" y="1828759"/>
                  <a:pt x="2179880" y="1813601"/>
                </a:cubicBezTo>
                <a:close/>
                <a:moveTo>
                  <a:pt x="2078831" y="1803184"/>
                </a:moveTo>
                <a:cubicBezTo>
                  <a:pt x="2087999" y="1800788"/>
                  <a:pt x="2103000" y="1800788"/>
                  <a:pt x="2112168" y="1803184"/>
                </a:cubicBezTo>
                <a:cubicBezTo>
                  <a:pt x="2121336" y="1805579"/>
                  <a:pt x="2113835" y="1807540"/>
                  <a:pt x="2095500" y="1807540"/>
                </a:cubicBezTo>
                <a:cubicBezTo>
                  <a:pt x="2077164" y="1807540"/>
                  <a:pt x="2069663" y="1805579"/>
                  <a:pt x="2078831" y="1803184"/>
                </a:cubicBezTo>
                <a:close/>
                <a:moveTo>
                  <a:pt x="2293143" y="1803184"/>
                </a:moveTo>
                <a:cubicBezTo>
                  <a:pt x="2283975" y="1800788"/>
                  <a:pt x="2268974" y="1800788"/>
                  <a:pt x="2259806" y="1803184"/>
                </a:cubicBezTo>
                <a:cubicBezTo>
                  <a:pt x="2250638" y="1805579"/>
                  <a:pt x="2258139" y="1807540"/>
                  <a:pt x="2276475" y="1807540"/>
                </a:cubicBezTo>
                <a:cubicBezTo>
                  <a:pt x="2294810" y="1807540"/>
                  <a:pt x="2302311" y="1805579"/>
                  <a:pt x="2293143" y="1803184"/>
                </a:cubicBezTo>
                <a:close/>
                <a:moveTo>
                  <a:pt x="3686175" y="1753679"/>
                </a:moveTo>
                <a:cubicBezTo>
                  <a:pt x="3686175" y="1743795"/>
                  <a:pt x="3676200" y="1701270"/>
                  <a:pt x="3664009" y="1659180"/>
                </a:cubicBezTo>
                <a:lnTo>
                  <a:pt x="3641843" y="1582652"/>
                </a:lnTo>
                <a:lnTo>
                  <a:pt x="3671153" y="1577666"/>
                </a:lnTo>
                <a:cubicBezTo>
                  <a:pt x="3687273" y="1574924"/>
                  <a:pt x="3748481" y="1572309"/>
                  <a:pt x="3807171" y="1571855"/>
                </a:cubicBezTo>
                <a:lnTo>
                  <a:pt x="3913880" y="1571029"/>
                </a:lnTo>
                <a:lnTo>
                  <a:pt x="3923457" y="1607046"/>
                </a:lnTo>
                <a:cubicBezTo>
                  <a:pt x="3928724" y="1626855"/>
                  <a:pt x="3935947" y="1671994"/>
                  <a:pt x="3939507" y="1707356"/>
                </a:cubicBezTo>
                <a:lnTo>
                  <a:pt x="3945980" y="1771650"/>
                </a:lnTo>
                <a:lnTo>
                  <a:pt x="3816077" y="1771650"/>
                </a:lnTo>
                <a:cubicBezTo>
                  <a:pt x="3695125" y="1771650"/>
                  <a:pt x="3686175" y="1770411"/>
                  <a:pt x="3686175" y="1753679"/>
                </a:cubicBezTo>
                <a:close/>
                <a:moveTo>
                  <a:pt x="2745762" y="1651102"/>
                </a:moveTo>
                <a:cubicBezTo>
                  <a:pt x="2739313" y="1648493"/>
                  <a:pt x="2726455" y="1648334"/>
                  <a:pt x="2717187" y="1650749"/>
                </a:cubicBezTo>
                <a:cubicBezTo>
                  <a:pt x="2707920" y="1653164"/>
                  <a:pt x="2713196" y="1655298"/>
                  <a:pt x="2728912" y="1655493"/>
                </a:cubicBezTo>
                <a:cubicBezTo>
                  <a:pt x="2744628" y="1655687"/>
                  <a:pt x="2752211" y="1653711"/>
                  <a:pt x="2745762" y="1651102"/>
                </a:cubicBezTo>
                <a:close/>
                <a:moveTo>
                  <a:pt x="2579064" y="1641019"/>
                </a:moveTo>
                <a:cubicBezTo>
                  <a:pt x="2564751" y="1638845"/>
                  <a:pt x="2539034" y="1638802"/>
                  <a:pt x="2521914" y="1640921"/>
                </a:cubicBezTo>
                <a:cubicBezTo>
                  <a:pt x="2504794" y="1643041"/>
                  <a:pt x="2516505" y="1644820"/>
                  <a:pt x="2547937" y="1644873"/>
                </a:cubicBezTo>
                <a:cubicBezTo>
                  <a:pt x="2579370" y="1644926"/>
                  <a:pt x="2593377" y="1643192"/>
                  <a:pt x="2579064" y="1641019"/>
                </a:cubicBezTo>
                <a:close/>
                <a:moveTo>
                  <a:pt x="1509712" y="1486000"/>
                </a:moveTo>
                <a:cubicBezTo>
                  <a:pt x="1473041" y="1482070"/>
                  <a:pt x="1368028" y="1474000"/>
                  <a:pt x="1276350" y="1468067"/>
                </a:cubicBezTo>
                <a:cubicBezTo>
                  <a:pt x="1184671" y="1462134"/>
                  <a:pt x="1096803" y="1454511"/>
                  <a:pt x="1081087" y="1451127"/>
                </a:cubicBezTo>
                <a:cubicBezTo>
                  <a:pt x="1046006" y="1443572"/>
                  <a:pt x="798117" y="1444884"/>
                  <a:pt x="679956" y="1453249"/>
                </a:cubicBezTo>
                <a:lnTo>
                  <a:pt x="593150" y="1459395"/>
                </a:lnTo>
                <a:lnTo>
                  <a:pt x="586233" y="1361819"/>
                </a:lnTo>
                <a:cubicBezTo>
                  <a:pt x="581119" y="1289696"/>
                  <a:pt x="582303" y="1262396"/>
                  <a:pt x="590772" y="1257162"/>
                </a:cubicBezTo>
                <a:cubicBezTo>
                  <a:pt x="599415" y="1251820"/>
                  <a:pt x="599040" y="1248854"/>
                  <a:pt x="589246" y="1245088"/>
                </a:cubicBezTo>
                <a:cubicBezTo>
                  <a:pt x="582105" y="1242342"/>
                  <a:pt x="606266" y="1241990"/>
                  <a:pt x="642937" y="1244304"/>
                </a:cubicBezTo>
                <a:cubicBezTo>
                  <a:pt x="679608" y="1246619"/>
                  <a:pt x="820172" y="1250262"/>
                  <a:pt x="955301" y="1252398"/>
                </a:cubicBezTo>
                <a:cubicBezTo>
                  <a:pt x="1090430" y="1254534"/>
                  <a:pt x="1208302" y="1258456"/>
                  <a:pt x="1217238" y="1261112"/>
                </a:cubicBezTo>
                <a:cubicBezTo>
                  <a:pt x="1226175" y="1263768"/>
                  <a:pt x="1287065" y="1272751"/>
                  <a:pt x="1352550" y="1281075"/>
                </a:cubicBezTo>
                <a:cubicBezTo>
                  <a:pt x="1496821" y="1299413"/>
                  <a:pt x="1497812" y="1299565"/>
                  <a:pt x="1509712" y="1305239"/>
                </a:cubicBezTo>
                <a:cubicBezTo>
                  <a:pt x="1514951" y="1307737"/>
                  <a:pt x="1549241" y="1307302"/>
                  <a:pt x="1585912" y="1304272"/>
                </a:cubicBezTo>
                <a:cubicBezTo>
                  <a:pt x="1622583" y="1301242"/>
                  <a:pt x="1641053" y="1298007"/>
                  <a:pt x="1626955" y="1297081"/>
                </a:cubicBezTo>
                <a:cubicBezTo>
                  <a:pt x="1571958" y="1293472"/>
                  <a:pt x="1590628" y="1276348"/>
                  <a:pt x="1649644" y="1276271"/>
                </a:cubicBezTo>
                <a:cubicBezTo>
                  <a:pt x="1682695" y="1276228"/>
                  <a:pt x="1746170" y="1272138"/>
                  <a:pt x="1790700" y="1267181"/>
                </a:cubicBezTo>
                <a:cubicBezTo>
                  <a:pt x="2009176" y="1242862"/>
                  <a:pt x="2557119" y="1233903"/>
                  <a:pt x="2703632" y="1252254"/>
                </a:cubicBezTo>
                <a:cubicBezTo>
                  <a:pt x="2759446" y="1259245"/>
                  <a:pt x="2828686" y="1263663"/>
                  <a:pt x="2857500" y="1262072"/>
                </a:cubicBezTo>
                <a:cubicBezTo>
                  <a:pt x="3226791" y="1241683"/>
                  <a:pt x="3414906" y="1249749"/>
                  <a:pt x="3438993" y="1287006"/>
                </a:cubicBezTo>
                <a:cubicBezTo>
                  <a:pt x="3447580" y="1300287"/>
                  <a:pt x="3671510" y="1310201"/>
                  <a:pt x="3663313" y="1296938"/>
                </a:cubicBezTo>
                <a:cubicBezTo>
                  <a:pt x="3659552" y="1290853"/>
                  <a:pt x="3640655" y="1285282"/>
                  <a:pt x="3621319" y="1284557"/>
                </a:cubicBezTo>
                <a:cubicBezTo>
                  <a:pt x="3601982" y="1283833"/>
                  <a:pt x="3624582" y="1279113"/>
                  <a:pt x="3671540" y="1274070"/>
                </a:cubicBezTo>
                <a:lnTo>
                  <a:pt x="3756917" y="1264899"/>
                </a:lnTo>
                <a:lnTo>
                  <a:pt x="3779121" y="1292056"/>
                </a:lnTo>
                <a:cubicBezTo>
                  <a:pt x="3807608" y="1326898"/>
                  <a:pt x="3870655" y="1437944"/>
                  <a:pt x="3865103" y="1443496"/>
                </a:cubicBezTo>
                <a:cubicBezTo>
                  <a:pt x="3862772" y="1445827"/>
                  <a:pt x="3794123" y="1449626"/>
                  <a:pt x="3712549" y="1451938"/>
                </a:cubicBezTo>
                <a:cubicBezTo>
                  <a:pt x="3575209" y="1455832"/>
                  <a:pt x="3563004" y="1454785"/>
                  <a:pt x="3547626" y="1437793"/>
                </a:cubicBezTo>
                <a:cubicBezTo>
                  <a:pt x="3432837" y="1310952"/>
                  <a:pt x="3201388" y="1305014"/>
                  <a:pt x="3067408" y="1425474"/>
                </a:cubicBezTo>
                <a:lnTo>
                  <a:pt x="3019220" y="1468799"/>
                </a:lnTo>
                <a:lnTo>
                  <a:pt x="2907404" y="1471538"/>
                </a:lnTo>
                <a:cubicBezTo>
                  <a:pt x="2845904" y="1473045"/>
                  <a:pt x="2730926" y="1468387"/>
                  <a:pt x="2651896" y="1461186"/>
                </a:cubicBezTo>
                <a:cubicBezTo>
                  <a:pt x="2502612" y="1447585"/>
                  <a:pt x="1984503" y="1444846"/>
                  <a:pt x="1966912" y="1457565"/>
                </a:cubicBezTo>
                <a:cubicBezTo>
                  <a:pt x="1942609" y="1475137"/>
                  <a:pt x="1604546" y="1496162"/>
                  <a:pt x="1509712" y="1486000"/>
                </a:cubicBezTo>
                <a:close/>
                <a:moveTo>
                  <a:pt x="1601063" y="1324710"/>
                </a:moveTo>
                <a:cubicBezTo>
                  <a:pt x="1593680" y="1320036"/>
                  <a:pt x="1581893" y="1318417"/>
                  <a:pt x="1574870" y="1321112"/>
                </a:cubicBezTo>
                <a:cubicBezTo>
                  <a:pt x="1554728" y="1328841"/>
                  <a:pt x="1559849" y="1333512"/>
                  <a:pt x="1588293" y="1333354"/>
                </a:cubicBezTo>
                <a:cubicBezTo>
                  <a:pt x="1607356" y="1333247"/>
                  <a:pt x="1610833" y="1330894"/>
                  <a:pt x="1601063" y="1324710"/>
                </a:cubicBezTo>
                <a:close/>
                <a:moveTo>
                  <a:pt x="1197939" y="1298119"/>
                </a:moveTo>
                <a:cubicBezTo>
                  <a:pt x="1183626" y="1295945"/>
                  <a:pt x="1157909" y="1295902"/>
                  <a:pt x="1140789" y="1298021"/>
                </a:cubicBezTo>
                <a:cubicBezTo>
                  <a:pt x="1123669" y="1300141"/>
                  <a:pt x="1135380" y="1301920"/>
                  <a:pt x="1166812" y="1301973"/>
                </a:cubicBezTo>
                <a:cubicBezTo>
                  <a:pt x="1198245" y="1302026"/>
                  <a:pt x="1212252" y="1300292"/>
                  <a:pt x="1197939" y="1298119"/>
                </a:cubicBezTo>
                <a:close/>
                <a:moveTo>
                  <a:pt x="1519237" y="1285875"/>
                </a:moveTo>
                <a:lnTo>
                  <a:pt x="1481137" y="1279053"/>
                </a:lnTo>
                <a:lnTo>
                  <a:pt x="1526381" y="1277701"/>
                </a:lnTo>
                <a:cubicBezTo>
                  <a:pt x="1551265" y="1276958"/>
                  <a:pt x="1571625" y="1280636"/>
                  <a:pt x="1571625" y="1285875"/>
                </a:cubicBezTo>
                <a:cubicBezTo>
                  <a:pt x="1571625" y="1291113"/>
                  <a:pt x="1568410" y="1294791"/>
                  <a:pt x="1564481" y="1294048"/>
                </a:cubicBezTo>
                <a:cubicBezTo>
                  <a:pt x="1560552" y="1293304"/>
                  <a:pt x="1540192" y="1289626"/>
                  <a:pt x="1519237" y="1285875"/>
                </a:cubicBezTo>
                <a:close/>
                <a:moveTo>
                  <a:pt x="3500437" y="1257300"/>
                </a:moveTo>
                <a:cubicBezTo>
                  <a:pt x="3497199" y="1252061"/>
                  <a:pt x="3501233" y="1247775"/>
                  <a:pt x="3509400" y="1247775"/>
                </a:cubicBezTo>
                <a:cubicBezTo>
                  <a:pt x="3517567" y="1247775"/>
                  <a:pt x="3524250" y="1252061"/>
                  <a:pt x="3524250" y="1257300"/>
                </a:cubicBezTo>
                <a:cubicBezTo>
                  <a:pt x="3524250" y="1262538"/>
                  <a:pt x="3520216" y="1266825"/>
                  <a:pt x="3515287" y="1266825"/>
                </a:cubicBezTo>
                <a:cubicBezTo>
                  <a:pt x="3510357" y="1266825"/>
                  <a:pt x="3503675" y="1262538"/>
                  <a:pt x="3500437" y="1257300"/>
                </a:cubicBezTo>
                <a:close/>
                <a:moveTo>
                  <a:pt x="3590925" y="1257300"/>
                </a:moveTo>
                <a:lnTo>
                  <a:pt x="3548062" y="1250636"/>
                </a:lnTo>
                <a:lnTo>
                  <a:pt x="3592744" y="1249205"/>
                </a:lnTo>
                <a:cubicBezTo>
                  <a:pt x="3617319" y="1248418"/>
                  <a:pt x="3640074" y="1252061"/>
                  <a:pt x="3643312" y="1257300"/>
                </a:cubicBezTo>
                <a:cubicBezTo>
                  <a:pt x="3646550" y="1262538"/>
                  <a:pt x="3645731" y="1266181"/>
                  <a:pt x="3641493" y="1265394"/>
                </a:cubicBezTo>
                <a:cubicBezTo>
                  <a:pt x="3637255" y="1264607"/>
                  <a:pt x="3614499" y="1260965"/>
                  <a:pt x="3590925" y="1257300"/>
                </a:cubicBezTo>
                <a:close/>
                <a:moveTo>
                  <a:pt x="3181350" y="1123727"/>
                </a:moveTo>
                <a:cubicBezTo>
                  <a:pt x="3181350" y="1118127"/>
                  <a:pt x="3158843" y="1116669"/>
                  <a:pt x="3124511" y="1120044"/>
                </a:cubicBezTo>
                <a:cubicBezTo>
                  <a:pt x="3093250" y="1123118"/>
                  <a:pt x="3053602" y="1121127"/>
                  <a:pt x="3036405" y="1115620"/>
                </a:cubicBezTo>
                <a:cubicBezTo>
                  <a:pt x="2966604" y="1093270"/>
                  <a:pt x="1985365" y="1082638"/>
                  <a:pt x="1908460" y="1103399"/>
                </a:cubicBezTo>
                <a:cubicBezTo>
                  <a:pt x="1881074" y="1110792"/>
                  <a:pt x="1828793" y="1111520"/>
                  <a:pt x="1737010" y="1105788"/>
                </a:cubicBezTo>
                <a:cubicBezTo>
                  <a:pt x="1664384" y="1101252"/>
                  <a:pt x="1557813" y="1100529"/>
                  <a:pt x="1500187" y="1104183"/>
                </a:cubicBezTo>
                <a:cubicBezTo>
                  <a:pt x="1442561" y="1107836"/>
                  <a:pt x="1298971" y="1108908"/>
                  <a:pt x="1181100" y="1106566"/>
                </a:cubicBezTo>
                <a:cubicBezTo>
                  <a:pt x="898881" y="1100959"/>
                  <a:pt x="715532" y="1101788"/>
                  <a:pt x="632475" y="1109048"/>
                </a:cubicBezTo>
                <a:lnTo>
                  <a:pt x="564863" y="1114957"/>
                </a:lnTo>
                <a:lnTo>
                  <a:pt x="558298" y="998793"/>
                </a:lnTo>
                <a:cubicBezTo>
                  <a:pt x="553217" y="908889"/>
                  <a:pt x="554505" y="880676"/>
                  <a:pt x="563997" y="873988"/>
                </a:cubicBezTo>
                <a:cubicBezTo>
                  <a:pt x="579945" y="862753"/>
                  <a:pt x="1294972" y="873782"/>
                  <a:pt x="1387818" y="886696"/>
                </a:cubicBezTo>
                <a:cubicBezTo>
                  <a:pt x="1444416" y="894568"/>
                  <a:pt x="1460132" y="893903"/>
                  <a:pt x="1470854" y="883181"/>
                </a:cubicBezTo>
                <a:cubicBezTo>
                  <a:pt x="1481269" y="872766"/>
                  <a:pt x="1494896" y="871894"/>
                  <a:pt x="1534995" y="879078"/>
                </a:cubicBezTo>
                <a:cubicBezTo>
                  <a:pt x="1590691" y="889056"/>
                  <a:pt x="1931025" y="899900"/>
                  <a:pt x="2052637" y="895571"/>
                </a:cubicBezTo>
                <a:cubicBezTo>
                  <a:pt x="2210189" y="889963"/>
                  <a:pt x="2752805" y="893005"/>
                  <a:pt x="2874485" y="900179"/>
                </a:cubicBezTo>
                <a:lnTo>
                  <a:pt x="3001008" y="907638"/>
                </a:lnTo>
                <a:lnTo>
                  <a:pt x="2994760" y="962863"/>
                </a:lnTo>
                <a:cubicBezTo>
                  <a:pt x="2981238" y="1082377"/>
                  <a:pt x="2994282" y="1090788"/>
                  <a:pt x="3169833" y="1075755"/>
                </a:cubicBezTo>
                <a:cubicBezTo>
                  <a:pt x="3298746" y="1064716"/>
                  <a:pt x="3371123" y="1068811"/>
                  <a:pt x="3484146" y="1093540"/>
                </a:cubicBezTo>
                <a:cubicBezTo>
                  <a:pt x="3548257" y="1107567"/>
                  <a:pt x="3539332" y="1109908"/>
                  <a:pt x="3435432" y="1106316"/>
                </a:cubicBezTo>
                <a:cubicBezTo>
                  <a:pt x="3382195" y="1104475"/>
                  <a:pt x="3317178" y="1107524"/>
                  <a:pt x="3290949" y="1113090"/>
                </a:cubicBezTo>
                <a:cubicBezTo>
                  <a:pt x="3208049" y="1130684"/>
                  <a:pt x="3181350" y="1133275"/>
                  <a:pt x="3181350" y="1123727"/>
                </a:cubicBezTo>
                <a:close/>
                <a:moveTo>
                  <a:pt x="3102768" y="1098334"/>
                </a:moveTo>
                <a:cubicBezTo>
                  <a:pt x="3093600" y="1095938"/>
                  <a:pt x="3078599" y="1095938"/>
                  <a:pt x="3069431" y="1098334"/>
                </a:cubicBezTo>
                <a:cubicBezTo>
                  <a:pt x="3060263" y="1100729"/>
                  <a:pt x="3067764" y="1102690"/>
                  <a:pt x="3086100" y="1102690"/>
                </a:cubicBezTo>
                <a:cubicBezTo>
                  <a:pt x="3104435" y="1102690"/>
                  <a:pt x="3111936" y="1100729"/>
                  <a:pt x="3102768" y="1098334"/>
                </a:cubicBezTo>
                <a:close/>
                <a:moveTo>
                  <a:pt x="827541" y="767413"/>
                </a:moveTo>
                <a:cubicBezTo>
                  <a:pt x="824298" y="764062"/>
                  <a:pt x="766684" y="761319"/>
                  <a:pt x="699510" y="761319"/>
                </a:cubicBezTo>
                <a:lnTo>
                  <a:pt x="577375" y="761319"/>
                </a:lnTo>
                <a:lnTo>
                  <a:pt x="600631" y="738906"/>
                </a:lnTo>
                <a:cubicBezTo>
                  <a:pt x="625086" y="715337"/>
                  <a:pt x="770560" y="662319"/>
                  <a:pt x="901264" y="629339"/>
                </a:cubicBezTo>
                <a:cubicBezTo>
                  <a:pt x="1060461" y="589170"/>
                  <a:pt x="1587113" y="541640"/>
                  <a:pt x="1704804" y="556820"/>
                </a:cubicBezTo>
                <a:cubicBezTo>
                  <a:pt x="1759653" y="563895"/>
                  <a:pt x="1918580" y="574736"/>
                  <a:pt x="1962150" y="574374"/>
                </a:cubicBezTo>
                <a:cubicBezTo>
                  <a:pt x="1980485" y="574222"/>
                  <a:pt x="2038350" y="572879"/>
                  <a:pt x="2090737" y="571388"/>
                </a:cubicBezTo>
                <a:cubicBezTo>
                  <a:pt x="2143125" y="569898"/>
                  <a:pt x="2194191" y="572185"/>
                  <a:pt x="2204218" y="576470"/>
                </a:cubicBezTo>
                <a:cubicBezTo>
                  <a:pt x="2217782" y="582267"/>
                  <a:pt x="2220536" y="581165"/>
                  <a:pt x="2214975" y="572168"/>
                </a:cubicBezTo>
                <a:cubicBezTo>
                  <a:pt x="2209337" y="563045"/>
                  <a:pt x="2211878" y="562225"/>
                  <a:pt x="2225319" y="568831"/>
                </a:cubicBezTo>
                <a:cubicBezTo>
                  <a:pt x="2235119" y="573648"/>
                  <a:pt x="2281713" y="578571"/>
                  <a:pt x="2328862" y="579772"/>
                </a:cubicBezTo>
                <a:cubicBezTo>
                  <a:pt x="2547533" y="585341"/>
                  <a:pt x="2837791" y="652212"/>
                  <a:pt x="2925909" y="717323"/>
                </a:cubicBezTo>
                <a:lnTo>
                  <a:pt x="2967037" y="747712"/>
                </a:lnTo>
                <a:lnTo>
                  <a:pt x="2895600" y="754169"/>
                </a:lnTo>
                <a:cubicBezTo>
                  <a:pt x="2856309" y="757721"/>
                  <a:pt x="2742723" y="760465"/>
                  <a:pt x="2643187" y="760267"/>
                </a:cubicBezTo>
                <a:cubicBezTo>
                  <a:pt x="2543651" y="760068"/>
                  <a:pt x="2454260" y="763152"/>
                  <a:pt x="2444541" y="767119"/>
                </a:cubicBezTo>
                <a:cubicBezTo>
                  <a:pt x="2408919" y="781659"/>
                  <a:pt x="2110841" y="757202"/>
                  <a:pt x="2135230" y="741740"/>
                </a:cubicBezTo>
                <a:cubicBezTo>
                  <a:pt x="2143253" y="736654"/>
                  <a:pt x="2133940" y="733908"/>
                  <a:pt x="2109787" y="734240"/>
                </a:cubicBezTo>
                <a:cubicBezTo>
                  <a:pt x="2079853" y="734651"/>
                  <a:pt x="2075770" y="736518"/>
                  <a:pt x="2090737" y="742950"/>
                </a:cubicBezTo>
                <a:cubicBezTo>
                  <a:pt x="2103452" y="748413"/>
                  <a:pt x="2082706" y="751358"/>
                  <a:pt x="2028348" y="751805"/>
                </a:cubicBezTo>
                <a:cubicBezTo>
                  <a:pt x="1981190" y="752193"/>
                  <a:pt x="1942524" y="748089"/>
                  <a:pt x="1936492" y="742057"/>
                </a:cubicBezTo>
                <a:cubicBezTo>
                  <a:pt x="1917207" y="722772"/>
                  <a:pt x="1666291" y="719948"/>
                  <a:pt x="1603143" y="738306"/>
                </a:cubicBezTo>
                <a:cubicBezTo>
                  <a:pt x="1559653" y="750949"/>
                  <a:pt x="1497303" y="755072"/>
                  <a:pt x="1309740" y="757707"/>
                </a:cubicBezTo>
                <a:cubicBezTo>
                  <a:pt x="1178742" y="759548"/>
                  <a:pt x="1017984" y="763856"/>
                  <a:pt x="952500" y="767281"/>
                </a:cubicBezTo>
                <a:cubicBezTo>
                  <a:pt x="887015" y="770705"/>
                  <a:pt x="830784" y="770765"/>
                  <a:pt x="827541" y="767413"/>
                </a:cubicBezTo>
                <a:close/>
              </a:path>
            </a:pathLst>
          </a:custGeom>
          <a:solidFill>
            <a:srgbClr val="181716">
              <a:alpha val="70000"/>
            </a:srgbClr>
          </a:solidFill>
          <a:ln>
            <a:noFill/>
          </a:ln>
        </p:spPr>
      </p:sp>
      <p:sp>
        <p:nvSpPr>
          <p:cNvPr id="7" name="TEXT: [the size of a water bottle]"/>
          <p:cNvSpPr/>
          <p:nvPr/>
        </p:nvSpPr>
        <p:spPr>
          <a:xfrm rot="21480000">
            <a:off x="1319212" y="11906250"/>
            <a:ext cx="4219575" cy="152400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l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[the size of a</a:t>
            </a:r>
          </a:p>
          <a:p>
            <a:pPr algn="l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water bottle]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ul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8472488"/>
            <a:ext cx="9639300" cy="2105025"/>
          </a:xfrm>
          <a:prstGeom prst="rect">
            <a:avLst/>
          </a:prstGeom>
        </p:spPr>
      </p:pic>
      <p:pic>
        <p:nvPicPr>
          <p:cNvPr id="4" name="photo border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943100" y="3848100"/>
            <a:ext cx="6400800" cy="6019800"/>
          </a:xfrm>
          <a:prstGeom prst="rect">
            <a:avLst/>
          </a:prstGeom>
        </p:spPr>
      </p:pic>
      <p:sp>
        <p:nvSpPr>
          <p:cNvPr id="5" name="PHOTO: Your product"/>
          <p:cNvSpPr/>
          <p:nvPr/>
        </p:nvSpPr>
        <p:spPr>
          <a:xfrm rot="120000">
            <a:off x="2476500" y="4381500"/>
            <a:ext cx="5334000" cy="49530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6" name="LETTERING: exactly"/>
          <p:cNvSpPr txBox="1"/>
          <p:nvPr/>
        </p:nvSpPr>
        <p:spPr>
          <a:xfrm rot="180000">
            <a:off x="-90488" y="1066800"/>
            <a:ext cx="6276975" cy="2057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0" i="0">
                <a:solidFill>
                  <a:srgbClr val="BFD9F2"/>
                </a:solidFill>
                <a:latin typeface="DM Serif Display"/>
              </a:rPr>
              <a:t>exactly</a:t>
            </a:r>
          </a:p>
        </p:txBody>
      </p:sp>
      <p:sp>
        <p:nvSpPr>
          <p:cNvPr id="7" name="TEXT: [9 x 4 in]"/>
          <p:cNvSpPr/>
          <p:nvPr/>
        </p:nvSpPr>
        <p:spPr>
          <a:xfrm rot="120000">
            <a:off x="2190750" y="11006138"/>
            <a:ext cx="6286500" cy="180022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46710" rIns="346710" tIns="148590" bIns="148590"/>
          <a:lstStyle/>
          <a:p>
            <a:pPr algn="ctr">
              <a:lnSpc>
                <a:spcPts val="11894"/>
              </a:lnSpc>
            </a:pPr>
            <a:r>
              <a:rPr b="1" sz="9750">
                <a:solidFill>
                  <a:srgbClr val="FFFFFF"/>
                </a:solidFill>
                <a:latin typeface="Montserrat"/>
              </a:rPr>
              <a:t>[9 x 4 in]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666750" y="4857750"/>
            <a:ext cx="7239000" cy="85725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80000">
            <a:off x="1238250" y="5429250"/>
            <a:ext cx="6096000" cy="7429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-223838" y="11430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BFD9F2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SIZE]&quot;"/>
          <p:cNvSpPr/>
          <p:nvPr/>
        </p:nvSpPr>
        <p:spPr>
          <a:xfrm rot="21480000">
            <a:off x="2443162" y="3305175"/>
            <a:ext cx="3686175" cy="1200150"/>
          </a:xfrm>
          <a:prstGeom prst="roundRect">
            <a:avLst>
              <a:gd name="adj" fmla="val 50000"/>
            </a:avLst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"[SIZE]"</a:t>
            </a:r>
          </a:p>
        </p:txBody>
      </p:sp>
      <p:sp>
        <p:nvSpPr>
          <p:cNvPr id="7" name="TEXT: [exact size + where to buy]"/>
          <p:cNvSpPr/>
          <p:nvPr/>
        </p:nvSpPr>
        <p:spPr>
          <a:xfrm rot="120000">
            <a:off x="709612" y="12596812"/>
            <a:ext cx="7153275" cy="714375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81716"/>
                </a:solidFill>
                <a:latin typeface="Montserrat"/>
              </a:rPr>
              <a:t>[exact size + where to buy]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