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morning with it. Edit [product] and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Midday: swap in its photo. Edit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Afternoon: swap in a photo for the watch screen. Edit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Night: swap in its photo. Edit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whole day: the same four photos. Edit the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product. Type its name, shop and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image" Target="../media/image23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Morning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burst"/>
          <p:cNvSpPr/>
          <p:nvPr/>
        </p:nvSpPr>
        <p:spPr>
          <a:xfrm rot="0">
            <a:off x="5238750" y="8339137"/>
            <a:ext cx="5334000" cy="4657725"/>
          </a:xfrm>
          <a:custGeom>
            <a:avLst/>
            <a:gdLst/>
            <a:ahLst/>
            <a:cxnLst/>
            <a:rect l="0" t="0" r="r" b="b"/>
            <a:pathLst>
              <a:path w="5334000" h="4657725">
                <a:moveTo>
                  <a:pt x="2584852" y="4631531"/>
                </a:moveTo>
                <a:cubicBezTo>
                  <a:pt x="2579023" y="4617124"/>
                  <a:pt x="2567015" y="4573190"/>
                  <a:pt x="2558167" y="4533900"/>
                </a:cubicBezTo>
                <a:cubicBezTo>
                  <a:pt x="2549319" y="4494609"/>
                  <a:pt x="2530053" y="4428172"/>
                  <a:pt x="2515355" y="4386262"/>
                </a:cubicBezTo>
                <a:cubicBezTo>
                  <a:pt x="2500656" y="4344352"/>
                  <a:pt x="2474880" y="4265056"/>
                  <a:pt x="2458075" y="4210050"/>
                </a:cubicBezTo>
                <a:cubicBezTo>
                  <a:pt x="2441270" y="4155043"/>
                  <a:pt x="2423405" y="4102379"/>
                  <a:pt x="2418375" y="4093020"/>
                </a:cubicBezTo>
                <a:cubicBezTo>
                  <a:pt x="2413344" y="4083661"/>
                  <a:pt x="2389842" y="4025797"/>
                  <a:pt x="2366148" y="3964433"/>
                </a:cubicBezTo>
                <a:cubicBezTo>
                  <a:pt x="2319372" y="3843290"/>
                  <a:pt x="2301503" y="3810000"/>
                  <a:pt x="2283256" y="3810000"/>
                </a:cubicBezTo>
                <a:cubicBezTo>
                  <a:pt x="2267309" y="3810000"/>
                  <a:pt x="2195969" y="3941794"/>
                  <a:pt x="2101513" y="4145756"/>
                </a:cubicBezTo>
                <a:cubicBezTo>
                  <a:pt x="2076303" y="4200191"/>
                  <a:pt x="2052840" y="4238625"/>
                  <a:pt x="2044817" y="4238625"/>
                </a:cubicBezTo>
                <a:cubicBezTo>
                  <a:pt x="2036696" y="4238625"/>
                  <a:pt x="2019993" y="4266702"/>
                  <a:pt x="2003739" y="4307681"/>
                </a:cubicBezTo>
                <a:cubicBezTo>
                  <a:pt x="1979957" y="4367638"/>
                  <a:pt x="1973217" y="4376737"/>
                  <a:pt x="1952580" y="4376737"/>
                </a:cubicBezTo>
                <a:cubicBezTo>
                  <a:pt x="1929314" y="4376737"/>
                  <a:pt x="1928800" y="4375162"/>
                  <a:pt x="1928228" y="4302210"/>
                </a:cubicBezTo>
                <a:cubicBezTo>
                  <a:pt x="1927828" y="4251134"/>
                  <a:pt x="1923672" y="4225228"/>
                  <a:pt x="1915021" y="4219881"/>
                </a:cubicBezTo>
                <a:cubicBezTo>
                  <a:pt x="1908078" y="4215591"/>
                  <a:pt x="1900907" y="4191263"/>
                  <a:pt x="1899085" y="4165821"/>
                </a:cubicBezTo>
                <a:cubicBezTo>
                  <a:pt x="1895795" y="4119875"/>
                  <a:pt x="1892026" y="4069019"/>
                  <a:pt x="1861420" y="3657600"/>
                </a:cubicBezTo>
                <a:cubicBezTo>
                  <a:pt x="1846183" y="3452788"/>
                  <a:pt x="1844450" y="3442337"/>
                  <a:pt x="1822319" y="3421856"/>
                </a:cubicBezTo>
                <a:cubicBezTo>
                  <a:pt x="1793764" y="3395428"/>
                  <a:pt x="1756858" y="3394576"/>
                  <a:pt x="1719262" y="3419475"/>
                </a:cubicBezTo>
                <a:cubicBezTo>
                  <a:pt x="1703546" y="3429883"/>
                  <a:pt x="1681900" y="3438427"/>
                  <a:pt x="1671161" y="3438462"/>
                </a:cubicBezTo>
                <a:cubicBezTo>
                  <a:pt x="1660421" y="3438496"/>
                  <a:pt x="1647563" y="3442247"/>
                  <a:pt x="1642586" y="3446797"/>
                </a:cubicBezTo>
                <a:cubicBezTo>
                  <a:pt x="1637609" y="3451347"/>
                  <a:pt x="1612106" y="3462829"/>
                  <a:pt x="1585912" y="3472313"/>
                </a:cubicBezTo>
                <a:cubicBezTo>
                  <a:pt x="1559718" y="3481798"/>
                  <a:pt x="1526910" y="3497363"/>
                  <a:pt x="1513004" y="3506903"/>
                </a:cubicBezTo>
                <a:cubicBezTo>
                  <a:pt x="1499099" y="3516444"/>
                  <a:pt x="1485740" y="3524250"/>
                  <a:pt x="1483319" y="3524250"/>
                </a:cubicBezTo>
                <a:cubicBezTo>
                  <a:pt x="1467022" y="3524250"/>
                  <a:pt x="1111311" y="3775406"/>
                  <a:pt x="734614" y="4052887"/>
                </a:cubicBezTo>
                <a:cubicBezTo>
                  <a:pt x="583289" y="4164356"/>
                  <a:pt x="573168" y="4170602"/>
                  <a:pt x="552605" y="4165225"/>
                </a:cubicBezTo>
                <a:cubicBezTo>
                  <a:pt x="540492" y="4162057"/>
                  <a:pt x="515532" y="4180562"/>
                  <a:pt x="469960" y="4226497"/>
                </a:cubicBezTo>
                <a:cubicBezTo>
                  <a:pt x="395420" y="4301631"/>
                  <a:pt x="357974" y="4328904"/>
                  <a:pt x="342491" y="4319335"/>
                </a:cubicBezTo>
                <a:cubicBezTo>
                  <a:pt x="336567" y="4315673"/>
                  <a:pt x="314456" y="4320462"/>
                  <a:pt x="293356" y="4329977"/>
                </a:cubicBezTo>
                <a:cubicBezTo>
                  <a:pt x="256045" y="4346802"/>
                  <a:pt x="254629" y="4346782"/>
                  <a:pt x="241796" y="4329230"/>
                </a:cubicBezTo>
                <a:cubicBezTo>
                  <a:pt x="234538" y="4319305"/>
                  <a:pt x="228599" y="4306133"/>
                  <a:pt x="228600" y="4299961"/>
                </a:cubicBezTo>
                <a:cubicBezTo>
                  <a:pt x="228600" y="4282684"/>
                  <a:pt x="298121" y="4199445"/>
                  <a:pt x="341855" y="4164357"/>
                </a:cubicBezTo>
                <a:cubicBezTo>
                  <a:pt x="363385" y="4147084"/>
                  <a:pt x="381000" y="4126381"/>
                  <a:pt x="381000" y="4118351"/>
                </a:cubicBezTo>
                <a:cubicBezTo>
                  <a:pt x="381000" y="4110321"/>
                  <a:pt x="414218" y="4065361"/>
                  <a:pt x="454818" y="4018441"/>
                </a:cubicBezTo>
                <a:cubicBezTo>
                  <a:pt x="495419" y="3971521"/>
                  <a:pt x="546684" y="3911000"/>
                  <a:pt x="568742" y="3883951"/>
                </a:cubicBezTo>
                <a:cubicBezTo>
                  <a:pt x="590799" y="3856901"/>
                  <a:pt x="649747" y="3789549"/>
                  <a:pt x="699736" y="3734278"/>
                </a:cubicBezTo>
                <a:cubicBezTo>
                  <a:pt x="809653" y="3612750"/>
                  <a:pt x="936284" y="3458382"/>
                  <a:pt x="969276" y="3405699"/>
                </a:cubicBezTo>
                <a:cubicBezTo>
                  <a:pt x="982575" y="3384462"/>
                  <a:pt x="1012890" y="3339720"/>
                  <a:pt x="1036642" y="3306272"/>
                </a:cubicBezTo>
                <a:cubicBezTo>
                  <a:pt x="1069245" y="3260361"/>
                  <a:pt x="1162050" y="3078382"/>
                  <a:pt x="1162050" y="3060363"/>
                </a:cubicBezTo>
                <a:cubicBezTo>
                  <a:pt x="1162049" y="3058971"/>
                  <a:pt x="1148119" y="3063833"/>
                  <a:pt x="1131093" y="3071167"/>
                </a:cubicBezTo>
                <a:cubicBezTo>
                  <a:pt x="1077406" y="3094293"/>
                  <a:pt x="967458" y="3124200"/>
                  <a:pt x="936124" y="3124200"/>
                </a:cubicBezTo>
                <a:cubicBezTo>
                  <a:pt x="919555" y="3124200"/>
                  <a:pt x="903554" y="3128156"/>
                  <a:pt x="900565" y="3132992"/>
                </a:cubicBezTo>
                <a:cubicBezTo>
                  <a:pt x="897576" y="3137827"/>
                  <a:pt x="882106" y="3144645"/>
                  <a:pt x="866186" y="3148141"/>
                </a:cubicBezTo>
                <a:cubicBezTo>
                  <a:pt x="850266" y="3151638"/>
                  <a:pt x="811824" y="3164826"/>
                  <a:pt x="780759" y="3177449"/>
                </a:cubicBezTo>
                <a:cubicBezTo>
                  <a:pt x="674840" y="3220488"/>
                  <a:pt x="656850" y="3196803"/>
                  <a:pt x="736438" y="3119098"/>
                </a:cubicBezTo>
                <a:cubicBezTo>
                  <a:pt x="765610" y="3090617"/>
                  <a:pt x="802789" y="3047967"/>
                  <a:pt x="819058" y="3024320"/>
                </a:cubicBezTo>
                <a:cubicBezTo>
                  <a:pt x="835328" y="3000672"/>
                  <a:pt x="852720" y="2981325"/>
                  <a:pt x="857707" y="2981325"/>
                </a:cubicBezTo>
                <a:cubicBezTo>
                  <a:pt x="862694" y="2981325"/>
                  <a:pt x="866775" y="2974440"/>
                  <a:pt x="866775" y="2966026"/>
                </a:cubicBezTo>
                <a:cubicBezTo>
                  <a:pt x="866775" y="2957613"/>
                  <a:pt x="879123" y="2935110"/>
                  <a:pt x="894215" y="2916020"/>
                </a:cubicBezTo>
                <a:cubicBezTo>
                  <a:pt x="967966" y="2822734"/>
                  <a:pt x="975477" y="2786738"/>
                  <a:pt x="932508" y="2732485"/>
                </a:cubicBezTo>
                <a:cubicBezTo>
                  <a:pt x="887551" y="2675723"/>
                  <a:pt x="695253" y="2592251"/>
                  <a:pt x="549963" y="2566431"/>
                </a:cubicBezTo>
                <a:cubicBezTo>
                  <a:pt x="530260" y="2562930"/>
                  <a:pt x="512021" y="2556638"/>
                  <a:pt x="509432" y="2552449"/>
                </a:cubicBezTo>
                <a:cubicBezTo>
                  <a:pt x="500593" y="2538147"/>
                  <a:pt x="322882" y="2519421"/>
                  <a:pt x="119062" y="2511313"/>
                </a:cubicBezTo>
                <a:cubicBezTo>
                  <a:pt x="27026" y="2507651"/>
                  <a:pt x="0" y="2499838"/>
                  <a:pt x="0" y="2476892"/>
                </a:cubicBezTo>
                <a:cubicBezTo>
                  <a:pt x="0" y="2456929"/>
                  <a:pt x="60586" y="2428875"/>
                  <a:pt x="103697" y="2428875"/>
                </a:cubicBezTo>
                <a:cubicBezTo>
                  <a:pt x="139354" y="2428874"/>
                  <a:pt x="222605" y="2394184"/>
                  <a:pt x="276225" y="2356982"/>
                </a:cubicBezTo>
                <a:cubicBezTo>
                  <a:pt x="299799" y="2340626"/>
                  <a:pt x="346948" y="2313117"/>
                  <a:pt x="381000" y="2295850"/>
                </a:cubicBezTo>
                <a:cubicBezTo>
                  <a:pt x="566109" y="2201990"/>
                  <a:pt x="734850" y="2064855"/>
                  <a:pt x="841927" y="1921257"/>
                </a:cubicBezTo>
                <a:cubicBezTo>
                  <a:pt x="894473" y="1850789"/>
                  <a:pt x="898315" y="1839910"/>
                  <a:pt x="916488" y="1710087"/>
                </a:cubicBezTo>
                <a:cubicBezTo>
                  <a:pt x="937277" y="1561579"/>
                  <a:pt x="885660" y="1392497"/>
                  <a:pt x="741916" y="1138237"/>
                </a:cubicBezTo>
                <a:cubicBezTo>
                  <a:pt x="688845" y="1044362"/>
                  <a:pt x="687686" y="1042609"/>
                  <a:pt x="621506" y="956122"/>
                </a:cubicBezTo>
                <a:cubicBezTo>
                  <a:pt x="514955" y="816878"/>
                  <a:pt x="550534" y="801324"/>
                  <a:pt x="701068" y="921341"/>
                </a:cubicBezTo>
                <a:cubicBezTo>
                  <a:pt x="722563" y="938478"/>
                  <a:pt x="743183" y="952499"/>
                  <a:pt x="746891" y="952499"/>
                </a:cubicBezTo>
                <a:cubicBezTo>
                  <a:pt x="750599" y="952499"/>
                  <a:pt x="805879" y="977621"/>
                  <a:pt x="869735" y="1008325"/>
                </a:cubicBezTo>
                <a:cubicBezTo>
                  <a:pt x="1104573" y="1121243"/>
                  <a:pt x="1310752" y="1170096"/>
                  <a:pt x="1402108" y="1134466"/>
                </a:cubicBezTo>
                <a:cubicBezTo>
                  <a:pt x="1464249" y="1110231"/>
                  <a:pt x="1502819" y="1103089"/>
                  <a:pt x="1520489" y="1112546"/>
                </a:cubicBezTo>
                <a:cubicBezTo>
                  <a:pt x="1542985" y="1124585"/>
                  <a:pt x="1563283" y="1114902"/>
                  <a:pt x="1611206" y="1069270"/>
                </a:cubicBezTo>
                <a:cubicBezTo>
                  <a:pt x="1630356" y="1051035"/>
                  <a:pt x="1655504" y="1031233"/>
                  <a:pt x="1667090" y="1025264"/>
                </a:cubicBezTo>
                <a:cubicBezTo>
                  <a:pt x="1703083" y="1006721"/>
                  <a:pt x="1751158" y="853552"/>
                  <a:pt x="1772141" y="690562"/>
                </a:cubicBezTo>
                <a:cubicBezTo>
                  <a:pt x="1786133" y="581880"/>
                  <a:pt x="1785491" y="590445"/>
                  <a:pt x="1795337" y="381000"/>
                </a:cubicBezTo>
                <a:cubicBezTo>
                  <a:pt x="1799400" y="294560"/>
                  <a:pt x="1806432" y="219131"/>
                  <a:pt x="1810964" y="213379"/>
                </a:cubicBezTo>
                <a:cubicBezTo>
                  <a:pt x="1815495" y="207627"/>
                  <a:pt x="1818665" y="175480"/>
                  <a:pt x="1818007" y="141942"/>
                </a:cubicBezTo>
                <a:cubicBezTo>
                  <a:pt x="1816266" y="53246"/>
                  <a:pt x="1825929" y="19049"/>
                  <a:pt x="1852731" y="19050"/>
                </a:cubicBezTo>
                <a:cubicBezTo>
                  <a:pt x="1881503" y="19050"/>
                  <a:pt x="1906057" y="67399"/>
                  <a:pt x="1927709" y="166687"/>
                </a:cubicBezTo>
                <a:cubicBezTo>
                  <a:pt x="1947689" y="258309"/>
                  <a:pt x="1988287" y="422340"/>
                  <a:pt x="2000791" y="461962"/>
                </a:cubicBezTo>
                <a:cubicBezTo>
                  <a:pt x="2005750" y="477678"/>
                  <a:pt x="2025124" y="539829"/>
                  <a:pt x="2043843" y="600075"/>
                </a:cubicBezTo>
                <a:cubicBezTo>
                  <a:pt x="2116155" y="832798"/>
                  <a:pt x="2259598" y="1047827"/>
                  <a:pt x="2352327" y="1062507"/>
                </a:cubicBezTo>
                <a:cubicBezTo>
                  <a:pt x="2370854" y="1065440"/>
                  <a:pt x="2393258" y="1071769"/>
                  <a:pt x="2402114" y="1076571"/>
                </a:cubicBezTo>
                <a:cubicBezTo>
                  <a:pt x="2436987" y="1095482"/>
                  <a:pt x="2605607" y="996429"/>
                  <a:pt x="2682376" y="911937"/>
                </a:cubicBezTo>
                <a:cubicBezTo>
                  <a:pt x="2729863" y="859672"/>
                  <a:pt x="2825827" y="732981"/>
                  <a:pt x="2936636" y="576262"/>
                </a:cubicBezTo>
                <a:cubicBezTo>
                  <a:pt x="2984789" y="508158"/>
                  <a:pt x="3032760" y="448633"/>
                  <a:pt x="3043237" y="443984"/>
                </a:cubicBezTo>
                <a:cubicBezTo>
                  <a:pt x="3053715" y="439335"/>
                  <a:pt x="3079392" y="408222"/>
                  <a:pt x="3100297" y="374843"/>
                </a:cubicBezTo>
                <a:cubicBezTo>
                  <a:pt x="3121203" y="341464"/>
                  <a:pt x="3145921" y="311737"/>
                  <a:pt x="3155228" y="308783"/>
                </a:cubicBezTo>
                <a:cubicBezTo>
                  <a:pt x="3164534" y="305830"/>
                  <a:pt x="3178425" y="289795"/>
                  <a:pt x="3186096" y="273150"/>
                </a:cubicBezTo>
                <a:cubicBezTo>
                  <a:pt x="3224355" y="190139"/>
                  <a:pt x="3262415" y="139048"/>
                  <a:pt x="3280755" y="146086"/>
                </a:cubicBezTo>
                <a:cubicBezTo>
                  <a:pt x="3301637" y="154099"/>
                  <a:pt x="3299287" y="192771"/>
                  <a:pt x="3275463" y="233149"/>
                </a:cubicBezTo>
                <a:cubicBezTo>
                  <a:pt x="3253045" y="271144"/>
                  <a:pt x="3208163" y="408544"/>
                  <a:pt x="3214710" y="419137"/>
                </a:cubicBezTo>
                <a:cubicBezTo>
                  <a:pt x="3217007" y="422853"/>
                  <a:pt x="3210759" y="454312"/>
                  <a:pt x="3200826" y="489047"/>
                </a:cubicBezTo>
                <a:cubicBezTo>
                  <a:pt x="3189226" y="529608"/>
                  <a:pt x="3186196" y="554320"/>
                  <a:pt x="3192354" y="558127"/>
                </a:cubicBezTo>
                <a:cubicBezTo>
                  <a:pt x="3197628" y="561386"/>
                  <a:pt x="3199294" y="574608"/>
                  <a:pt x="3196056" y="587509"/>
                </a:cubicBezTo>
                <a:cubicBezTo>
                  <a:pt x="3190895" y="608070"/>
                  <a:pt x="3178556" y="695572"/>
                  <a:pt x="3166078" y="800100"/>
                </a:cubicBezTo>
                <a:cubicBezTo>
                  <a:pt x="3145387" y="973417"/>
                  <a:pt x="3147053" y="1245863"/>
                  <a:pt x="3168937" y="1267747"/>
                </a:cubicBezTo>
                <a:cubicBezTo>
                  <a:pt x="3177180" y="1275990"/>
                  <a:pt x="3186538" y="1274288"/>
                  <a:pt x="3206850" y="1260852"/>
                </a:cubicBezTo>
                <a:cubicBezTo>
                  <a:pt x="3221683" y="1251040"/>
                  <a:pt x="3242373" y="1237838"/>
                  <a:pt x="3252828" y="1231514"/>
                </a:cubicBezTo>
                <a:cubicBezTo>
                  <a:pt x="3263283" y="1225190"/>
                  <a:pt x="3291125" y="1208325"/>
                  <a:pt x="3314700" y="1194037"/>
                </a:cubicBezTo>
                <a:cubicBezTo>
                  <a:pt x="3338274" y="1179749"/>
                  <a:pt x="3384253" y="1147105"/>
                  <a:pt x="3416874" y="1121494"/>
                </a:cubicBezTo>
                <a:cubicBezTo>
                  <a:pt x="3449496" y="1095884"/>
                  <a:pt x="3480569" y="1077638"/>
                  <a:pt x="3485925" y="1080948"/>
                </a:cubicBezTo>
                <a:cubicBezTo>
                  <a:pt x="3495632" y="1086948"/>
                  <a:pt x="3460318" y="1160372"/>
                  <a:pt x="3432815" y="1191375"/>
                </a:cubicBezTo>
                <a:cubicBezTo>
                  <a:pt x="3425478" y="1199645"/>
                  <a:pt x="3419466" y="1210361"/>
                  <a:pt x="3419455" y="1215187"/>
                </a:cubicBezTo>
                <a:cubicBezTo>
                  <a:pt x="3419445" y="1220013"/>
                  <a:pt x="3397860" y="1268477"/>
                  <a:pt x="3371489" y="1322884"/>
                </a:cubicBezTo>
                <a:cubicBezTo>
                  <a:pt x="3311424" y="1446810"/>
                  <a:pt x="3309878" y="1458018"/>
                  <a:pt x="3351171" y="1470204"/>
                </a:cubicBezTo>
                <a:cubicBezTo>
                  <a:pt x="3405484" y="1486233"/>
                  <a:pt x="3635958" y="1439501"/>
                  <a:pt x="3843028" y="1370473"/>
                </a:cubicBezTo>
                <a:cubicBezTo>
                  <a:pt x="3890006" y="1354813"/>
                  <a:pt x="3937645" y="1344309"/>
                  <a:pt x="3948893" y="1347132"/>
                </a:cubicBezTo>
                <a:cubicBezTo>
                  <a:pt x="3975263" y="1353750"/>
                  <a:pt x="4086596" y="1308633"/>
                  <a:pt x="4103520" y="1284470"/>
                </a:cubicBezTo>
                <a:cubicBezTo>
                  <a:pt x="4113323" y="1270475"/>
                  <a:pt x="4119610" y="1268484"/>
                  <a:pt x="4129109" y="1276368"/>
                </a:cubicBezTo>
                <a:cubicBezTo>
                  <a:pt x="4145159" y="1289688"/>
                  <a:pt x="4249939" y="1247361"/>
                  <a:pt x="4279985" y="1215420"/>
                </a:cubicBezTo>
                <a:cubicBezTo>
                  <a:pt x="4298982" y="1195225"/>
                  <a:pt x="4320589" y="1184829"/>
                  <a:pt x="4410075" y="1152830"/>
                </a:cubicBezTo>
                <a:cubicBezTo>
                  <a:pt x="4520071" y="1113496"/>
                  <a:pt x="4545179" y="1116132"/>
                  <a:pt x="4548253" y="1167340"/>
                </a:cubicBezTo>
                <a:cubicBezTo>
                  <a:pt x="4550245" y="1200521"/>
                  <a:pt x="4534671" y="1220714"/>
                  <a:pt x="4476750" y="1260054"/>
                </a:cubicBezTo>
                <a:cubicBezTo>
                  <a:pt x="4453175" y="1276065"/>
                  <a:pt x="4420681" y="1300212"/>
                  <a:pt x="4404540" y="1313714"/>
                </a:cubicBezTo>
                <a:cubicBezTo>
                  <a:pt x="4370427" y="1342248"/>
                  <a:pt x="4353723" y="1355583"/>
                  <a:pt x="4220790" y="1460392"/>
                </a:cubicBezTo>
                <a:cubicBezTo>
                  <a:pt x="4083083" y="1568965"/>
                  <a:pt x="3921682" y="1705832"/>
                  <a:pt x="3846644" y="1777664"/>
                </a:cubicBezTo>
                <a:cubicBezTo>
                  <a:pt x="3811729" y="1811087"/>
                  <a:pt x="3774674" y="1838325"/>
                  <a:pt x="3764118" y="1838325"/>
                </a:cubicBezTo>
                <a:cubicBezTo>
                  <a:pt x="3736865" y="1838325"/>
                  <a:pt x="3683878" y="1925870"/>
                  <a:pt x="3691866" y="1957698"/>
                </a:cubicBezTo>
                <a:cubicBezTo>
                  <a:pt x="3696080" y="1974488"/>
                  <a:pt x="3704270" y="1981200"/>
                  <a:pt x="3720545" y="1981200"/>
                </a:cubicBezTo>
                <a:cubicBezTo>
                  <a:pt x="3747759" y="1981200"/>
                  <a:pt x="3750957" y="2004604"/>
                  <a:pt x="3727311" y="2030731"/>
                </a:cubicBezTo>
                <a:cubicBezTo>
                  <a:pt x="3712207" y="2047421"/>
                  <a:pt x="3712559" y="2049309"/>
                  <a:pt x="3733501" y="2063978"/>
                </a:cubicBezTo>
                <a:cubicBezTo>
                  <a:pt x="3769157" y="2088952"/>
                  <a:pt x="3842038" y="2123991"/>
                  <a:pt x="3858418" y="2124035"/>
                </a:cubicBezTo>
                <a:cubicBezTo>
                  <a:pt x="3866713" y="2124057"/>
                  <a:pt x="3876708" y="2127283"/>
                  <a:pt x="3880631" y="2131206"/>
                </a:cubicBezTo>
                <a:cubicBezTo>
                  <a:pt x="3884553" y="2135128"/>
                  <a:pt x="3914199" y="2143299"/>
                  <a:pt x="3946512" y="2149365"/>
                </a:cubicBezTo>
                <a:cubicBezTo>
                  <a:pt x="4047130" y="2168253"/>
                  <a:pt x="4194244" y="2199080"/>
                  <a:pt x="4229100" y="2208580"/>
                </a:cubicBezTo>
                <a:cubicBezTo>
                  <a:pt x="4247435" y="2213577"/>
                  <a:pt x="4303156" y="2224750"/>
                  <a:pt x="4352925" y="2233408"/>
                </a:cubicBezTo>
                <a:cubicBezTo>
                  <a:pt x="4402693" y="2242066"/>
                  <a:pt x="4460557" y="2252814"/>
                  <a:pt x="4481512" y="2257292"/>
                </a:cubicBezTo>
                <a:cubicBezTo>
                  <a:pt x="4514959" y="2264440"/>
                  <a:pt x="4658780" y="2288043"/>
                  <a:pt x="4751650" y="2301627"/>
                </a:cubicBezTo>
                <a:cubicBezTo>
                  <a:pt x="4771225" y="2304490"/>
                  <a:pt x="4785328" y="2312678"/>
                  <a:pt x="4787949" y="2322703"/>
                </a:cubicBezTo>
                <a:cubicBezTo>
                  <a:pt x="4791297" y="2335504"/>
                  <a:pt x="4811172" y="2341675"/>
                  <a:pt x="4878639" y="2350864"/>
                </a:cubicBezTo>
                <a:cubicBezTo>
                  <a:pt x="4978697" y="2364491"/>
                  <a:pt x="4981575" y="2365712"/>
                  <a:pt x="4981575" y="2394538"/>
                </a:cubicBezTo>
                <a:cubicBezTo>
                  <a:pt x="4981575" y="2422948"/>
                  <a:pt x="4894865" y="2449033"/>
                  <a:pt x="4826661" y="2441142"/>
                </a:cubicBezTo>
                <a:cubicBezTo>
                  <a:pt x="4792057" y="2437139"/>
                  <a:pt x="4771707" y="2440630"/>
                  <a:pt x="4740936" y="2455850"/>
                </a:cubicBezTo>
                <a:cubicBezTo>
                  <a:pt x="4717318" y="2467533"/>
                  <a:pt x="4655166" y="2482128"/>
                  <a:pt x="4591050" y="2491048"/>
                </a:cubicBezTo>
                <a:cubicBezTo>
                  <a:pt x="4087498" y="2561106"/>
                  <a:pt x="3880110" y="2606869"/>
                  <a:pt x="3676650" y="2692821"/>
                </a:cubicBezTo>
                <a:cubicBezTo>
                  <a:pt x="3580709" y="2733352"/>
                  <a:pt x="3579108" y="2734481"/>
                  <a:pt x="3544084" y="2786377"/>
                </a:cubicBezTo>
                <a:cubicBezTo>
                  <a:pt x="3511595" y="2834517"/>
                  <a:pt x="3516346" y="2869130"/>
                  <a:pt x="3569145" y="2968951"/>
                </a:cubicBezTo>
                <a:cubicBezTo>
                  <a:pt x="3589458" y="3007356"/>
                  <a:pt x="3603785" y="3051985"/>
                  <a:pt x="3610104" y="3096539"/>
                </a:cubicBezTo>
                <a:cubicBezTo>
                  <a:pt x="3621357" y="3175879"/>
                  <a:pt x="3679366" y="3320413"/>
                  <a:pt x="3791853" y="3549376"/>
                </a:cubicBezTo>
                <a:cubicBezTo>
                  <a:pt x="3834311" y="3635798"/>
                  <a:pt x="3864920" y="3709476"/>
                  <a:pt x="3861774" y="3717676"/>
                </a:cubicBezTo>
                <a:cubicBezTo>
                  <a:pt x="3855106" y="3735052"/>
                  <a:pt x="3883266" y="3781425"/>
                  <a:pt x="3900487" y="3781425"/>
                </a:cubicBezTo>
                <a:cubicBezTo>
                  <a:pt x="3919046" y="3781425"/>
                  <a:pt x="3945141" y="3827449"/>
                  <a:pt x="3938480" y="3848436"/>
                </a:cubicBezTo>
                <a:cubicBezTo>
                  <a:pt x="3932315" y="3867860"/>
                  <a:pt x="3976679" y="3962232"/>
                  <a:pt x="4016682" y="4014787"/>
                </a:cubicBezTo>
                <a:cubicBezTo>
                  <a:pt x="4028644" y="4030503"/>
                  <a:pt x="4044994" y="4051935"/>
                  <a:pt x="4053014" y="4062412"/>
                </a:cubicBezTo>
                <a:cubicBezTo>
                  <a:pt x="4129181" y="4161913"/>
                  <a:pt x="4150014" y="4195214"/>
                  <a:pt x="4145911" y="4210903"/>
                </a:cubicBezTo>
                <a:cubicBezTo>
                  <a:pt x="4143055" y="4221825"/>
                  <a:pt x="4157503" y="4251298"/>
                  <a:pt x="4183878" y="4288349"/>
                </a:cubicBezTo>
                <a:cubicBezTo>
                  <a:pt x="4234219" y="4359067"/>
                  <a:pt x="4246166" y="4389916"/>
                  <a:pt x="4227738" y="4401593"/>
                </a:cubicBezTo>
                <a:cubicBezTo>
                  <a:pt x="4202714" y="4417449"/>
                  <a:pt x="4191322" y="4409320"/>
                  <a:pt x="4122823" y="4326731"/>
                </a:cubicBezTo>
                <a:cubicBezTo>
                  <a:pt x="4001451" y="4180391"/>
                  <a:pt x="3951561" y="4132005"/>
                  <a:pt x="3939314" y="4148754"/>
                </a:cubicBezTo>
                <a:cubicBezTo>
                  <a:pt x="3925860" y="4167153"/>
                  <a:pt x="3382125" y="3629721"/>
                  <a:pt x="3381520" y="3597426"/>
                </a:cubicBezTo>
                <a:cubicBezTo>
                  <a:pt x="3381440" y="3593144"/>
                  <a:pt x="3391019" y="3592533"/>
                  <a:pt x="3402806" y="3596067"/>
                </a:cubicBezTo>
                <a:cubicBezTo>
                  <a:pt x="3423471" y="3602264"/>
                  <a:pt x="3423629" y="3601861"/>
                  <a:pt x="3407224" y="3584803"/>
                </a:cubicBezTo>
                <a:cubicBezTo>
                  <a:pt x="3392975" y="3569986"/>
                  <a:pt x="3388851" y="3569311"/>
                  <a:pt x="3381843" y="3580646"/>
                </a:cubicBezTo>
                <a:cubicBezTo>
                  <a:pt x="3370286" y="3599340"/>
                  <a:pt x="3321640" y="3568191"/>
                  <a:pt x="3326298" y="3545079"/>
                </a:cubicBezTo>
                <a:cubicBezTo>
                  <a:pt x="3328079" y="3536242"/>
                  <a:pt x="3321633" y="3520440"/>
                  <a:pt x="3311974" y="3509962"/>
                </a:cubicBezTo>
                <a:cubicBezTo>
                  <a:pt x="3295917" y="3492544"/>
                  <a:pt x="3293646" y="3492274"/>
                  <a:pt x="3285466" y="3506806"/>
                </a:cubicBezTo>
                <a:cubicBezTo>
                  <a:pt x="3277621" y="3520744"/>
                  <a:pt x="3265137" y="3515760"/>
                  <a:pt x="3184056" y="3466325"/>
                </a:cubicBezTo>
                <a:cubicBezTo>
                  <a:pt x="3081353" y="3403707"/>
                  <a:pt x="3048000" y="3395724"/>
                  <a:pt x="3048000" y="3433762"/>
                </a:cubicBezTo>
                <a:cubicBezTo>
                  <a:pt x="3048000" y="3462380"/>
                  <a:pt x="3051408" y="3462095"/>
                  <a:pt x="3000915" y="3437699"/>
                </a:cubicBezTo>
                <a:cubicBezTo>
                  <a:pt x="2902510" y="3390155"/>
                  <a:pt x="2810032" y="3474645"/>
                  <a:pt x="2744588" y="3671887"/>
                </a:cubicBezTo>
                <a:cubicBezTo>
                  <a:pt x="2718480" y="3750572"/>
                  <a:pt x="2706131" y="3792769"/>
                  <a:pt x="2677363" y="3901592"/>
                </a:cubicBezTo>
                <a:cubicBezTo>
                  <a:pt x="2671663" y="3923155"/>
                  <a:pt x="2667000" y="3959945"/>
                  <a:pt x="2667000" y="3983348"/>
                </a:cubicBezTo>
                <a:cubicBezTo>
                  <a:pt x="2667000" y="4006751"/>
                  <a:pt x="2663785" y="4029113"/>
                  <a:pt x="2659856" y="4033040"/>
                </a:cubicBezTo>
                <a:cubicBezTo>
                  <a:pt x="2655927" y="4036967"/>
                  <a:pt x="2652291" y="4049469"/>
                  <a:pt x="2651776" y="4060821"/>
                </a:cubicBezTo>
                <a:cubicBezTo>
                  <a:pt x="2651261" y="4072174"/>
                  <a:pt x="2646312" y="4177903"/>
                  <a:pt x="2640777" y="4295775"/>
                </a:cubicBezTo>
                <a:cubicBezTo>
                  <a:pt x="2635243" y="4413646"/>
                  <a:pt x="2630858" y="4536843"/>
                  <a:pt x="2631035" y="4569544"/>
                </a:cubicBezTo>
                <a:cubicBezTo>
                  <a:pt x="2631465" y="4649392"/>
                  <a:pt x="2605940" y="4683652"/>
                  <a:pt x="2584852" y="4631531"/>
                </a:cubicBezTo>
                <a:close/>
                <a:moveTo>
                  <a:pt x="2524733" y="3795712"/>
                </a:moveTo>
                <a:cubicBezTo>
                  <a:pt x="2534469" y="3707393"/>
                  <a:pt x="2563359" y="3579062"/>
                  <a:pt x="2581400" y="3543999"/>
                </a:cubicBezTo>
                <a:cubicBezTo>
                  <a:pt x="2585641" y="3535756"/>
                  <a:pt x="2596515" y="3507581"/>
                  <a:pt x="2605565" y="3481387"/>
                </a:cubicBezTo>
                <a:cubicBezTo>
                  <a:pt x="2629059" y="3413389"/>
                  <a:pt x="2701102" y="3308190"/>
                  <a:pt x="2746889" y="3275022"/>
                </a:cubicBezTo>
                <a:cubicBezTo>
                  <a:pt x="2835051" y="3211157"/>
                  <a:pt x="2949913" y="3184275"/>
                  <a:pt x="3028887" y="3209022"/>
                </a:cubicBezTo>
                <a:cubicBezTo>
                  <a:pt x="3047188" y="3214757"/>
                  <a:pt x="3076178" y="3219450"/>
                  <a:pt x="3093310" y="3219450"/>
                </a:cubicBezTo>
                <a:cubicBezTo>
                  <a:pt x="3110441" y="3219450"/>
                  <a:pt x="3131901" y="3223236"/>
                  <a:pt x="3140997" y="3227863"/>
                </a:cubicBezTo>
                <a:cubicBezTo>
                  <a:pt x="3150094" y="3232491"/>
                  <a:pt x="3168253" y="3240303"/>
                  <a:pt x="3181350" y="3245224"/>
                </a:cubicBezTo>
                <a:cubicBezTo>
                  <a:pt x="3233188" y="3264700"/>
                  <a:pt x="3311561" y="3306959"/>
                  <a:pt x="3341531" y="3331593"/>
                </a:cubicBezTo>
                <a:cubicBezTo>
                  <a:pt x="3448013" y="3419117"/>
                  <a:pt x="3516861" y="3482365"/>
                  <a:pt x="3561423" y="3533599"/>
                </a:cubicBezTo>
                <a:cubicBezTo>
                  <a:pt x="3589323" y="3565677"/>
                  <a:pt x="3613763" y="3590311"/>
                  <a:pt x="3615732" y="3588342"/>
                </a:cubicBezTo>
                <a:cubicBezTo>
                  <a:pt x="3617702" y="3586372"/>
                  <a:pt x="3590060" y="3527211"/>
                  <a:pt x="3554305" y="3456874"/>
                </a:cubicBezTo>
                <a:cubicBezTo>
                  <a:pt x="3441218" y="3234405"/>
                  <a:pt x="3401901" y="3110962"/>
                  <a:pt x="3394256" y="2954361"/>
                </a:cubicBezTo>
                <a:cubicBezTo>
                  <a:pt x="3388668" y="2839887"/>
                  <a:pt x="3393863" y="2813876"/>
                  <a:pt x="3416457" y="2843212"/>
                </a:cubicBezTo>
                <a:cubicBezTo>
                  <a:pt x="3430187" y="2861039"/>
                  <a:pt x="3430704" y="2859815"/>
                  <a:pt x="3424506" y="2824162"/>
                </a:cubicBezTo>
                <a:cubicBezTo>
                  <a:pt x="3420863" y="2803207"/>
                  <a:pt x="3413955" y="2784633"/>
                  <a:pt x="3409154" y="2782887"/>
                </a:cubicBezTo>
                <a:cubicBezTo>
                  <a:pt x="3371778" y="2769293"/>
                  <a:pt x="3446785" y="2620626"/>
                  <a:pt x="3529054" y="2545243"/>
                </a:cubicBezTo>
                <a:cubicBezTo>
                  <a:pt x="3624477" y="2457804"/>
                  <a:pt x="3820423" y="2375433"/>
                  <a:pt x="3976687" y="2357068"/>
                </a:cubicBezTo>
                <a:cubicBezTo>
                  <a:pt x="4079638" y="2344969"/>
                  <a:pt x="4078814" y="2333974"/>
                  <a:pt x="3973890" y="2319758"/>
                </a:cubicBezTo>
                <a:cubicBezTo>
                  <a:pt x="3951396" y="2316710"/>
                  <a:pt x="3925679" y="2310406"/>
                  <a:pt x="3916740" y="2305750"/>
                </a:cubicBezTo>
                <a:cubicBezTo>
                  <a:pt x="3907801" y="2301094"/>
                  <a:pt x="3861466" y="2281562"/>
                  <a:pt x="3813774" y="2262346"/>
                </a:cubicBezTo>
                <a:cubicBezTo>
                  <a:pt x="3723031" y="2225784"/>
                  <a:pt x="3629025" y="2156217"/>
                  <a:pt x="3629025" y="2125627"/>
                </a:cubicBezTo>
                <a:cubicBezTo>
                  <a:pt x="3629025" y="2116816"/>
                  <a:pt x="3620295" y="2104155"/>
                  <a:pt x="3609625" y="2097492"/>
                </a:cubicBezTo>
                <a:cubicBezTo>
                  <a:pt x="3598955" y="2090828"/>
                  <a:pt x="3586203" y="2074796"/>
                  <a:pt x="3581286" y="2061863"/>
                </a:cubicBezTo>
                <a:cubicBezTo>
                  <a:pt x="3576369" y="2048931"/>
                  <a:pt x="3566099" y="2038350"/>
                  <a:pt x="3558465" y="2038350"/>
                </a:cubicBezTo>
                <a:cubicBezTo>
                  <a:pt x="3519806" y="2038350"/>
                  <a:pt x="3530300" y="1939372"/>
                  <a:pt x="3578533" y="1849065"/>
                </a:cubicBezTo>
                <a:cubicBezTo>
                  <a:pt x="3636007" y="1741453"/>
                  <a:pt x="3705704" y="1658737"/>
                  <a:pt x="3793778" y="1593608"/>
                </a:cubicBezTo>
                <a:cubicBezTo>
                  <a:pt x="3844765" y="1555904"/>
                  <a:pt x="3846923" y="1543744"/>
                  <a:pt x="3798867" y="1564945"/>
                </a:cubicBezTo>
                <a:cubicBezTo>
                  <a:pt x="3712282" y="1603143"/>
                  <a:pt x="3520204" y="1645416"/>
                  <a:pt x="3395662" y="1653683"/>
                </a:cubicBezTo>
                <a:cubicBezTo>
                  <a:pt x="3294762" y="1660381"/>
                  <a:pt x="3152166" y="1639052"/>
                  <a:pt x="3126543" y="1613428"/>
                </a:cubicBezTo>
                <a:cubicBezTo>
                  <a:pt x="3108912" y="1595797"/>
                  <a:pt x="3104414" y="1534453"/>
                  <a:pt x="3117996" y="1496865"/>
                </a:cubicBezTo>
                <a:cubicBezTo>
                  <a:pt x="3125060" y="1477316"/>
                  <a:pt x="3123679" y="1475256"/>
                  <a:pt x="3107043" y="1480536"/>
                </a:cubicBezTo>
                <a:cubicBezTo>
                  <a:pt x="3055359" y="1496940"/>
                  <a:pt x="2975020" y="1409834"/>
                  <a:pt x="2943087" y="1302771"/>
                </a:cubicBezTo>
                <a:cubicBezTo>
                  <a:pt x="2931722" y="1264665"/>
                  <a:pt x="2918476" y="1223522"/>
                  <a:pt x="2913653" y="1211342"/>
                </a:cubicBezTo>
                <a:cubicBezTo>
                  <a:pt x="2908829" y="1199162"/>
                  <a:pt x="2907449" y="1185044"/>
                  <a:pt x="2910586" y="1179968"/>
                </a:cubicBezTo>
                <a:cubicBezTo>
                  <a:pt x="2913723" y="1174893"/>
                  <a:pt x="2910999" y="1164365"/>
                  <a:pt x="2904532" y="1156573"/>
                </a:cubicBezTo>
                <a:cubicBezTo>
                  <a:pt x="2881709" y="1129073"/>
                  <a:pt x="2905243" y="927873"/>
                  <a:pt x="2937112" y="878047"/>
                </a:cubicBezTo>
                <a:cubicBezTo>
                  <a:pt x="2944205" y="866957"/>
                  <a:pt x="2938190" y="848011"/>
                  <a:pt x="2930761" y="858043"/>
                </a:cubicBezTo>
                <a:cubicBezTo>
                  <a:pt x="2929144" y="860226"/>
                  <a:pt x="2911356" y="885586"/>
                  <a:pt x="2891232" y="914400"/>
                </a:cubicBezTo>
                <a:cubicBezTo>
                  <a:pt x="2839810" y="988024"/>
                  <a:pt x="2762439" y="1076324"/>
                  <a:pt x="2749350" y="1076324"/>
                </a:cubicBezTo>
                <a:cubicBezTo>
                  <a:pt x="2743291" y="1076324"/>
                  <a:pt x="2706529" y="1108747"/>
                  <a:pt x="2667656" y="1148375"/>
                </a:cubicBezTo>
                <a:cubicBezTo>
                  <a:pt x="2611711" y="1205406"/>
                  <a:pt x="2592674" y="1219344"/>
                  <a:pt x="2576329" y="1215242"/>
                </a:cubicBezTo>
                <a:cubicBezTo>
                  <a:pt x="2561813" y="1211599"/>
                  <a:pt x="2544562" y="1219575"/>
                  <a:pt x="2518258" y="1242090"/>
                </a:cubicBezTo>
                <a:cubicBezTo>
                  <a:pt x="2425368" y="1321600"/>
                  <a:pt x="2272439" y="1326388"/>
                  <a:pt x="2175968" y="1252806"/>
                </a:cubicBezTo>
                <a:cubicBezTo>
                  <a:pt x="2071675" y="1173258"/>
                  <a:pt x="1914525" y="904185"/>
                  <a:pt x="1914525" y="805162"/>
                </a:cubicBezTo>
                <a:cubicBezTo>
                  <a:pt x="1914525" y="797139"/>
                  <a:pt x="1910673" y="790575"/>
                  <a:pt x="1905966" y="790575"/>
                </a:cubicBezTo>
                <a:cubicBezTo>
                  <a:pt x="1901259" y="790575"/>
                  <a:pt x="1894393" y="820595"/>
                  <a:pt x="1890708" y="857287"/>
                </a:cubicBezTo>
                <a:cubicBezTo>
                  <a:pt x="1887023" y="893979"/>
                  <a:pt x="1880159" y="926379"/>
                  <a:pt x="1875454" y="929287"/>
                </a:cubicBezTo>
                <a:cubicBezTo>
                  <a:pt x="1870749" y="932195"/>
                  <a:pt x="1866900" y="947238"/>
                  <a:pt x="1866899" y="962716"/>
                </a:cubicBezTo>
                <a:cubicBezTo>
                  <a:pt x="1866899" y="978194"/>
                  <a:pt x="1863332" y="998301"/>
                  <a:pt x="1858972" y="1007397"/>
                </a:cubicBezTo>
                <a:cubicBezTo>
                  <a:pt x="1765352" y="1202725"/>
                  <a:pt x="1715119" y="1264353"/>
                  <a:pt x="1606266" y="1317433"/>
                </a:cubicBezTo>
                <a:cubicBezTo>
                  <a:pt x="1462815" y="1387384"/>
                  <a:pt x="1206351" y="1367888"/>
                  <a:pt x="1039485" y="1274347"/>
                </a:cubicBezTo>
                <a:cubicBezTo>
                  <a:pt x="998551" y="1251401"/>
                  <a:pt x="992481" y="1257912"/>
                  <a:pt x="1019471" y="1295816"/>
                </a:cubicBezTo>
                <a:cubicBezTo>
                  <a:pt x="1064914" y="1359634"/>
                  <a:pt x="1139805" y="1540085"/>
                  <a:pt x="1152345" y="1615979"/>
                </a:cubicBezTo>
                <a:cubicBezTo>
                  <a:pt x="1159135" y="1657069"/>
                  <a:pt x="1168382" y="1694759"/>
                  <a:pt x="1172895" y="1699736"/>
                </a:cubicBezTo>
                <a:cubicBezTo>
                  <a:pt x="1183577" y="1711517"/>
                  <a:pt x="1183480" y="1793091"/>
                  <a:pt x="1172750" y="1821208"/>
                </a:cubicBezTo>
                <a:cubicBezTo>
                  <a:pt x="1168158" y="1833241"/>
                  <a:pt x="1159371" y="1864311"/>
                  <a:pt x="1153223" y="1890252"/>
                </a:cubicBezTo>
                <a:cubicBezTo>
                  <a:pt x="1131475" y="1982018"/>
                  <a:pt x="1022236" y="2130080"/>
                  <a:pt x="912324" y="2216765"/>
                </a:cubicBezTo>
                <a:cubicBezTo>
                  <a:pt x="829328" y="2282222"/>
                  <a:pt x="714101" y="2350076"/>
                  <a:pt x="672776" y="2357828"/>
                </a:cubicBezTo>
                <a:cubicBezTo>
                  <a:pt x="617047" y="2368283"/>
                  <a:pt x="632571" y="2378301"/>
                  <a:pt x="715743" y="2385556"/>
                </a:cubicBezTo>
                <a:cubicBezTo>
                  <a:pt x="758406" y="2389278"/>
                  <a:pt x="800197" y="2395795"/>
                  <a:pt x="808612" y="2400038"/>
                </a:cubicBezTo>
                <a:cubicBezTo>
                  <a:pt x="817027" y="2404282"/>
                  <a:pt x="849630" y="2415074"/>
                  <a:pt x="881062" y="2424021"/>
                </a:cubicBezTo>
                <a:cubicBezTo>
                  <a:pt x="1016220" y="2462492"/>
                  <a:pt x="1150204" y="2557486"/>
                  <a:pt x="1203300" y="2652484"/>
                </a:cubicBezTo>
                <a:cubicBezTo>
                  <a:pt x="1242555" y="2722719"/>
                  <a:pt x="1236985" y="2780533"/>
                  <a:pt x="1183840" y="2854483"/>
                </a:cubicBezTo>
                <a:cubicBezTo>
                  <a:pt x="1155920" y="2893332"/>
                  <a:pt x="1154465" y="2891362"/>
                  <a:pt x="1208325" y="2887627"/>
                </a:cubicBezTo>
                <a:cubicBezTo>
                  <a:pt x="1249450" y="2884775"/>
                  <a:pt x="1256928" y="2887359"/>
                  <a:pt x="1275360" y="2910792"/>
                </a:cubicBezTo>
                <a:cubicBezTo>
                  <a:pt x="1286771" y="2925299"/>
                  <a:pt x="1293708" y="2943417"/>
                  <a:pt x="1290777" y="2951056"/>
                </a:cubicBezTo>
                <a:cubicBezTo>
                  <a:pt x="1287740" y="2958970"/>
                  <a:pt x="1294250" y="2971110"/>
                  <a:pt x="1305909" y="2979276"/>
                </a:cubicBezTo>
                <a:cubicBezTo>
                  <a:pt x="1328128" y="2994839"/>
                  <a:pt x="1328070" y="3016493"/>
                  <a:pt x="1305414" y="3164135"/>
                </a:cubicBezTo>
                <a:cubicBezTo>
                  <a:pt x="1293357" y="3242705"/>
                  <a:pt x="1228279" y="3363483"/>
                  <a:pt x="1153022" y="3446959"/>
                </a:cubicBezTo>
                <a:cubicBezTo>
                  <a:pt x="1119329" y="3484331"/>
                  <a:pt x="1113771" y="3508154"/>
                  <a:pt x="1145381" y="3479711"/>
                </a:cubicBezTo>
                <a:cubicBezTo>
                  <a:pt x="1213837" y="3418112"/>
                  <a:pt x="1404497" y="3316573"/>
                  <a:pt x="1535226" y="3272092"/>
                </a:cubicBezTo>
                <a:cubicBezTo>
                  <a:pt x="1650524" y="3232861"/>
                  <a:pt x="1704166" y="3228589"/>
                  <a:pt x="1711863" y="3258023"/>
                </a:cubicBezTo>
                <a:cubicBezTo>
                  <a:pt x="1716568" y="3276012"/>
                  <a:pt x="1722675" y="3277235"/>
                  <a:pt x="1789553" y="3273580"/>
                </a:cubicBezTo>
                <a:cubicBezTo>
                  <a:pt x="1829474" y="3271399"/>
                  <a:pt x="1870400" y="3266148"/>
                  <a:pt x="1880498" y="3261913"/>
                </a:cubicBezTo>
                <a:cubicBezTo>
                  <a:pt x="1903931" y="3252085"/>
                  <a:pt x="1924103" y="3280657"/>
                  <a:pt x="1940907" y="3347475"/>
                </a:cubicBezTo>
                <a:cubicBezTo>
                  <a:pt x="1948615" y="3378125"/>
                  <a:pt x="1962847" y="3404328"/>
                  <a:pt x="1980012" y="3419475"/>
                </a:cubicBezTo>
                <a:cubicBezTo>
                  <a:pt x="2022171" y="3456676"/>
                  <a:pt x="2064300" y="3581136"/>
                  <a:pt x="2078177" y="3709485"/>
                </a:cubicBezTo>
                <a:cubicBezTo>
                  <a:pt x="2081173" y="3737197"/>
                  <a:pt x="2081639" y="3736901"/>
                  <a:pt x="2114550" y="3686372"/>
                </a:cubicBezTo>
                <a:cubicBezTo>
                  <a:pt x="2132885" y="3658220"/>
                  <a:pt x="2168108" y="3618215"/>
                  <a:pt x="2192822" y="3597471"/>
                </a:cubicBezTo>
                <a:cubicBezTo>
                  <a:pt x="2236508" y="3560804"/>
                  <a:pt x="2238419" y="3560188"/>
                  <a:pt x="2261543" y="3575339"/>
                </a:cubicBezTo>
                <a:cubicBezTo>
                  <a:pt x="2274626" y="3583911"/>
                  <a:pt x="2291972" y="3590925"/>
                  <a:pt x="2300092" y="3590925"/>
                </a:cubicBezTo>
                <a:cubicBezTo>
                  <a:pt x="2308211" y="3590925"/>
                  <a:pt x="2322292" y="3602807"/>
                  <a:pt x="2331383" y="3617330"/>
                </a:cubicBezTo>
                <a:cubicBezTo>
                  <a:pt x="2340474" y="3631853"/>
                  <a:pt x="2365594" y="3667214"/>
                  <a:pt x="2387205" y="3695911"/>
                </a:cubicBezTo>
                <a:cubicBezTo>
                  <a:pt x="2437415" y="3762584"/>
                  <a:pt x="2467784" y="3819350"/>
                  <a:pt x="2491197" y="3890292"/>
                </a:cubicBezTo>
                <a:cubicBezTo>
                  <a:pt x="2506972" y="3938092"/>
                  <a:pt x="2510175" y="3942483"/>
                  <a:pt x="2512035" y="3918867"/>
                </a:cubicBezTo>
                <a:cubicBezTo>
                  <a:pt x="2513243" y="3903519"/>
                  <a:pt x="2518957" y="3848100"/>
                  <a:pt x="2524733" y="3795712"/>
                </a:cubicBezTo>
                <a:close/>
                <a:moveTo>
                  <a:pt x="1877212" y="3359943"/>
                </a:moveTo>
                <a:cubicBezTo>
                  <a:pt x="1870343" y="3326355"/>
                  <a:pt x="1854871" y="3318612"/>
                  <a:pt x="1849575" y="3346113"/>
                </a:cubicBezTo>
                <a:cubicBezTo>
                  <a:pt x="1846281" y="3363217"/>
                  <a:pt x="1862854" y="3390900"/>
                  <a:pt x="1876388" y="3390900"/>
                </a:cubicBezTo>
                <a:cubicBezTo>
                  <a:pt x="1880323" y="3390900"/>
                  <a:pt x="1880694" y="3376969"/>
                  <a:pt x="1877212" y="3359943"/>
                </a:cubicBezTo>
                <a:close/>
                <a:moveTo>
                  <a:pt x="3569493" y="2690919"/>
                </a:moveTo>
                <a:cubicBezTo>
                  <a:pt x="3586519" y="2673907"/>
                  <a:pt x="3600450" y="2655136"/>
                  <a:pt x="3600450" y="2649206"/>
                </a:cubicBezTo>
                <a:cubicBezTo>
                  <a:pt x="3600450" y="2643276"/>
                  <a:pt x="3605706" y="2639496"/>
                  <a:pt x="3612130" y="2640806"/>
                </a:cubicBezTo>
                <a:cubicBezTo>
                  <a:pt x="3618554" y="2642115"/>
                  <a:pt x="3625332" y="2633157"/>
                  <a:pt x="3627192" y="2620898"/>
                </a:cubicBezTo>
                <a:lnTo>
                  <a:pt x="3630574" y="2598608"/>
                </a:lnTo>
                <a:lnTo>
                  <a:pt x="3599174" y="2620898"/>
                </a:lnTo>
                <a:cubicBezTo>
                  <a:pt x="3557673" y="2650357"/>
                  <a:pt x="3534480" y="2677617"/>
                  <a:pt x="3534091" y="2697394"/>
                </a:cubicBezTo>
                <a:cubicBezTo>
                  <a:pt x="3533917" y="2706252"/>
                  <a:pt x="3530006" y="2715830"/>
                  <a:pt x="3525399" y="2718676"/>
                </a:cubicBezTo>
                <a:cubicBezTo>
                  <a:pt x="3520793" y="2721523"/>
                  <a:pt x="3514635" y="2733563"/>
                  <a:pt x="3511715" y="2745432"/>
                </a:cubicBezTo>
                <a:lnTo>
                  <a:pt x="3506405" y="2767012"/>
                </a:lnTo>
                <a:lnTo>
                  <a:pt x="3522471" y="2744431"/>
                </a:lnTo>
                <a:cubicBezTo>
                  <a:pt x="3531307" y="2732012"/>
                  <a:pt x="3552467" y="2707931"/>
                  <a:pt x="3569493" y="2690919"/>
                </a:cubicBezTo>
                <a:close/>
                <a:moveTo>
                  <a:pt x="3632488" y="2003713"/>
                </a:moveTo>
                <a:cubicBezTo>
                  <a:pt x="3657579" y="1978622"/>
                  <a:pt x="3664462" y="1962150"/>
                  <a:pt x="3649857" y="1962150"/>
                </a:cubicBezTo>
                <a:cubicBezTo>
                  <a:pt x="3640585" y="1962150"/>
                  <a:pt x="3590925" y="2012754"/>
                  <a:pt x="3590925" y="2022202"/>
                </a:cubicBezTo>
                <a:cubicBezTo>
                  <a:pt x="3590925" y="2035733"/>
                  <a:pt x="3608115" y="2028086"/>
                  <a:pt x="3632488" y="2003713"/>
                </a:cubicBezTo>
                <a:close/>
              </a:path>
            </a:pathLst>
          </a:custGeom>
          <a:solidFill>
            <a:srgbClr val="F9C9DF"/>
          </a:solidFill>
          <a:ln>
            <a:noFill/>
          </a:ln>
        </p:spPr>
      </p:sp>
      <p:pic>
        <p:nvPicPr>
          <p:cNvPr id="5" name="alarm clock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5943600" y="8281988"/>
            <a:ext cx="3924300" cy="4962525"/>
          </a:xfrm>
          <a:prstGeom prst="rect">
            <a:avLst/>
          </a:prstGeom>
        </p:spPr>
      </p:pic>
      <p:sp>
        <p:nvSpPr>
          <p:cNvPr id="6" name="alarm clock pattern"/>
          <p:cNvSpPr/>
          <p:nvPr/>
        </p:nvSpPr>
        <p:spPr>
          <a:xfrm rot="360000">
            <a:off x="5943600" y="8281987"/>
            <a:ext cx="3924300" cy="4962525"/>
          </a:xfrm>
          <a:custGeom>
            <a:avLst/>
            <a:gdLst/>
            <a:ahLst/>
            <a:cxnLst/>
            <a:rect l="0" t="0" r="r" b="b"/>
            <a:pathLst>
              <a:path w="3924300" h="4962525">
                <a:moveTo>
                  <a:pt x="2922978" y="4339814"/>
                </a:moveTo>
                <a:cubicBezTo>
                  <a:pt x="2914528" y="4321269"/>
                  <a:pt x="2914764" y="4308968"/>
                  <a:pt x="2923997" y="4286679"/>
                </a:cubicBezTo>
                <a:cubicBezTo>
                  <a:pt x="2938424" y="4251848"/>
                  <a:pt x="2950366" y="4249625"/>
                  <a:pt x="2958074" y="4280336"/>
                </a:cubicBezTo>
                <a:cubicBezTo>
                  <a:pt x="2972841" y="4339173"/>
                  <a:pt x="2944540" y="4387137"/>
                  <a:pt x="2922978" y="4339814"/>
                </a:cubicBezTo>
                <a:close/>
                <a:moveTo>
                  <a:pt x="926301" y="4302918"/>
                </a:moveTo>
                <a:cubicBezTo>
                  <a:pt x="928482" y="4296370"/>
                  <a:pt x="938346" y="4289446"/>
                  <a:pt x="948223" y="4287532"/>
                </a:cubicBezTo>
                <a:cubicBezTo>
                  <a:pt x="963759" y="4284521"/>
                  <a:pt x="964459" y="4286127"/>
                  <a:pt x="953411" y="4299438"/>
                </a:cubicBezTo>
                <a:cubicBezTo>
                  <a:pt x="938303" y="4317643"/>
                  <a:pt x="920644" y="4319910"/>
                  <a:pt x="926301" y="4302918"/>
                </a:cubicBezTo>
                <a:close/>
                <a:moveTo>
                  <a:pt x="2744213" y="4192893"/>
                </a:moveTo>
                <a:cubicBezTo>
                  <a:pt x="2731483" y="4169108"/>
                  <a:pt x="2751511" y="4139910"/>
                  <a:pt x="2777167" y="4144850"/>
                </a:cubicBezTo>
                <a:cubicBezTo>
                  <a:pt x="2805060" y="4150222"/>
                  <a:pt x="2803044" y="4204225"/>
                  <a:pt x="2774800" y="4208246"/>
                </a:cubicBezTo>
                <a:cubicBezTo>
                  <a:pt x="2761887" y="4210085"/>
                  <a:pt x="2750301" y="4204269"/>
                  <a:pt x="2744213" y="4192893"/>
                </a:cubicBezTo>
                <a:close/>
                <a:moveTo>
                  <a:pt x="2228850" y="4182829"/>
                </a:moveTo>
                <a:cubicBezTo>
                  <a:pt x="2228850" y="4161614"/>
                  <a:pt x="2268050" y="4149918"/>
                  <a:pt x="2284389" y="4166257"/>
                </a:cubicBezTo>
                <a:cubicBezTo>
                  <a:pt x="2298329" y="4180197"/>
                  <a:pt x="2297901" y="4181475"/>
                  <a:pt x="2279295" y="4181475"/>
                </a:cubicBezTo>
                <a:cubicBezTo>
                  <a:pt x="2268123" y="4181475"/>
                  <a:pt x="2252203" y="4184076"/>
                  <a:pt x="2243916" y="4187256"/>
                </a:cubicBezTo>
                <a:cubicBezTo>
                  <a:pt x="2235629" y="4190436"/>
                  <a:pt x="2228850" y="4188444"/>
                  <a:pt x="2228850" y="4182829"/>
                </a:cubicBezTo>
                <a:close/>
                <a:moveTo>
                  <a:pt x="1653267" y="4128407"/>
                </a:moveTo>
                <a:cubicBezTo>
                  <a:pt x="1635560" y="4110699"/>
                  <a:pt x="1635408" y="4109426"/>
                  <a:pt x="1648160" y="4085598"/>
                </a:cubicBezTo>
                <a:cubicBezTo>
                  <a:pt x="1661149" y="4061327"/>
                  <a:pt x="1692060" y="4062093"/>
                  <a:pt x="1705399" y="4087017"/>
                </a:cubicBezTo>
                <a:cubicBezTo>
                  <a:pt x="1713870" y="4102847"/>
                  <a:pt x="1712676" y="4110551"/>
                  <a:pt x="1699495" y="4125117"/>
                </a:cubicBezTo>
                <a:cubicBezTo>
                  <a:pt x="1679447" y="4147270"/>
                  <a:pt x="1672616" y="4147756"/>
                  <a:pt x="1653267" y="4128407"/>
                </a:cubicBezTo>
                <a:close/>
                <a:moveTo>
                  <a:pt x="1085850" y="4083273"/>
                </a:moveTo>
                <a:cubicBezTo>
                  <a:pt x="1085850" y="4074788"/>
                  <a:pt x="1094422" y="4063257"/>
                  <a:pt x="1104900" y="4057650"/>
                </a:cubicBezTo>
                <a:cubicBezTo>
                  <a:pt x="1115377" y="4052042"/>
                  <a:pt x="1123950" y="4051227"/>
                  <a:pt x="1123950" y="4055838"/>
                </a:cubicBezTo>
                <a:cubicBezTo>
                  <a:pt x="1123950" y="4060449"/>
                  <a:pt x="1115377" y="4071980"/>
                  <a:pt x="1104900" y="4081462"/>
                </a:cubicBezTo>
                <a:cubicBezTo>
                  <a:pt x="1088085" y="4096678"/>
                  <a:pt x="1085850" y="4096891"/>
                  <a:pt x="1085850" y="4083273"/>
                </a:cubicBezTo>
                <a:close/>
                <a:moveTo>
                  <a:pt x="2069044" y="4080922"/>
                </a:moveTo>
                <a:cubicBezTo>
                  <a:pt x="2035229" y="4057237"/>
                  <a:pt x="2039788" y="4005137"/>
                  <a:pt x="2077693" y="3982086"/>
                </a:cubicBezTo>
                <a:cubicBezTo>
                  <a:pt x="2106868" y="3964344"/>
                  <a:pt x="2133600" y="3964852"/>
                  <a:pt x="2133600" y="3983149"/>
                </a:cubicBezTo>
                <a:cubicBezTo>
                  <a:pt x="2133600" y="3988201"/>
                  <a:pt x="2140174" y="3998910"/>
                  <a:pt x="2148210" y="4006946"/>
                </a:cubicBezTo>
                <a:cubicBezTo>
                  <a:pt x="2165892" y="4024627"/>
                  <a:pt x="2158794" y="4055667"/>
                  <a:pt x="2131717" y="4079081"/>
                </a:cubicBezTo>
                <a:cubicBezTo>
                  <a:pt x="2107990" y="4099596"/>
                  <a:pt x="2096200" y="4099943"/>
                  <a:pt x="2069044" y="4080922"/>
                </a:cubicBezTo>
                <a:close/>
                <a:moveTo>
                  <a:pt x="2429254" y="4081920"/>
                </a:moveTo>
                <a:cubicBezTo>
                  <a:pt x="2404035" y="4051532"/>
                  <a:pt x="2441245" y="4003768"/>
                  <a:pt x="2470939" y="4028412"/>
                </a:cubicBezTo>
                <a:cubicBezTo>
                  <a:pt x="2488857" y="4043283"/>
                  <a:pt x="2490500" y="4068414"/>
                  <a:pt x="2474595" y="4084320"/>
                </a:cubicBezTo>
                <a:cubicBezTo>
                  <a:pt x="2459323" y="4099591"/>
                  <a:pt x="2443212" y="4098738"/>
                  <a:pt x="2429254" y="4081920"/>
                </a:cubicBezTo>
                <a:close/>
                <a:moveTo>
                  <a:pt x="904875" y="4081145"/>
                </a:moveTo>
                <a:cubicBezTo>
                  <a:pt x="904875" y="4058460"/>
                  <a:pt x="955518" y="3980400"/>
                  <a:pt x="962786" y="3991881"/>
                </a:cubicBezTo>
                <a:cubicBezTo>
                  <a:pt x="983920" y="4025263"/>
                  <a:pt x="958460" y="4086225"/>
                  <a:pt x="923384" y="4086225"/>
                </a:cubicBezTo>
                <a:cubicBezTo>
                  <a:pt x="913204" y="4086225"/>
                  <a:pt x="904875" y="4083939"/>
                  <a:pt x="904875" y="4081145"/>
                </a:cubicBezTo>
                <a:close/>
                <a:moveTo>
                  <a:pt x="1852559" y="4057564"/>
                </a:moveTo>
                <a:cubicBezTo>
                  <a:pt x="1843750" y="4043310"/>
                  <a:pt x="1856758" y="4010025"/>
                  <a:pt x="1871138" y="4010025"/>
                </a:cubicBezTo>
                <a:cubicBezTo>
                  <a:pt x="1889827" y="4010025"/>
                  <a:pt x="1906137" y="4034078"/>
                  <a:pt x="1899382" y="4051680"/>
                </a:cubicBezTo>
                <a:cubicBezTo>
                  <a:pt x="1892816" y="4068791"/>
                  <a:pt x="1861899" y="4072677"/>
                  <a:pt x="1852559" y="4057564"/>
                </a:cubicBezTo>
                <a:close/>
                <a:moveTo>
                  <a:pt x="1243692" y="3985532"/>
                </a:moveTo>
                <a:cubicBezTo>
                  <a:pt x="1221476" y="3963315"/>
                  <a:pt x="1224754" y="3918635"/>
                  <a:pt x="1249894" y="3901027"/>
                </a:cubicBezTo>
                <a:cubicBezTo>
                  <a:pt x="1277762" y="3881507"/>
                  <a:pt x="1298440" y="3882297"/>
                  <a:pt x="1317736" y="3903618"/>
                </a:cubicBezTo>
                <a:cubicBezTo>
                  <a:pt x="1362902" y="3953526"/>
                  <a:pt x="1291109" y="4032949"/>
                  <a:pt x="1243692" y="3985532"/>
                </a:cubicBezTo>
                <a:close/>
                <a:moveTo>
                  <a:pt x="2681967" y="3985532"/>
                </a:moveTo>
                <a:cubicBezTo>
                  <a:pt x="2662080" y="3965644"/>
                  <a:pt x="2663041" y="3940360"/>
                  <a:pt x="2684418" y="3921013"/>
                </a:cubicBezTo>
                <a:cubicBezTo>
                  <a:pt x="2716013" y="3892420"/>
                  <a:pt x="2752725" y="3907643"/>
                  <a:pt x="2752725" y="3949337"/>
                </a:cubicBezTo>
                <a:cubicBezTo>
                  <a:pt x="2752725" y="3973006"/>
                  <a:pt x="2729691" y="4000500"/>
                  <a:pt x="2709862" y="4000500"/>
                </a:cubicBezTo>
                <a:cubicBezTo>
                  <a:pt x="2702752" y="4000500"/>
                  <a:pt x="2690200" y="3993764"/>
                  <a:pt x="2681967" y="3985532"/>
                </a:cubicBezTo>
                <a:close/>
                <a:moveTo>
                  <a:pt x="1461815" y="3975054"/>
                </a:moveTo>
                <a:cubicBezTo>
                  <a:pt x="1453504" y="3966743"/>
                  <a:pt x="1449094" y="3953716"/>
                  <a:pt x="1452014" y="3946105"/>
                </a:cubicBezTo>
                <a:cubicBezTo>
                  <a:pt x="1454935" y="3938494"/>
                  <a:pt x="1457325" y="3930474"/>
                  <a:pt x="1457325" y="3928283"/>
                </a:cubicBezTo>
                <a:cubicBezTo>
                  <a:pt x="1457325" y="3917004"/>
                  <a:pt x="1503702" y="3926361"/>
                  <a:pt x="1508394" y="3938587"/>
                </a:cubicBezTo>
                <a:cubicBezTo>
                  <a:pt x="1521657" y="3973151"/>
                  <a:pt x="1487025" y="4000265"/>
                  <a:pt x="1461815" y="3975054"/>
                </a:cubicBezTo>
                <a:close/>
                <a:moveTo>
                  <a:pt x="1666875" y="3933825"/>
                </a:moveTo>
                <a:cubicBezTo>
                  <a:pt x="1641392" y="3908342"/>
                  <a:pt x="1642858" y="3880775"/>
                  <a:pt x="1671204" y="3852429"/>
                </a:cubicBezTo>
                <a:cubicBezTo>
                  <a:pt x="1699565" y="3824068"/>
                  <a:pt x="1717936" y="3822961"/>
                  <a:pt x="1743075" y="3848100"/>
                </a:cubicBezTo>
                <a:cubicBezTo>
                  <a:pt x="1768557" y="3873582"/>
                  <a:pt x="1767091" y="3901149"/>
                  <a:pt x="1738745" y="3929495"/>
                </a:cubicBezTo>
                <a:cubicBezTo>
                  <a:pt x="1710384" y="3957856"/>
                  <a:pt x="1692013" y="3958963"/>
                  <a:pt x="1666875" y="3933825"/>
                </a:cubicBezTo>
                <a:close/>
                <a:moveTo>
                  <a:pt x="1044904" y="3899229"/>
                </a:moveTo>
                <a:cubicBezTo>
                  <a:pt x="1033973" y="3888298"/>
                  <a:pt x="1037300" y="3860724"/>
                  <a:pt x="1050912" y="3849427"/>
                </a:cubicBezTo>
                <a:cubicBezTo>
                  <a:pt x="1071303" y="3832504"/>
                  <a:pt x="1103449" y="3860623"/>
                  <a:pt x="1089591" y="3883260"/>
                </a:cubicBezTo>
                <a:cubicBezTo>
                  <a:pt x="1078180" y="3901900"/>
                  <a:pt x="1055632" y="3909957"/>
                  <a:pt x="1044904" y="3899229"/>
                </a:cubicBezTo>
                <a:close/>
                <a:moveTo>
                  <a:pt x="2316480" y="3884295"/>
                </a:moveTo>
                <a:cubicBezTo>
                  <a:pt x="2299676" y="3867491"/>
                  <a:pt x="2302546" y="3834251"/>
                  <a:pt x="2322981" y="3809016"/>
                </a:cubicBezTo>
                <a:cubicBezTo>
                  <a:pt x="2359339" y="3764115"/>
                  <a:pt x="2418743" y="3823295"/>
                  <a:pt x="2386582" y="3872378"/>
                </a:cubicBezTo>
                <a:cubicBezTo>
                  <a:pt x="2370157" y="3897446"/>
                  <a:pt x="2335519" y="3903334"/>
                  <a:pt x="2316480" y="3884295"/>
                </a:cubicBezTo>
                <a:close/>
                <a:moveTo>
                  <a:pt x="1919567" y="3854245"/>
                </a:moveTo>
                <a:cubicBezTo>
                  <a:pt x="1900042" y="3839967"/>
                  <a:pt x="1903074" y="3811490"/>
                  <a:pt x="1925632" y="3797285"/>
                </a:cubicBezTo>
                <a:cubicBezTo>
                  <a:pt x="1937137" y="3790041"/>
                  <a:pt x="1945652" y="3790736"/>
                  <a:pt x="1956589" y="3799812"/>
                </a:cubicBezTo>
                <a:cubicBezTo>
                  <a:pt x="1991193" y="3828531"/>
                  <a:pt x="1955723" y="3880683"/>
                  <a:pt x="1919567" y="3854245"/>
                </a:cubicBezTo>
                <a:close/>
                <a:moveTo>
                  <a:pt x="2550318" y="3828067"/>
                </a:moveTo>
                <a:cubicBezTo>
                  <a:pt x="2518102" y="3809727"/>
                  <a:pt x="2540272" y="3754548"/>
                  <a:pt x="2574568" y="3767709"/>
                </a:cubicBezTo>
                <a:cubicBezTo>
                  <a:pt x="2598115" y="3776745"/>
                  <a:pt x="2602684" y="3802372"/>
                  <a:pt x="2584027" y="3820761"/>
                </a:cubicBezTo>
                <a:cubicBezTo>
                  <a:pt x="2571356" y="3833250"/>
                  <a:pt x="2562713" y="3835123"/>
                  <a:pt x="2550318" y="3828067"/>
                </a:cubicBezTo>
                <a:close/>
                <a:moveTo>
                  <a:pt x="2125980" y="3808095"/>
                </a:moveTo>
                <a:cubicBezTo>
                  <a:pt x="2094619" y="3776734"/>
                  <a:pt x="2133915" y="3723646"/>
                  <a:pt x="2169855" y="3748820"/>
                </a:cubicBezTo>
                <a:cubicBezTo>
                  <a:pt x="2194519" y="3766095"/>
                  <a:pt x="2196415" y="3783924"/>
                  <a:pt x="2175782" y="3804557"/>
                </a:cubicBezTo>
                <a:cubicBezTo>
                  <a:pt x="2157884" y="3822454"/>
                  <a:pt x="2141503" y="3823618"/>
                  <a:pt x="2125980" y="3808095"/>
                </a:cubicBezTo>
                <a:close/>
                <a:moveTo>
                  <a:pt x="2840831" y="3790138"/>
                </a:moveTo>
                <a:cubicBezTo>
                  <a:pt x="2798018" y="3773958"/>
                  <a:pt x="2820136" y="3686175"/>
                  <a:pt x="2867025" y="3686175"/>
                </a:cubicBezTo>
                <a:cubicBezTo>
                  <a:pt x="2907214" y="3686175"/>
                  <a:pt x="2928810" y="3747261"/>
                  <a:pt x="2897981" y="3773737"/>
                </a:cubicBezTo>
                <a:cubicBezTo>
                  <a:pt x="2871491" y="3796486"/>
                  <a:pt x="2863611" y="3798748"/>
                  <a:pt x="2840831" y="3790138"/>
                </a:cubicBezTo>
                <a:close/>
                <a:moveTo>
                  <a:pt x="895009" y="3760809"/>
                </a:moveTo>
                <a:cubicBezTo>
                  <a:pt x="884101" y="3739541"/>
                  <a:pt x="884357" y="3739286"/>
                  <a:pt x="900814" y="3755004"/>
                </a:cubicBezTo>
                <a:cubicBezTo>
                  <a:pt x="910282" y="3764047"/>
                  <a:pt x="915416" y="3774058"/>
                  <a:pt x="912223" y="3777251"/>
                </a:cubicBezTo>
                <a:cubicBezTo>
                  <a:pt x="909030" y="3780444"/>
                  <a:pt x="901284" y="3773045"/>
                  <a:pt x="895009" y="3760809"/>
                </a:cubicBezTo>
                <a:close/>
                <a:moveTo>
                  <a:pt x="1495083" y="3742686"/>
                </a:moveTo>
                <a:cubicBezTo>
                  <a:pt x="1486886" y="3727370"/>
                  <a:pt x="1487918" y="3717850"/>
                  <a:pt x="1499730" y="3699823"/>
                </a:cubicBezTo>
                <a:cubicBezTo>
                  <a:pt x="1524555" y="3661935"/>
                  <a:pt x="1571625" y="3674826"/>
                  <a:pt x="1571625" y="3719512"/>
                </a:cubicBezTo>
                <a:cubicBezTo>
                  <a:pt x="1571625" y="3762253"/>
                  <a:pt x="1514768" y="3779467"/>
                  <a:pt x="1495083" y="3742686"/>
                </a:cubicBezTo>
                <a:close/>
                <a:moveTo>
                  <a:pt x="1097280" y="3741420"/>
                </a:moveTo>
                <a:cubicBezTo>
                  <a:pt x="1070829" y="3714969"/>
                  <a:pt x="1094764" y="3657600"/>
                  <a:pt x="1132250" y="3657600"/>
                </a:cubicBezTo>
                <a:cubicBezTo>
                  <a:pt x="1155872" y="3657600"/>
                  <a:pt x="1171575" y="3676617"/>
                  <a:pt x="1171575" y="3705225"/>
                </a:cubicBezTo>
                <a:cubicBezTo>
                  <a:pt x="1171575" y="3735176"/>
                  <a:pt x="1155668" y="3752850"/>
                  <a:pt x="1128712" y="3752850"/>
                </a:cubicBezTo>
                <a:cubicBezTo>
                  <a:pt x="1117711" y="3752850"/>
                  <a:pt x="1103566" y="3747706"/>
                  <a:pt x="1097280" y="3741420"/>
                </a:cubicBezTo>
                <a:close/>
                <a:moveTo>
                  <a:pt x="1302079" y="3746829"/>
                </a:moveTo>
                <a:cubicBezTo>
                  <a:pt x="1291297" y="3736047"/>
                  <a:pt x="1294401" y="3708386"/>
                  <a:pt x="1307625" y="3697411"/>
                </a:cubicBezTo>
                <a:cubicBezTo>
                  <a:pt x="1325395" y="3682663"/>
                  <a:pt x="1345210" y="3698962"/>
                  <a:pt x="1341477" y="3725254"/>
                </a:cubicBezTo>
                <a:cubicBezTo>
                  <a:pt x="1338327" y="3747434"/>
                  <a:pt x="1315296" y="3760046"/>
                  <a:pt x="1302079" y="3746829"/>
                </a:cubicBezTo>
                <a:close/>
                <a:moveTo>
                  <a:pt x="1761462" y="3709189"/>
                </a:moveTo>
                <a:cubicBezTo>
                  <a:pt x="1745687" y="3690181"/>
                  <a:pt x="1760845" y="3662362"/>
                  <a:pt x="1786975" y="3662362"/>
                </a:cubicBezTo>
                <a:cubicBezTo>
                  <a:pt x="1820045" y="3662362"/>
                  <a:pt x="1813121" y="3723319"/>
                  <a:pt x="1779960" y="3724129"/>
                </a:cubicBezTo>
                <a:cubicBezTo>
                  <a:pt x="1776672" y="3724209"/>
                  <a:pt x="1768348" y="3717486"/>
                  <a:pt x="1761462" y="3709189"/>
                </a:cubicBezTo>
                <a:close/>
                <a:moveTo>
                  <a:pt x="2629269" y="3667815"/>
                </a:moveTo>
                <a:cubicBezTo>
                  <a:pt x="2615489" y="3642068"/>
                  <a:pt x="2627088" y="3617888"/>
                  <a:pt x="2651543" y="3621377"/>
                </a:cubicBezTo>
                <a:cubicBezTo>
                  <a:pt x="2686498" y="3626365"/>
                  <a:pt x="2681360" y="3685269"/>
                  <a:pt x="2645903" y="3686029"/>
                </a:cubicBezTo>
                <a:cubicBezTo>
                  <a:pt x="2642159" y="3686109"/>
                  <a:pt x="2634673" y="3677913"/>
                  <a:pt x="2629269" y="3667815"/>
                </a:cubicBezTo>
                <a:close/>
                <a:moveTo>
                  <a:pt x="1937767" y="3634253"/>
                </a:moveTo>
                <a:cubicBezTo>
                  <a:pt x="1919084" y="3605740"/>
                  <a:pt x="1926611" y="3576877"/>
                  <a:pt x="1958109" y="3556238"/>
                </a:cubicBezTo>
                <a:cubicBezTo>
                  <a:pt x="2008668" y="3523111"/>
                  <a:pt x="2053611" y="3594713"/>
                  <a:pt x="2009775" y="3638550"/>
                </a:cubicBezTo>
                <a:cubicBezTo>
                  <a:pt x="1984115" y="3664209"/>
                  <a:pt x="1956307" y="3662550"/>
                  <a:pt x="1937767" y="3634253"/>
                </a:cubicBezTo>
                <a:close/>
                <a:moveTo>
                  <a:pt x="2386245" y="3644660"/>
                </a:moveTo>
                <a:cubicBezTo>
                  <a:pt x="2360581" y="3625894"/>
                  <a:pt x="2362824" y="3573542"/>
                  <a:pt x="2390242" y="3551340"/>
                </a:cubicBezTo>
                <a:cubicBezTo>
                  <a:pt x="2420250" y="3527041"/>
                  <a:pt x="2443070" y="3529360"/>
                  <a:pt x="2466450" y="3559084"/>
                </a:cubicBezTo>
                <a:cubicBezTo>
                  <a:pt x="2509648" y="3614001"/>
                  <a:pt x="2442417" y="3685734"/>
                  <a:pt x="2386245" y="3644660"/>
                </a:cubicBezTo>
                <a:close/>
                <a:moveTo>
                  <a:pt x="965469" y="3586162"/>
                </a:moveTo>
                <a:cubicBezTo>
                  <a:pt x="957110" y="3564378"/>
                  <a:pt x="968820" y="3543300"/>
                  <a:pt x="989281" y="3543300"/>
                </a:cubicBezTo>
                <a:cubicBezTo>
                  <a:pt x="1011810" y="3543300"/>
                  <a:pt x="1023377" y="3569621"/>
                  <a:pt x="1008648" y="3587369"/>
                </a:cubicBezTo>
                <a:cubicBezTo>
                  <a:pt x="994317" y="3604636"/>
                  <a:pt x="972322" y="3604022"/>
                  <a:pt x="965469" y="3586162"/>
                </a:cubicBezTo>
                <a:close/>
                <a:moveTo>
                  <a:pt x="2937773" y="3567786"/>
                </a:moveTo>
                <a:cubicBezTo>
                  <a:pt x="2922731" y="3556787"/>
                  <a:pt x="2921816" y="3551290"/>
                  <a:pt x="2931491" y="3530055"/>
                </a:cubicBezTo>
                <a:cubicBezTo>
                  <a:pt x="2943693" y="3503274"/>
                  <a:pt x="2961169" y="3498379"/>
                  <a:pt x="2979420" y="3516630"/>
                </a:cubicBezTo>
                <a:cubicBezTo>
                  <a:pt x="3009879" y="3547089"/>
                  <a:pt x="2972411" y="3593114"/>
                  <a:pt x="2937773" y="3567786"/>
                </a:cubicBezTo>
                <a:close/>
                <a:moveTo>
                  <a:pt x="1305027" y="3557711"/>
                </a:moveTo>
                <a:cubicBezTo>
                  <a:pt x="1298429" y="3549760"/>
                  <a:pt x="1295838" y="3533325"/>
                  <a:pt x="1299121" y="3520246"/>
                </a:cubicBezTo>
                <a:cubicBezTo>
                  <a:pt x="1310573" y="3474616"/>
                  <a:pt x="1371600" y="3481375"/>
                  <a:pt x="1371600" y="3528273"/>
                </a:cubicBezTo>
                <a:cubicBezTo>
                  <a:pt x="1371600" y="3567878"/>
                  <a:pt x="1329072" y="3586683"/>
                  <a:pt x="1305027" y="3557711"/>
                </a:cubicBezTo>
                <a:close/>
                <a:moveTo>
                  <a:pt x="1669822" y="3527717"/>
                </a:moveTo>
                <a:cubicBezTo>
                  <a:pt x="1655790" y="3491149"/>
                  <a:pt x="1706396" y="3464282"/>
                  <a:pt x="1727197" y="3497257"/>
                </a:cubicBezTo>
                <a:cubicBezTo>
                  <a:pt x="1734461" y="3508774"/>
                  <a:pt x="1733773" y="3517266"/>
                  <a:pt x="1724687" y="3528214"/>
                </a:cubicBezTo>
                <a:cubicBezTo>
                  <a:pt x="1708394" y="3547846"/>
                  <a:pt x="1677439" y="3547566"/>
                  <a:pt x="1669822" y="3527717"/>
                </a:cubicBezTo>
                <a:close/>
                <a:moveTo>
                  <a:pt x="2173605" y="3531870"/>
                </a:moveTo>
                <a:cubicBezTo>
                  <a:pt x="2146518" y="3504783"/>
                  <a:pt x="2173014" y="3460187"/>
                  <a:pt x="2209342" y="3471717"/>
                </a:cubicBezTo>
                <a:cubicBezTo>
                  <a:pt x="2241500" y="3481923"/>
                  <a:pt x="2229641" y="3543300"/>
                  <a:pt x="2195512" y="3543300"/>
                </a:cubicBezTo>
                <a:cubicBezTo>
                  <a:pt x="2189749" y="3543300"/>
                  <a:pt x="2179891" y="3538156"/>
                  <a:pt x="2173605" y="3531870"/>
                </a:cubicBezTo>
                <a:close/>
                <a:moveTo>
                  <a:pt x="2714625" y="3524250"/>
                </a:moveTo>
                <a:cubicBezTo>
                  <a:pt x="2677269" y="3486894"/>
                  <a:pt x="2701695" y="3419475"/>
                  <a:pt x="2752584" y="3419475"/>
                </a:cubicBezTo>
                <a:cubicBezTo>
                  <a:pt x="2809087" y="3419475"/>
                  <a:pt x="2828737" y="3477678"/>
                  <a:pt x="2786495" y="3519920"/>
                </a:cubicBezTo>
                <a:cubicBezTo>
                  <a:pt x="2758134" y="3548281"/>
                  <a:pt x="2739763" y="3549388"/>
                  <a:pt x="2714625" y="3524250"/>
                </a:cubicBezTo>
                <a:close/>
                <a:moveTo>
                  <a:pt x="843642" y="3490232"/>
                </a:moveTo>
                <a:cubicBezTo>
                  <a:pt x="812852" y="3459441"/>
                  <a:pt x="836085" y="3390900"/>
                  <a:pt x="877311" y="3390900"/>
                </a:cubicBezTo>
                <a:cubicBezTo>
                  <a:pt x="904391" y="3390900"/>
                  <a:pt x="933450" y="3419997"/>
                  <a:pt x="933450" y="3447113"/>
                </a:cubicBezTo>
                <a:cubicBezTo>
                  <a:pt x="933450" y="3495890"/>
                  <a:pt x="876597" y="3523186"/>
                  <a:pt x="843642" y="3490232"/>
                </a:cubicBezTo>
                <a:close/>
                <a:moveTo>
                  <a:pt x="3084858" y="3444366"/>
                </a:moveTo>
                <a:cubicBezTo>
                  <a:pt x="3077037" y="3427200"/>
                  <a:pt x="3077687" y="3414955"/>
                  <a:pt x="3087514" y="3394360"/>
                </a:cubicBezTo>
                <a:cubicBezTo>
                  <a:pt x="3111125" y="3344878"/>
                  <a:pt x="3181350" y="3359513"/>
                  <a:pt x="3181350" y="3413916"/>
                </a:cubicBezTo>
                <a:cubicBezTo>
                  <a:pt x="3181350" y="3463745"/>
                  <a:pt x="3104708" y="3487931"/>
                  <a:pt x="3084858" y="3444366"/>
                </a:cubicBezTo>
                <a:close/>
                <a:moveTo>
                  <a:pt x="1155969" y="3443287"/>
                </a:moveTo>
                <a:cubicBezTo>
                  <a:pt x="1147543" y="3421330"/>
                  <a:pt x="1160078" y="3398654"/>
                  <a:pt x="1178689" y="3402183"/>
                </a:cubicBezTo>
                <a:cubicBezTo>
                  <a:pt x="1204755" y="3407126"/>
                  <a:pt x="1207254" y="3457575"/>
                  <a:pt x="1181433" y="3457575"/>
                </a:cubicBezTo>
                <a:cubicBezTo>
                  <a:pt x="1170443" y="3457575"/>
                  <a:pt x="1158984" y="3451145"/>
                  <a:pt x="1155969" y="3443287"/>
                </a:cubicBezTo>
                <a:close/>
                <a:moveTo>
                  <a:pt x="2535555" y="3446145"/>
                </a:moveTo>
                <a:cubicBezTo>
                  <a:pt x="2519464" y="3430054"/>
                  <a:pt x="2521316" y="3415443"/>
                  <a:pt x="2541797" y="3396909"/>
                </a:cubicBezTo>
                <a:cubicBezTo>
                  <a:pt x="2562490" y="3378182"/>
                  <a:pt x="2587593" y="3384842"/>
                  <a:pt x="2595986" y="3411287"/>
                </a:cubicBezTo>
                <a:cubicBezTo>
                  <a:pt x="2607280" y="3446871"/>
                  <a:pt x="2562253" y="3472843"/>
                  <a:pt x="2535555" y="3446145"/>
                </a:cubicBezTo>
                <a:close/>
                <a:moveTo>
                  <a:pt x="1478446" y="3436143"/>
                </a:moveTo>
                <a:cubicBezTo>
                  <a:pt x="1440703" y="3390224"/>
                  <a:pt x="1486538" y="3317963"/>
                  <a:pt x="1538414" y="3341599"/>
                </a:cubicBezTo>
                <a:cubicBezTo>
                  <a:pt x="1589598" y="3364920"/>
                  <a:pt x="1571642" y="3448050"/>
                  <a:pt x="1515421" y="3448050"/>
                </a:cubicBezTo>
                <a:cubicBezTo>
                  <a:pt x="1500467" y="3448050"/>
                  <a:pt x="1483828" y="3442692"/>
                  <a:pt x="1478446" y="3436143"/>
                </a:cubicBezTo>
                <a:close/>
                <a:moveTo>
                  <a:pt x="1840230" y="3408045"/>
                </a:moveTo>
                <a:cubicBezTo>
                  <a:pt x="1812278" y="3380093"/>
                  <a:pt x="1839352" y="3314700"/>
                  <a:pt x="1878875" y="3314700"/>
                </a:cubicBezTo>
                <a:cubicBezTo>
                  <a:pt x="1900884" y="3314700"/>
                  <a:pt x="1924050" y="3341156"/>
                  <a:pt x="1924050" y="3366291"/>
                </a:cubicBezTo>
                <a:cubicBezTo>
                  <a:pt x="1924050" y="3407495"/>
                  <a:pt x="1867733" y="3435548"/>
                  <a:pt x="1840230" y="3408045"/>
                </a:cubicBezTo>
                <a:close/>
                <a:moveTo>
                  <a:pt x="2277488" y="3373743"/>
                </a:moveTo>
                <a:cubicBezTo>
                  <a:pt x="2264758" y="3349958"/>
                  <a:pt x="2284786" y="3320760"/>
                  <a:pt x="2310442" y="3325700"/>
                </a:cubicBezTo>
                <a:cubicBezTo>
                  <a:pt x="2338335" y="3331072"/>
                  <a:pt x="2336319" y="3385075"/>
                  <a:pt x="2308075" y="3389096"/>
                </a:cubicBezTo>
                <a:cubicBezTo>
                  <a:pt x="2295162" y="3390935"/>
                  <a:pt x="2283576" y="3385119"/>
                  <a:pt x="2277488" y="3373743"/>
                </a:cubicBezTo>
                <a:close/>
                <a:moveTo>
                  <a:pt x="705285" y="3329511"/>
                </a:moveTo>
                <a:cubicBezTo>
                  <a:pt x="678193" y="3296868"/>
                  <a:pt x="715558" y="3241684"/>
                  <a:pt x="750093" y="3263333"/>
                </a:cubicBezTo>
                <a:cubicBezTo>
                  <a:pt x="772588" y="3277435"/>
                  <a:pt x="775988" y="3308876"/>
                  <a:pt x="757064" y="3327800"/>
                </a:cubicBezTo>
                <a:cubicBezTo>
                  <a:pt x="737927" y="3346937"/>
                  <a:pt x="720232" y="3347522"/>
                  <a:pt x="705285" y="3329511"/>
                </a:cubicBezTo>
                <a:close/>
                <a:moveTo>
                  <a:pt x="1305294" y="3324915"/>
                </a:moveTo>
                <a:cubicBezTo>
                  <a:pt x="1288148" y="3292878"/>
                  <a:pt x="1314287" y="3260300"/>
                  <a:pt x="1347051" y="3272872"/>
                </a:cubicBezTo>
                <a:cubicBezTo>
                  <a:pt x="1380111" y="3285559"/>
                  <a:pt x="1369002" y="3343275"/>
                  <a:pt x="1333500" y="3343275"/>
                </a:cubicBezTo>
                <a:cubicBezTo>
                  <a:pt x="1323391" y="3343275"/>
                  <a:pt x="1310698" y="3335013"/>
                  <a:pt x="1305294" y="3324915"/>
                </a:cubicBezTo>
                <a:close/>
                <a:moveTo>
                  <a:pt x="2945130" y="3331845"/>
                </a:moveTo>
                <a:cubicBezTo>
                  <a:pt x="2921205" y="3307920"/>
                  <a:pt x="2939014" y="3267075"/>
                  <a:pt x="2973369" y="3267075"/>
                </a:cubicBezTo>
                <a:cubicBezTo>
                  <a:pt x="2987537" y="3267075"/>
                  <a:pt x="3009900" y="3292514"/>
                  <a:pt x="3009900" y="3308630"/>
                </a:cubicBezTo>
                <a:cubicBezTo>
                  <a:pt x="3009900" y="3333465"/>
                  <a:pt x="2963411" y="3350126"/>
                  <a:pt x="2945130" y="3331845"/>
                </a:cubicBezTo>
                <a:close/>
                <a:moveTo>
                  <a:pt x="2116455" y="3284220"/>
                </a:moveTo>
                <a:cubicBezTo>
                  <a:pt x="2089138" y="3256903"/>
                  <a:pt x="2110006" y="3209925"/>
                  <a:pt x="2149457" y="3209925"/>
                </a:cubicBezTo>
                <a:cubicBezTo>
                  <a:pt x="2169398" y="3209925"/>
                  <a:pt x="2190750" y="3233875"/>
                  <a:pt x="2190750" y="3256243"/>
                </a:cubicBezTo>
                <a:cubicBezTo>
                  <a:pt x="2190750" y="3286550"/>
                  <a:pt x="2138471" y="3306236"/>
                  <a:pt x="2116455" y="3284220"/>
                </a:cubicBezTo>
                <a:close/>
                <a:moveTo>
                  <a:pt x="2669381" y="3270250"/>
                </a:moveTo>
                <a:cubicBezTo>
                  <a:pt x="2652299" y="3263417"/>
                  <a:pt x="2654673" y="3219927"/>
                  <a:pt x="2672501" y="3213086"/>
                </a:cubicBezTo>
                <a:cubicBezTo>
                  <a:pt x="2695064" y="3204427"/>
                  <a:pt x="2721641" y="3234771"/>
                  <a:pt x="2709020" y="3254780"/>
                </a:cubicBezTo>
                <a:cubicBezTo>
                  <a:pt x="2697625" y="3272845"/>
                  <a:pt x="2686613" y="3277142"/>
                  <a:pt x="2669381" y="3270250"/>
                </a:cubicBezTo>
                <a:close/>
                <a:moveTo>
                  <a:pt x="1078639" y="3256054"/>
                </a:moveTo>
                <a:cubicBezTo>
                  <a:pt x="1062539" y="3239954"/>
                  <a:pt x="1063683" y="3195794"/>
                  <a:pt x="1080563" y="3181785"/>
                </a:cubicBezTo>
                <a:cubicBezTo>
                  <a:pt x="1098748" y="3166692"/>
                  <a:pt x="1133742" y="3172520"/>
                  <a:pt x="1146423" y="3192753"/>
                </a:cubicBezTo>
                <a:cubicBezTo>
                  <a:pt x="1172343" y="3234109"/>
                  <a:pt x="1112540" y="3289955"/>
                  <a:pt x="1078639" y="3256054"/>
                </a:cubicBezTo>
                <a:close/>
                <a:moveTo>
                  <a:pt x="1637827" y="3252218"/>
                </a:moveTo>
                <a:cubicBezTo>
                  <a:pt x="1629027" y="3241614"/>
                  <a:pt x="1628066" y="3230026"/>
                  <a:pt x="1634471" y="3211737"/>
                </a:cubicBezTo>
                <a:cubicBezTo>
                  <a:pt x="1650349" y="3166399"/>
                  <a:pt x="1714500" y="3175807"/>
                  <a:pt x="1714500" y="3223473"/>
                </a:cubicBezTo>
                <a:cubicBezTo>
                  <a:pt x="1714500" y="3264294"/>
                  <a:pt x="1663666" y="3283352"/>
                  <a:pt x="1637827" y="3252218"/>
                </a:cubicBezTo>
                <a:close/>
                <a:moveTo>
                  <a:pt x="2416443" y="3250075"/>
                </a:moveTo>
                <a:cubicBezTo>
                  <a:pt x="2394236" y="3225537"/>
                  <a:pt x="2396216" y="3203617"/>
                  <a:pt x="2423062" y="3176771"/>
                </a:cubicBezTo>
                <a:cubicBezTo>
                  <a:pt x="2468508" y="3131325"/>
                  <a:pt x="2526521" y="3186072"/>
                  <a:pt x="2487921" y="3237978"/>
                </a:cubicBezTo>
                <a:cubicBezTo>
                  <a:pt x="2465224" y="3268500"/>
                  <a:pt x="2437382" y="3273212"/>
                  <a:pt x="2416443" y="3250075"/>
                </a:cubicBezTo>
                <a:close/>
                <a:moveTo>
                  <a:pt x="592387" y="3206923"/>
                </a:moveTo>
                <a:cubicBezTo>
                  <a:pt x="574945" y="3165762"/>
                  <a:pt x="576763" y="3144431"/>
                  <a:pt x="596069" y="3163736"/>
                </a:cubicBezTo>
                <a:cubicBezTo>
                  <a:pt x="605146" y="3172814"/>
                  <a:pt x="609653" y="3189678"/>
                  <a:pt x="607431" y="3206259"/>
                </a:cubicBezTo>
                <a:lnTo>
                  <a:pt x="603750" y="3233737"/>
                </a:lnTo>
                <a:lnTo>
                  <a:pt x="592387" y="3206923"/>
                </a:lnTo>
                <a:close/>
                <a:moveTo>
                  <a:pt x="867154" y="3205620"/>
                </a:moveTo>
                <a:cubicBezTo>
                  <a:pt x="841935" y="3175232"/>
                  <a:pt x="879145" y="3127468"/>
                  <a:pt x="908839" y="3152112"/>
                </a:cubicBezTo>
                <a:cubicBezTo>
                  <a:pt x="926757" y="3166983"/>
                  <a:pt x="928400" y="3192114"/>
                  <a:pt x="912495" y="3208020"/>
                </a:cubicBezTo>
                <a:cubicBezTo>
                  <a:pt x="897223" y="3223291"/>
                  <a:pt x="881112" y="3222438"/>
                  <a:pt x="867154" y="3205620"/>
                </a:cubicBezTo>
                <a:close/>
                <a:moveTo>
                  <a:pt x="3155156" y="3213141"/>
                </a:moveTo>
                <a:cubicBezTo>
                  <a:pt x="3131796" y="3203715"/>
                  <a:pt x="3147276" y="3143250"/>
                  <a:pt x="3173049" y="3143250"/>
                </a:cubicBezTo>
                <a:cubicBezTo>
                  <a:pt x="3182676" y="3143250"/>
                  <a:pt x="3209925" y="3171403"/>
                  <a:pt x="3209925" y="3181350"/>
                </a:cubicBezTo>
                <a:cubicBezTo>
                  <a:pt x="3209925" y="3191440"/>
                  <a:pt x="3182358" y="3219725"/>
                  <a:pt x="3173525" y="3218698"/>
                </a:cubicBezTo>
                <a:cubicBezTo>
                  <a:pt x="3169971" y="3218284"/>
                  <a:pt x="3161704" y="3215784"/>
                  <a:pt x="3155156" y="3213141"/>
                </a:cubicBezTo>
                <a:close/>
                <a:moveTo>
                  <a:pt x="2796267" y="3175907"/>
                </a:moveTo>
                <a:cubicBezTo>
                  <a:pt x="2772954" y="3152593"/>
                  <a:pt x="2777297" y="3108211"/>
                  <a:pt x="2804646" y="3090292"/>
                </a:cubicBezTo>
                <a:cubicBezTo>
                  <a:pt x="2847269" y="3062364"/>
                  <a:pt x="2893175" y="3097354"/>
                  <a:pt x="2880447" y="3148068"/>
                </a:cubicBezTo>
                <a:cubicBezTo>
                  <a:pt x="2870316" y="3188433"/>
                  <a:pt x="2824083" y="3203722"/>
                  <a:pt x="2796267" y="3175907"/>
                </a:cubicBezTo>
                <a:close/>
                <a:moveTo>
                  <a:pt x="1924429" y="3167519"/>
                </a:moveTo>
                <a:cubicBezTo>
                  <a:pt x="1910462" y="3150691"/>
                  <a:pt x="1919200" y="3118573"/>
                  <a:pt x="1939907" y="3110628"/>
                </a:cubicBezTo>
                <a:cubicBezTo>
                  <a:pt x="1971646" y="3098448"/>
                  <a:pt x="1994957" y="3144732"/>
                  <a:pt x="1969770" y="3169920"/>
                </a:cubicBezTo>
                <a:cubicBezTo>
                  <a:pt x="1954498" y="3185191"/>
                  <a:pt x="1938387" y="3184338"/>
                  <a:pt x="1924429" y="3167519"/>
                </a:cubicBezTo>
                <a:close/>
                <a:moveTo>
                  <a:pt x="1468755" y="3141345"/>
                </a:moveTo>
                <a:cubicBezTo>
                  <a:pt x="1441468" y="3114058"/>
                  <a:pt x="1471721" y="3062983"/>
                  <a:pt x="1503367" y="3082910"/>
                </a:cubicBezTo>
                <a:cubicBezTo>
                  <a:pt x="1525341" y="3096747"/>
                  <a:pt x="1527850" y="3118988"/>
                  <a:pt x="1509507" y="3137331"/>
                </a:cubicBezTo>
                <a:cubicBezTo>
                  <a:pt x="1491061" y="3155777"/>
                  <a:pt x="1483893" y="3156483"/>
                  <a:pt x="1468755" y="3141345"/>
                </a:cubicBezTo>
                <a:close/>
                <a:moveTo>
                  <a:pt x="649605" y="3074670"/>
                </a:moveTo>
                <a:cubicBezTo>
                  <a:pt x="632772" y="3057837"/>
                  <a:pt x="635695" y="3024621"/>
                  <a:pt x="655593" y="3006613"/>
                </a:cubicBezTo>
                <a:cubicBezTo>
                  <a:pt x="688418" y="2976908"/>
                  <a:pt x="723900" y="2993458"/>
                  <a:pt x="723900" y="3038475"/>
                </a:cubicBezTo>
                <a:cubicBezTo>
                  <a:pt x="723900" y="3068426"/>
                  <a:pt x="707993" y="3086100"/>
                  <a:pt x="681037" y="3086100"/>
                </a:cubicBezTo>
                <a:cubicBezTo>
                  <a:pt x="670036" y="3086100"/>
                  <a:pt x="655891" y="3080956"/>
                  <a:pt x="649605" y="3074670"/>
                </a:cubicBezTo>
                <a:close/>
                <a:moveTo>
                  <a:pt x="1224642" y="3071132"/>
                </a:moveTo>
                <a:cubicBezTo>
                  <a:pt x="1203840" y="3050329"/>
                  <a:pt x="1205941" y="3004108"/>
                  <a:pt x="1228725" y="2981325"/>
                </a:cubicBezTo>
                <a:cubicBezTo>
                  <a:pt x="1283151" y="2926898"/>
                  <a:pt x="1354139" y="3000695"/>
                  <a:pt x="1309147" y="3064930"/>
                </a:cubicBezTo>
                <a:cubicBezTo>
                  <a:pt x="1291539" y="3090070"/>
                  <a:pt x="1246859" y="3093348"/>
                  <a:pt x="1224642" y="3071132"/>
                </a:cubicBezTo>
                <a:close/>
                <a:moveTo>
                  <a:pt x="3017043" y="3075812"/>
                </a:moveTo>
                <a:cubicBezTo>
                  <a:pt x="2989912" y="3060009"/>
                  <a:pt x="3004544" y="2990850"/>
                  <a:pt x="3035019" y="2990850"/>
                </a:cubicBezTo>
                <a:cubicBezTo>
                  <a:pt x="3056047" y="2990850"/>
                  <a:pt x="3076575" y="3014375"/>
                  <a:pt x="3076575" y="3038475"/>
                </a:cubicBezTo>
                <a:cubicBezTo>
                  <a:pt x="3076575" y="3075935"/>
                  <a:pt x="3048012" y="3093849"/>
                  <a:pt x="3017043" y="3075812"/>
                </a:cubicBezTo>
                <a:close/>
                <a:moveTo>
                  <a:pt x="1706880" y="3046095"/>
                </a:moveTo>
                <a:cubicBezTo>
                  <a:pt x="1700593" y="3039808"/>
                  <a:pt x="1695450" y="3025331"/>
                  <a:pt x="1695450" y="3013923"/>
                </a:cubicBezTo>
                <a:cubicBezTo>
                  <a:pt x="1695450" y="2964225"/>
                  <a:pt x="1764508" y="2955661"/>
                  <a:pt x="1770085" y="3004667"/>
                </a:cubicBezTo>
                <a:cubicBezTo>
                  <a:pt x="1774769" y="3045828"/>
                  <a:pt x="1733598" y="3072813"/>
                  <a:pt x="1706880" y="3046095"/>
                </a:cubicBezTo>
                <a:close/>
                <a:moveTo>
                  <a:pt x="2297430" y="3046095"/>
                </a:moveTo>
                <a:cubicBezTo>
                  <a:pt x="2276328" y="3024993"/>
                  <a:pt x="2283616" y="2973800"/>
                  <a:pt x="2310202" y="2956380"/>
                </a:cubicBezTo>
                <a:cubicBezTo>
                  <a:pt x="2360232" y="2923600"/>
                  <a:pt x="2411085" y="2982246"/>
                  <a:pt x="2377317" y="3033781"/>
                </a:cubicBezTo>
                <a:cubicBezTo>
                  <a:pt x="2360361" y="3059660"/>
                  <a:pt x="2317587" y="3066252"/>
                  <a:pt x="2297430" y="3046095"/>
                </a:cubicBezTo>
                <a:close/>
                <a:moveTo>
                  <a:pt x="2606194" y="3033458"/>
                </a:moveTo>
                <a:cubicBezTo>
                  <a:pt x="2586785" y="3014049"/>
                  <a:pt x="2586651" y="2996359"/>
                  <a:pt x="2605767" y="2977242"/>
                </a:cubicBezTo>
                <a:cubicBezTo>
                  <a:pt x="2624445" y="2958565"/>
                  <a:pt x="2642211" y="2958171"/>
                  <a:pt x="2657095" y="2976104"/>
                </a:cubicBezTo>
                <a:cubicBezTo>
                  <a:pt x="2684181" y="3008742"/>
                  <a:pt x="2635891" y="3063155"/>
                  <a:pt x="2606194" y="3033458"/>
                </a:cubicBezTo>
                <a:close/>
                <a:moveTo>
                  <a:pt x="968776" y="3023001"/>
                </a:moveTo>
                <a:cubicBezTo>
                  <a:pt x="957297" y="3011522"/>
                  <a:pt x="961311" y="2984249"/>
                  <a:pt x="976312" y="2971800"/>
                </a:cubicBezTo>
                <a:cubicBezTo>
                  <a:pt x="995414" y="2955946"/>
                  <a:pt x="1021233" y="2976444"/>
                  <a:pt x="1017253" y="3004304"/>
                </a:cubicBezTo>
                <a:cubicBezTo>
                  <a:pt x="1014436" y="3024018"/>
                  <a:pt x="982219" y="3036444"/>
                  <a:pt x="968776" y="3023001"/>
                </a:cubicBezTo>
                <a:close/>
                <a:moveTo>
                  <a:pt x="2087880" y="2988945"/>
                </a:moveTo>
                <a:cubicBezTo>
                  <a:pt x="2060793" y="2961858"/>
                  <a:pt x="2087289" y="2917262"/>
                  <a:pt x="2123617" y="2928792"/>
                </a:cubicBezTo>
                <a:cubicBezTo>
                  <a:pt x="2155775" y="2938998"/>
                  <a:pt x="2143916" y="3000375"/>
                  <a:pt x="2109787" y="3000375"/>
                </a:cubicBezTo>
                <a:cubicBezTo>
                  <a:pt x="2104024" y="3000375"/>
                  <a:pt x="2094166" y="2995231"/>
                  <a:pt x="2087880" y="2988945"/>
                </a:cubicBezTo>
                <a:close/>
                <a:moveTo>
                  <a:pt x="3262992" y="2975882"/>
                </a:moveTo>
                <a:cubicBezTo>
                  <a:pt x="3226673" y="2939562"/>
                  <a:pt x="3251803" y="2874168"/>
                  <a:pt x="3302080" y="2874168"/>
                </a:cubicBezTo>
                <a:cubicBezTo>
                  <a:pt x="3352194" y="2874168"/>
                  <a:pt x="3368177" y="2928713"/>
                  <a:pt x="3329420" y="2967470"/>
                </a:cubicBezTo>
                <a:cubicBezTo>
                  <a:pt x="3302327" y="2994563"/>
                  <a:pt x="3283995" y="2996884"/>
                  <a:pt x="3262992" y="2975882"/>
                </a:cubicBezTo>
                <a:close/>
                <a:moveTo>
                  <a:pt x="1506855" y="2922270"/>
                </a:moveTo>
                <a:cubicBezTo>
                  <a:pt x="1484595" y="2900010"/>
                  <a:pt x="1503126" y="2838450"/>
                  <a:pt x="1532085" y="2838450"/>
                </a:cubicBezTo>
                <a:cubicBezTo>
                  <a:pt x="1548745" y="2838450"/>
                  <a:pt x="1581150" y="2869811"/>
                  <a:pt x="1581150" y="2885934"/>
                </a:cubicBezTo>
                <a:cubicBezTo>
                  <a:pt x="1581150" y="2923556"/>
                  <a:pt x="1532120" y="2947535"/>
                  <a:pt x="1506855" y="2922270"/>
                </a:cubicBezTo>
                <a:close/>
                <a:moveTo>
                  <a:pt x="1853916" y="2900306"/>
                </a:moveTo>
                <a:cubicBezTo>
                  <a:pt x="1803156" y="2849546"/>
                  <a:pt x="1855964" y="2759844"/>
                  <a:pt x="1917529" y="2792249"/>
                </a:cubicBezTo>
                <a:cubicBezTo>
                  <a:pt x="1959960" y="2814583"/>
                  <a:pt x="1964824" y="2855691"/>
                  <a:pt x="1929245" y="2891270"/>
                </a:cubicBezTo>
                <a:cubicBezTo>
                  <a:pt x="1902621" y="2917894"/>
                  <a:pt x="1874837" y="2921227"/>
                  <a:pt x="1853916" y="2900306"/>
                </a:cubicBezTo>
                <a:close/>
                <a:moveTo>
                  <a:pt x="564356" y="2898775"/>
                </a:moveTo>
                <a:cubicBezTo>
                  <a:pt x="547274" y="2891942"/>
                  <a:pt x="549648" y="2848452"/>
                  <a:pt x="567476" y="2841611"/>
                </a:cubicBezTo>
                <a:cubicBezTo>
                  <a:pt x="590039" y="2832952"/>
                  <a:pt x="616616" y="2863296"/>
                  <a:pt x="603995" y="2883305"/>
                </a:cubicBezTo>
                <a:cubicBezTo>
                  <a:pt x="592600" y="2901370"/>
                  <a:pt x="581588" y="2905667"/>
                  <a:pt x="564356" y="2898775"/>
                </a:cubicBezTo>
                <a:close/>
                <a:moveTo>
                  <a:pt x="822594" y="2890837"/>
                </a:moveTo>
                <a:cubicBezTo>
                  <a:pt x="809171" y="2855858"/>
                  <a:pt x="847847" y="2824965"/>
                  <a:pt x="873255" y="2850372"/>
                </a:cubicBezTo>
                <a:cubicBezTo>
                  <a:pt x="894428" y="2871546"/>
                  <a:pt x="881114" y="2905125"/>
                  <a:pt x="851546" y="2905125"/>
                </a:cubicBezTo>
                <a:cubicBezTo>
                  <a:pt x="838638" y="2905125"/>
                  <a:pt x="825609" y="2898695"/>
                  <a:pt x="822594" y="2890837"/>
                </a:cubicBezTo>
                <a:close/>
                <a:moveTo>
                  <a:pt x="2830830" y="2893695"/>
                </a:moveTo>
                <a:cubicBezTo>
                  <a:pt x="2813997" y="2876862"/>
                  <a:pt x="2816920" y="2843646"/>
                  <a:pt x="2836818" y="2825638"/>
                </a:cubicBezTo>
                <a:cubicBezTo>
                  <a:pt x="2869643" y="2795933"/>
                  <a:pt x="2905125" y="2812483"/>
                  <a:pt x="2905125" y="2857500"/>
                </a:cubicBezTo>
                <a:cubicBezTo>
                  <a:pt x="2905125" y="2887451"/>
                  <a:pt x="2889218" y="2905125"/>
                  <a:pt x="2862262" y="2905125"/>
                </a:cubicBezTo>
                <a:cubicBezTo>
                  <a:pt x="2851261" y="2905125"/>
                  <a:pt x="2837116" y="2899981"/>
                  <a:pt x="2830830" y="2893695"/>
                </a:cubicBezTo>
                <a:close/>
                <a:moveTo>
                  <a:pt x="2454604" y="2889579"/>
                </a:moveTo>
                <a:cubicBezTo>
                  <a:pt x="2443053" y="2878028"/>
                  <a:pt x="2447325" y="2850805"/>
                  <a:pt x="2462690" y="2838053"/>
                </a:cubicBezTo>
                <a:cubicBezTo>
                  <a:pt x="2484193" y="2820207"/>
                  <a:pt x="2514325" y="2850218"/>
                  <a:pt x="2499130" y="2874347"/>
                </a:cubicBezTo>
                <a:cubicBezTo>
                  <a:pt x="2487774" y="2892379"/>
                  <a:pt x="2465145" y="2900120"/>
                  <a:pt x="2454604" y="2889579"/>
                </a:cubicBezTo>
                <a:close/>
                <a:moveTo>
                  <a:pt x="1120775" y="2870200"/>
                </a:moveTo>
                <a:cubicBezTo>
                  <a:pt x="1109041" y="2858466"/>
                  <a:pt x="1114286" y="2821847"/>
                  <a:pt x="1129510" y="2809212"/>
                </a:cubicBezTo>
                <a:cubicBezTo>
                  <a:pt x="1159204" y="2784568"/>
                  <a:pt x="1196414" y="2832332"/>
                  <a:pt x="1171195" y="2862720"/>
                </a:cubicBezTo>
                <a:cubicBezTo>
                  <a:pt x="1159250" y="2877112"/>
                  <a:pt x="1131765" y="2881190"/>
                  <a:pt x="1120775" y="2870200"/>
                </a:cubicBezTo>
                <a:close/>
                <a:moveTo>
                  <a:pt x="3040499" y="2865239"/>
                </a:moveTo>
                <a:cubicBezTo>
                  <a:pt x="3024870" y="2849610"/>
                  <a:pt x="3025976" y="2833725"/>
                  <a:pt x="3043715" y="2819003"/>
                </a:cubicBezTo>
                <a:cubicBezTo>
                  <a:pt x="3064836" y="2801474"/>
                  <a:pt x="3095376" y="2831139"/>
                  <a:pt x="3080495" y="2854730"/>
                </a:cubicBezTo>
                <a:cubicBezTo>
                  <a:pt x="3067117" y="2875939"/>
                  <a:pt x="3054511" y="2879251"/>
                  <a:pt x="3040499" y="2865239"/>
                </a:cubicBezTo>
                <a:close/>
                <a:moveTo>
                  <a:pt x="2211705" y="2788920"/>
                </a:moveTo>
                <a:cubicBezTo>
                  <a:pt x="2184401" y="2761616"/>
                  <a:pt x="2218766" y="2707117"/>
                  <a:pt x="2255862" y="2718891"/>
                </a:cubicBezTo>
                <a:cubicBezTo>
                  <a:pt x="2282445" y="2727328"/>
                  <a:pt x="2288954" y="2751559"/>
                  <a:pt x="2271708" y="2777879"/>
                </a:cubicBezTo>
                <a:cubicBezTo>
                  <a:pt x="2255721" y="2802279"/>
                  <a:pt x="2229828" y="2807043"/>
                  <a:pt x="2211705" y="2788920"/>
                </a:cubicBezTo>
                <a:close/>
                <a:moveTo>
                  <a:pt x="1325880" y="2769870"/>
                </a:moveTo>
                <a:cubicBezTo>
                  <a:pt x="1297802" y="2741792"/>
                  <a:pt x="1327581" y="2667000"/>
                  <a:pt x="1366837" y="2667000"/>
                </a:cubicBezTo>
                <a:cubicBezTo>
                  <a:pt x="1383244" y="2667000"/>
                  <a:pt x="1419225" y="2700139"/>
                  <a:pt x="1419225" y="2715251"/>
                </a:cubicBezTo>
                <a:cubicBezTo>
                  <a:pt x="1419225" y="2763709"/>
                  <a:pt x="1356450" y="2800440"/>
                  <a:pt x="1325880" y="2769870"/>
                </a:cubicBezTo>
                <a:close/>
                <a:moveTo>
                  <a:pt x="2624484" y="2762633"/>
                </a:moveTo>
                <a:cubicBezTo>
                  <a:pt x="2594110" y="2729071"/>
                  <a:pt x="2621225" y="2667000"/>
                  <a:pt x="2666261" y="2667000"/>
                </a:cubicBezTo>
                <a:cubicBezTo>
                  <a:pt x="2698985" y="2667000"/>
                  <a:pt x="2714625" y="2683016"/>
                  <a:pt x="2714625" y="2716530"/>
                </a:cubicBezTo>
                <a:cubicBezTo>
                  <a:pt x="2714625" y="2769960"/>
                  <a:pt x="2657539" y="2799158"/>
                  <a:pt x="2624484" y="2762633"/>
                </a:cubicBezTo>
                <a:close/>
                <a:moveTo>
                  <a:pt x="670407" y="2758043"/>
                </a:moveTo>
                <a:cubicBezTo>
                  <a:pt x="661476" y="2734768"/>
                  <a:pt x="670823" y="2710256"/>
                  <a:pt x="690042" y="2706554"/>
                </a:cubicBezTo>
                <a:cubicBezTo>
                  <a:pt x="715215" y="2701707"/>
                  <a:pt x="735587" y="2730886"/>
                  <a:pt x="723195" y="2754040"/>
                </a:cubicBezTo>
                <a:cubicBezTo>
                  <a:pt x="711960" y="2775034"/>
                  <a:pt x="677918" y="2777616"/>
                  <a:pt x="670407" y="2758043"/>
                </a:cubicBezTo>
                <a:close/>
                <a:moveTo>
                  <a:pt x="1675737" y="2756689"/>
                </a:moveTo>
                <a:cubicBezTo>
                  <a:pt x="1659997" y="2737723"/>
                  <a:pt x="1675099" y="2709862"/>
                  <a:pt x="1701120" y="2709862"/>
                </a:cubicBezTo>
                <a:cubicBezTo>
                  <a:pt x="1722477" y="2709862"/>
                  <a:pt x="1730229" y="2738534"/>
                  <a:pt x="1714120" y="2757945"/>
                </a:cubicBezTo>
                <a:cubicBezTo>
                  <a:pt x="1699430" y="2775644"/>
                  <a:pt x="1691247" y="2775377"/>
                  <a:pt x="1675737" y="2756689"/>
                </a:cubicBezTo>
                <a:close/>
                <a:moveTo>
                  <a:pt x="3234653" y="2759335"/>
                </a:moveTo>
                <a:cubicBezTo>
                  <a:pt x="3198936" y="2733218"/>
                  <a:pt x="3236904" y="2668443"/>
                  <a:pt x="3274218" y="2691833"/>
                </a:cubicBezTo>
                <a:cubicBezTo>
                  <a:pt x="3306262" y="2711921"/>
                  <a:pt x="3293782" y="2771775"/>
                  <a:pt x="3257550" y="2771775"/>
                </a:cubicBezTo>
                <a:cubicBezTo>
                  <a:pt x="3254313" y="2771775"/>
                  <a:pt x="3244010" y="2766177"/>
                  <a:pt x="3234653" y="2759335"/>
                </a:cubicBezTo>
                <a:close/>
                <a:moveTo>
                  <a:pt x="920638" y="2735306"/>
                </a:moveTo>
                <a:cubicBezTo>
                  <a:pt x="884291" y="2695143"/>
                  <a:pt x="913021" y="2628900"/>
                  <a:pt x="966787" y="2628900"/>
                </a:cubicBezTo>
                <a:cubicBezTo>
                  <a:pt x="1022872" y="2628900"/>
                  <a:pt x="1045306" y="2681419"/>
                  <a:pt x="1008958" y="2727627"/>
                </a:cubicBezTo>
                <a:cubicBezTo>
                  <a:pt x="985471" y="2757486"/>
                  <a:pt x="943976" y="2761094"/>
                  <a:pt x="920638" y="2735306"/>
                </a:cubicBezTo>
                <a:close/>
                <a:moveTo>
                  <a:pt x="2011680" y="2674620"/>
                </a:moveTo>
                <a:cubicBezTo>
                  <a:pt x="1993568" y="2656508"/>
                  <a:pt x="1997792" y="2611835"/>
                  <a:pt x="2018673" y="2600660"/>
                </a:cubicBezTo>
                <a:cubicBezTo>
                  <a:pt x="2059996" y="2578545"/>
                  <a:pt x="2085975" y="2593160"/>
                  <a:pt x="2085975" y="2638523"/>
                </a:cubicBezTo>
                <a:cubicBezTo>
                  <a:pt x="2085975" y="2675934"/>
                  <a:pt x="2036857" y="2699797"/>
                  <a:pt x="2011680" y="2674620"/>
                </a:cubicBezTo>
                <a:close/>
                <a:moveTo>
                  <a:pt x="2397125" y="2670175"/>
                </a:moveTo>
                <a:cubicBezTo>
                  <a:pt x="2385805" y="2658855"/>
                  <a:pt x="2390402" y="2622016"/>
                  <a:pt x="2404605" y="2610229"/>
                </a:cubicBezTo>
                <a:cubicBezTo>
                  <a:pt x="2435224" y="2584817"/>
                  <a:pt x="2476268" y="2622311"/>
                  <a:pt x="2457080" y="2658165"/>
                </a:cubicBezTo>
                <a:cubicBezTo>
                  <a:pt x="2447626" y="2675829"/>
                  <a:pt x="2410264" y="2683314"/>
                  <a:pt x="2397125" y="2670175"/>
                </a:cubicBezTo>
                <a:close/>
                <a:moveTo>
                  <a:pt x="2964180" y="2655570"/>
                </a:moveTo>
                <a:cubicBezTo>
                  <a:pt x="2947146" y="2638536"/>
                  <a:pt x="2950395" y="2599540"/>
                  <a:pt x="2971769" y="2564484"/>
                </a:cubicBezTo>
                <a:cubicBezTo>
                  <a:pt x="2989044" y="2536150"/>
                  <a:pt x="2992616" y="2534468"/>
                  <a:pt x="3012215" y="2545434"/>
                </a:cubicBezTo>
                <a:cubicBezTo>
                  <a:pt x="3041861" y="2562022"/>
                  <a:pt x="3047685" y="2571918"/>
                  <a:pt x="3047854" y="2605992"/>
                </a:cubicBezTo>
                <a:cubicBezTo>
                  <a:pt x="3048092" y="2654101"/>
                  <a:pt x="2994478" y="2685868"/>
                  <a:pt x="2964180" y="2655570"/>
                </a:cubicBezTo>
                <a:close/>
                <a:moveTo>
                  <a:pt x="1158798" y="2643691"/>
                </a:moveTo>
                <a:cubicBezTo>
                  <a:pt x="1146324" y="2611184"/>
                  <a:pt x="1179575" y="2580297"/>
                  <a:pt x="1200240" y="2605196"/>
                </a:cubicBezTo>
                <a:cubicBezTo>
                  <a:pt x="1206294" y="2612491"/>
                  <a:pt x="1209778" y="2626166"/>
                  <a:pt x="1207982" y="2635586"/>
                </a:cubicBezTo>
                <a:cubicBezTo>
                  <a:pt x="1203833" y="2657351"/>
                  <a:pt x="1166407" y="2663518"/>
                  <a:pt x="1158798" y="2643691"/>
                </a:cubicBezTo>
                <a:close/>
                <a:moveTo>
                  <a:pt x="561975" y="2609305"/>
                </a:moveTo>
                <a:cubicBezTo>
                  <a:pt x="561975" y="2588589"/>
                  <a:pt x="583527" y="2514600"/>
                  <a:pt x="589561" y="2514600"/>
                </a:cubicBezTo>
                <a:cubicBezTo>
                  <a:pt x="605172" y="2514600"/>
                  <a:pt x="638175" y="2545859"/>
                  <a:pt x="638175" y="2560645"/>
                </a:cubicBezTo>
                <a:cubicBezTo>
                  <a:pt x="638175" y="2588187"/>
                  <a:pt x="610068" y="2619375"/>
                  <a:pt x="585247" y="2619375"/>
                </a:cubicBezTo>
                <a:cubicBezTo>
                  <a:pt x="572447" y="2619375"/>
                  <a:pt x="561975" y="2614843"/>
                  <a:pt x="561975" y="2609305"/>
                </a:cubicBezTo>
                <a:close/>
                <a:moveTo>
                  <a:pt x="1543485" y="2605611"/>
                </a:moveTo>
                <a:cubicBezTo>
                  <a:pt x="1516393" y="2572968"/>
                  <a:pt x="1553758" y="2517784"/>
                  <a:pt x="1588293" y="2539433"/>
                </a:cubicBezTo>
                <a:cubicBezTo>
                  <a:pt x="1622282" y="2560740"/>
                  <a:pt x="1610056" y="2619375"/>
                  <a:pt x="1571625" y="2619375"/>
                </a:cubicBezTo>
                <a:cubicBezTo>
                  <a:pt x="1562430" y="2619375"/>
                  <a:pt x="1549767" y="2613181"/>
                  <a:pt x="1543485" y="2605611"/>
                </a:cubicBezTo>
                <a:close/>
                <a:moveTo>
                  <a:pt x="1768363" y="2592431"/>
                </a:moveTo>
                <a:cubicBezTo>
                  <a:pt x="1747414" y="2569283"/>
                  <a:pt x="1748472" y="2547302"/>
                  <a:pt x="1771650" y="2524125"/>
                </a:cubicBezTo>
                <a:cubicBezTo>
                  <a:pt x="1804112" y="2491662"/>
                  <a:pt x="1847850" y="2510341"/>
                  <a:pt x="1847850" y="2556666"/>
                </a:cubicBezTo>
                <a:cubicBezTo>
                  <a:pt x="1847850" y="2601263"/>
                  <a:pt x="1797044" y="2624122"/>
                  <a:pt x="1768363" y="2592431"/>
                </a:cubicBezTo>
                <a:close/>
                <a:moveTo>
                  <a:pt x="2777137" y="2537651"/>
                </a:moveTo>
                <a:cubicBezTo>
                  <a:pt x="2745434" y="2505948"/>
                  <a:pt x="2780127" y="2449554"/>
                  <a:pt x="2817018" y="2472824"/>
                </a:cubicBezTo>
                <a:cubicBezTo>
                  <a:pt x="2839932" y="2487277"/>
                  <a:pt x="2837950" y="2523733"/>
                  <a:pt x="2813363" y="2540058"/>
                </a:cubicBezTo>
                <a:cubicBezTo>
                  <a:pt x="2795535" y="2551895"/>
                  <a:pt x="2791085" y="2551600"/>
                  <a:pt x="2777137" y="2537651"/>
                </a:cubicBezTo>
                <a:close/>
                <a:moveTo>
                  <a:pt x="802005" y="2531745"/>
                </a:moveTo>
                <a:cubicBezTo>
                  <a:pt x="774918" y="2504658"/>
                  <a:pt x="801414" y="2460062"/>
                  <a:pt x="837742" y="2471592"/>
                </a:cubicBezTo>
                <a:cubicBezTo>
                  <a:pt x="869900" y="2481798"/>
                  <a:pt x="858041" y="2543175"/>
                  <a:pt x="823912" y="2543175"/>
                </a:cubicBezTo>
                <a:cubicBezTo>
                  <a:pt x="818149" y="2543175"/>
                  <a:pt x="808291" y="2538031"/>
                  <a:pt x="802005" y="2531745"/>
                </a:cubicBezTo>
                <a:close/>
                <a:moveTo>
                  <a:pt x="3155156" y="2527341"/>
                </a:moveTo>
                <a:cubicBezTo>
                  <a:pt x="3138584" y="2520655"/>
                  <a:pt x="3140248" y="2481323"/>
                  <a:pt x="3157716" y="2466826"/>
                </a:cubicBezTo>
                <a:cubicBezTo>
                  <a:pt x="3169554" y="2457001"/>
                  <a:pt x="3175610" y="2457922"/>
                  <a:pt x="3191053" y="2471899"/>
                </a:cubicBezTo>
                <a:cubicBezTo>
                  <a:pt x="3213838" y="2492518"/>
                  <a:pt x="3214398" y="2499240"/>
                  <a:pt x="3194957" y="2518682"/>
                </a:cubicBezTo>
                <a:cubicBezTo>
                  <a:pt x="3179338" y="2534301"/>
                  <a:pt x="3174832" y="2535281"/>
                  <a:pt x="3155156" y="2527341"/>
                </a:cubicBezTo>
                <a:close/>
                <a:moveTo>
                  <a:pt x="1321593" y="2504312"/>
                </a:moveTo>
                <a:cubicBezTo>
                  <a:pt x="1285675" y="2483391"/>
                  <a:pt x="1306602" y="2419350"/>
                  <a:pt x="1349357" y="2419350"/>
                </a:cubicBezTo>
                <a:cubicBezTo>
                  <a:pt x="1388329" y="2419350"/>
                  <a:pt x="1401766" y="2465383"/>
                  <a:pt x="1371600" y="2495550"/>
                </a:cubicBezTo>
                <a:cubicBezTo>
                  <a:pt x="1350072" y="2517077"/>
                  <a:pt x="1345028" y="2517961"/>
                  <a:pt x="1321593" y="2504312"/>
                </a:cubicBezTo>
                <a:close/>
                <a:moveTo>
                  <a:pt x="2211705" y="2503170"/>
                </a:moveTo>
                <a:cubicBezTo>
                  <a:pt x="2194357" y="2485822"/>
                  <a:pt x="2198031" y="2443382"/>
                  <a:pt x="2218482" y="2424874"/>
                </a:cubicBezTo>
                <a:cubicBezTo>
                  <a:pt x="2265552" y="2382277"/>
                  <a:pt x="2327065" y="2436719"/>
                  <a:pt x="2292122" y="2490049"/>
                </a:cubicBezTo>
                <a:cubicBezTo>
                  <a:pt x="2274653" y="2516709"/>
                  <a:pt x="2232175" y="2523640"/>
                  <a:pt x="2211705" y="2503170"/>
                </a:cubicBezTo>
                <a:close/>
                <a:moveTo>
                  <a:pt x="1039162" y="2470369"/>
                </a:moveTo>
                <a:cubicBezTo>
                  <a:pt x="1004838" y="2446327"/>
                  <a:pt x="1014521" y="2396449"/>
                  <a:pt x="1054260" y="2392599"/>
                </a:cubicBezTo>
                <a:cubicBezTo>
                  <a:pt x="1077143" y="2390383"/>
                  <a:pt x="1087206" y="2394561"/>
                  <a:pt x="1095269" y="2409628"/>
                </a:cubicBezTo>
                <a:cubicBezTo>
                  <a:pt x="1118369" y="2452789"/>
                  <a:pt x="1077394" y="2497148"/>
                  <a:pt x="1039162" y="2470369"/>
                </a:cubicBezTo>
                <a:close/>
                <a:moveTo>
                  <a:pt x="2544317" y="2469110"/>
                </a:moveTo>
                <a:cubicBezTo>
                  <a:pt x="2524776" y="2432598"/>
                  <a:pt x="2573288" y="2401060"/>
                  <a:pt x="2599819" y="2433028"/>
                </a:cubicBezTo>
                <a:cubicBezTo>
                  <a:pt x="2608246" y="2443181"/>
                  <a:pt x="2608460" y="2451773"/>
                  <a:pt x="2600650" y="2466366"/>
                </a:cubicBezTo>
                <a:cubicBezTo>
                  <a:pt x="2587740" y="2490488"/>
                  <a:pt x="2556571" y="2492006"/>
                  <a:pt x="2544317" y="2469110"/>
                </a:cubicBezTo>
                <a:close/>
                <a:moveTo>
                  <a:pt x="1986246" y="2438859"/>
                </a:moveTo>
                <a:cubicBezTo>
                  <a:pt x="1974113" y="2419227"/>
                  <a:pt x="1991283" y="2389510"/>
                  <a:pt x="2012974" y="2392600"/>
                </a:cubicBezTo>
                <a:cubicBezTo>
                  <a:pt x="2042066" y="2396745"/>
                  <a:pt x="2042134" y="2441944"/>
                  <a:pt x="2013055" y="2446088"/>
                </a:cubicBezTo>
                <a:cubicBezTo>
                  <a:pt x="2001762" y="2447697"/>
                  <a:pt x="1989698" y="2444444"/>
                  <a:pt x="1986246" y="2438859"/>
                </a:cubicBezTo>
                <a:close/>
                <a:moveTo>
                  <a:pt x="1559718" y="2409062"/>
                </a:moveTo>
                <a:cubicBezTo>
                  <a:pt x="1538514" y="2396711"/>
                  <a:pt x="1537442" y="2340592"/>
                  <a:pt x="1558017" y="2320017"/>
                </a:cubicBezTo>
                <a:cubicBezTo>
                  <a:pt x="1579257" y="2298777"/>
                  <a:pt x="1625825" y="2300790"/>
                  <a:pt x="1637964" y="2323473"/>
                </a:cubicBezTo>
                <a:cubicBezTo>
                  <a:pt x="1668730" y="2380959"/>
                  <a:pt x="1614088" y="2440729"/>
                  <a:pt x="1559718" y="2409062"/>
                </a:cubicBezTo>
                <a:close/>
                <a:moveTo>
                  <a:pt x="2954655" y="2379345"/>
                </a:moveTo>
                <a:cubicBezTo>
                  <a:pt x="2948368" y="2373058"/>
                  <a:pt x="2943225" y="2358581"/>
                  <a:pt x="2943225" y="2347173"/>
                </a:cubicBezTo>
                <a:cubicBezTo>
                  <a:pt x="2943225" y="2297475"/>
                  <a:pt x="3012283" y="2288911"/>
                  <a:pt x="3017860" y="2337917"/>
                </a:cubicBezTo>
                <a:cubicBezTo>
                  <a:pt x="3022544" y="2379078"/>
                  <a:pt x="2981373" y="2406063"/>
                  <a:pt x="2954655" y="2379345"/>
                </a:cubicBezTo>
                <a:close/>
                <a:moveTo>
                  <a:pt x="1835038" y="2354306"/>
                </a:moveTo>
                <a:cubicBezTo>
                  <a:pt x="1814550" y="2331666"/>
                  <a:pt x="1815079" y="2311799"/>
                  <a:pt x="1836693" y="2292238"/>
                </a:cubicBezTo>
                <a:cubicBezTo>
                  <a:pt x="1860032" y="2271117"/>
                  <a:pt x="1872472" y="2272374"/>
                  <a:pt x="1890172" y="2297644"/>
                </a:cubicBezTo>
                <a:cubicBezTo>
                  <a:pt x="1909254" y="2324887"/>
                  <a:pt x="1908881" y="2329743"/>
                  <a:pt x="1885950" y="2352675"/>
                </a:cubicBezTo>
                <a:cubicBezTo>
                  <a:pt x="1862451" y="2376173"/>
                  <a:pt x="1855042" y="2376410"/>
                  <a:pt x="1835038" y="2354306"/>
                </a:cubicBezTo>
                <a:close/>
                <a:moveTo>
                  <a:pt x="872693" y="2347707"/>
                </a:moveTo>
                <a:cubicBezTo>
                  <a:pt x="853138" y="2328153"/>
                  <a:pt x="852943" y="2301191"/>
                  <a:pt x="872217" y="2281917"/>
                </a:cubicBezTo>
                <a:cubicBezTo>
                  <a:pt x="892352" y="2261783"/>
                  <a:pt x="907942" y="2263076"/>
                  <a:pt x="929276" y="2286650"/>
                </a:cubicBezTo>
                <a:cubicBezTo>
                  <a:pt x="963172" y="2324105"/>
                  <a:pt x="908300" y="2383315"/>
                  <a:pt x="872693" y="2347707"/>
                </a:cubicBezTo>
                <a:close/>
                <a:moveTo>
                  <a:pt x="638175" y="2348360"/>
                </a:moveTo>
                <a:cubicBezTo>
                  <a:pt x="638175" y="2336935"/>
                  <a:pt x="661147" y="2295525"/>
                  <a:pt x="667485" y="2295525"/>
                </a:cubicBezTo>
                <a:cubicBezTo>
                  <a:pt x="679643" y="2295525"/>
                  <a:pt x="683697" y="2318420"/>
                  <a:pt x="674652" y="2336006"/>
                </a:cubicBezTo>
                <a:cubicBezTo>
                  <a:pt x="667210" y="2350476"/>
                  <a:pt x="638175" y="2360310"/>
                  <a:pt x="638175" y="2348360"/>
                </a:cubicBezTo>
                <a:close/>
                <a:moveTo>
                  <a:pt x="2396155" y="2334307"/>
                </a:moveTo>
                <a:cubicBezTo>
                  <a:pt x="2367857" y="2303038"/>
                  <a:pt x="2398738" y="2249599"/>
                  <a:pt x="2437920" y="2262035"/>
                </a:cubicBezTo>
                <a:cubicBezTo>
                  <a:pt x="2465464" y="2270777"/>
                  <a:pt x="2473457" y="2310674"/>
                  <a:pt x="2452340" y="2334008"/>
                </a:cubicBezTo>
                <a:cubicBezTo>
                  <a:pt x="2431084" y="2357496"/>
                  <a:pt x="2417207" y="2357570"/>
                  <a:pt x="2396155" y="2334307"/>
                </a:cubicBezTo>
                <a:close/>
                <a:moveTo>
                  <a:pt x="3200635" y="2324540"/>
                </a:moveTo>
                <a:cubicBezTo>
                  <a:pt x="3190539" y="2305675"/>
                  <a:pt x="3212814" y="2228850"/>
                  <a:pt x="3228381" y="2228850"/>
                </a:cubicBezTo>
                <a:cubicBezTo>
                  <a:pt x="3240013" y="2228850"/>
                  <a:pt x="3279339" y="2321486"/>
                  <a:pt x="3272443" y="2332643"/>
                </a:cubicBezTo>
                <a:cubicBezTo>
                  <a:pt x="3261339" y="2350611"/>
                  <a:pt x="3211583" y="2344996"/>
                  <a:pt x="3200635" y="2324540"/>
                </a:cubicBezTo>
                <a:close/>
                <a:moveTo>
                  <a:pt x="1184536" y="2319316"/>
                </a:moveTo>
                <a:cubicBezTo>
                  <a:pt x="1173579" y="2290762"/>
                  <a:pt x="1189602" y="2257425"/>
                  <a:pt x="1214283" y="2257425"/>
                </a:cubicBezTo>
                <a:cubicBezTo>
                  <a:pt x="1244216" y="2257425"/>
                  <a:pt x="1262062" y="2287878"/>
                  <a:pt x="1247775" y="2314575"/>
                </a:cubicBezTo>
                <a:cubicBezTo>
                  <a:pt x="1235716" y="2337106"/>
                  <a:pt x="1192603" y="2340339"/>
                  <a:pt x="1184536" y="2319316"/>
                </a:cubicBezTo>
                <a:close/>
                <a:moveTo>
                  <a:pt x="2116455" y="2274570"/>
                </a:moveTo>
                <a:cubicBezTo>
                  <a:pt x="2090173" y="2248288"/>
                  <a:pt x="2113971" y="2190558"/>
                  <a:pt x="2150949" y="2190895"/>
                </a:cubicBezTo>
                <a:cubicBezTo>
                  <a:pt x="2190487" y="2191256"/>
                  <a:pt x="2208388" y="2238982"/>
                  <a:pt x="2181249" y="2271683"/>
                </a:cubicBezTo>
                <a:cubicBezTo>
                  <a:pt x="2166984" y="2288870"/>
                  <a:pt x="2132301" y="2290416"/>
                  <a:pt x="2116455" y="2274570"/>
                </a:cubicBezTo>
                <a:close/>
                <a:moveTo>
                  <a:pt x="2711338" y="2259056"/>
                </a:moveTo>
                <a:cubicBezTo>
                  <a:pt x="2690415" y="2235936"/>
                  <a:pt x="2691289" y="2188055"/>
                  <a:pt x="2712993" y="2168413"/>
                </a:cubicBezTo>
                <a:cubicBezTo>
                  <a:pt x="2750503" y="2134468"/>
                  <a:pt x="2809875" y="2160450"/>
                  <a:pt x="2809875" y="2210811"/>
                </a:cubicBezTo>
                <a:cubicBezTo>
                  <a:pt x="2809875" y="2267542"/>
                  <a:pt x="2746915" y="2298368"/>
                  <a:pt x="2711338" y="2259056"/>
                </a:cubicBezTo>
                <a:close/>
                <a:moveTo>
                  <a:pt x="1451457" y="2234168"/>
                </a:moveTo>
                <a:cubicBezTo>
                  <a:pt x="1442212" y="2210074"/>
                  <a:pt x="1452129" y="2186077"/>
                  <a:pt x="1472543" y="2183146"/>
                </a:cubicBezTo>
                <a:cubicBezTo>
                  <a:pt x="1501054" y="2179052"/>
                  <a:pt x="1518637" y="2203275"/>
                  <a:pt x="1505275" y="2228241"/>
                </a:cubicBezTo>
                <a:cubicBezTo>
                  <a:pt x="1493202" y="2250799"/>
                  <a:pt x="1459273" y="2254536"/>
                  <a:pt x="1451457" y="2234168"/>
                </a:cubicBezTo>
                <a:close/>
                <a:moveTo>
                  <a:pt x="1053192" y="2185307"/>
                </a:moveTo>
                <a:cubicBezTo>
                  <a:pt x="1035485" y="2167599"/>
                  <a:pt x="1035333" y="2166326"/>
                  <a:pt x="1048085" y="2142498"/>
                </a:cubicBezTo>
                <a:cubicBezTo>
                  <a:pt x="1064148" y="2112483"/>
                  <a:pt x="1114425" y="2124714"/>
                  <a:pt x="1114425" y="2158637"/>
                </a:cubicBezTo>
                <a:cubicBezTo>
                  <a:pt x="1114425" y="2172006"/>
                  <a:pt x="1088558" y="2200275"/>
                  <a:pt x="1076325" y="2200275"/>
                </a:cubicBezTo>
                <a:cubicBezTo>
                  <a:pt x="1071834" y="2200275"/>
                  <a:pt x="1061425" y="2193539"/>
                  <a:pt x="1053192" y="2185307"/>
                </a:cubicBezTo>
                <a:close/>
                <a:moveTo>
                  <a:pt x="1656687" y="2156614"/>
                </a:moveTo>
                <a:cubicBezTo>
                  <a:pt x="1639766" y="2136225"/>
                  <a:pt x="1656786" y="2109787"/>
                  <a:pt x="1686832" y="2109787"/>
                </a:cubicBezTo>
                <a:cubicBezTo>
                  <a:pt x="1712750" y="2109787"/>
                  <a:pt x="1722530" y="2136259"/>
                  <a:pt x="1704595" y="2157870"/>
                </a:cubicBezTo>
                <a:cubicBezTo>
                  <a:pt x="1689657" y="2175869"/>
                  <a:pt x="1672289" y="2175413"/>
                  <a:pt x="1656687" y="2156614"/>
                </a:cubicBezTo>
                <a:close/>
                <a:moveTo>
                  <a:pt x="1868805" y="2131695"/>
                </a:moveTo>
                <a:cubicBezTo>
                  <a:pt x="1844638" y="2107528"/>
                  <a:pt x="1864965" y="2057400"/>
                  <a:pt x="1898930" y="2057400"/>
                </a:cubicBezTo>
                <a:cubicBezTo>
                  <a:pt x="1908882" y="2057400"/>
                  <a:pt x="1933575" y="2087950"/>
                  <a:pt x="1933575" y="2100262"/>
                </a:cubicBezTo>
                <a:cubicBezTo>
                  <a:pt x="1933575" y="2132154"/>
                  <a:pt x="1890276" y="2153166"/>
                  <a:pt x="1868805" y="2131695"/>
                </a:cubicBezTo>
                <a:close/>
                <a:moveTo>
                  <a:pt x="2492374" y="2127250"/>
                </a:moveTo>
                <a:cubicBezTo>
                  <a:pt x="2469062" y="2103937"/>
                  <a:pt x="2496085" y="2038350"/>
                  <a:pt x="2529003" y="2038350"/>
                </a:cubicBezTo>
                <a:cubicBezTo>
                  <a:pt x="2566030" y="2038350"/>
                  <a:pt x="2588094" y="2078910"/>
                  <a:pt x="2567863" y="2109787"/>
                </a:cubicBezTo>
                <a:cubicBezTo>
                  <a:pt x="2552831" y="2132728"/>
                  <a:pt x="2508182" y="2143057"/>
                  <a:pt x="2492374" y="2127250"/>
                </a:cubicBezTo>
                <a:close/>
                <a:moveTo>
                  <a:pt x="2978551" y="2127651"/>
                </a:moveTo>
                <a:cubicBezTo>
                  <a:pt x="2967072" y="2116172"/>
                  <a:pt x="2971086" y="2088899"/>
                  <a:pt x="2986087" y="2076450"/>
                </a:cubicBezTo>
                <a:cubicBezTo>
                  <a:pt x="3005189" y="2060596"/>
                  <a:pt x="3031008" y="2081094"/>
                  <a:pt x="3027028" y="2108954"/>
                </a:cubicBezTo>
                <a:cubicBezTo>
                  <a:pt x="3024211" y="2128668"/>
                  <a:pt x="2991994" y="2141094"/>
                  <a:pt x="2978551" y="2127651"/>
                </a:cubicBezTo>
                <a:close/>
                <a:moveTo>
                  <a:pt x="797140" y="2107017"/>
                </a:moveTo>
                <a:cubicBezTo>
                  <a:pt x="781700" y="2089956"/>
                  <a:pt x="782346" y="2087043"/>
                  <a:pt x="810040" y="2048813"/>
                </a:cubicBezTo>
                <a:cubicBezTo>
                  <a:pt x="842923" y="2003419"/>
                  <a:pt x="863283" y="2001132"/>
                  <a:pt x="885302" y="2040362"/>
                </a:cubicBezTo>
                <a:cubicBezTo>
                  <a:pt x="913843" y="2091211"/>
                  <a:pt x="836058" y="2150021"/>
                  <a:pt x="797140" y="2107017"/>
                </a:cubicBezTo>
                <a:close/>
                <a:moveTo>
                  <a:pt x="3123917" y="2085446"/>
                </a:moveTo>
                <a:cubicBezTo>
                  <a:pt x="3105700" y="2051407"/>
                  <a:pt x="3119606" y="2043245"/>
                  <a:pt x="3142069" y="2074792"/>
                </a:cubicBezTo>
                <a:cubicBezTo>
                  <a:pt x="3159265" y="2098942"/>
                  <a:pt x="3160659" y="2105025"/>
                  <a:pt x="3148996" y="2105025"/>
                </a:cubicBezTo>
                <a:cubicBezTo>
                  <a:pt x="3140965" y="2105025"/>
                  <a:pt x="3129680" y="2096214"/>
                  <a:pt x="3123917" y="2085446"/>
                </a:cubicBezTo>
                <a:close/>
                <a:moveTo>
                  <a:pt x="1272267" y="2080532"/>
                </a:moveTo>
                <a:cubicBezTo>
                  <a:pt x="1239378" y="2047642"/>
                  <a:pt x="1266681" y="1981200"/>
                  <a:pt x="1313085" y="1981200"/>
                </a:cubicBezTo>
                <a:cubicBezTo>
                  <a:pt x="1347272" y="1981200"/>
                  <a:pt x="1362075" y="1997159"/>
                  <a:pt x="1362075" y="2034016"/>
                </a:cubicBezTo>
                <a:cubicBezTo>
                  <a:pt x="1362075" y="2085915"/>
                  <a:pt x="1306458" y="2114722"/>
                  <a:pt x="1272267" y="2080532"/>
                </a:cubicBezTo>
                <a:close/>
                <a:moveTo>
                  <a:pt x="2259330" y="2084070"/>
                </a:moveTo>
                <a:cubicBezTo>
                  <a:pt x="2233877" y="2058617"/>
                  <a:pt x="2252442" y="2009775"/>
                  <a:pt x="2287569" y="2009775"/>
                </a:cubicBezTo>
                <a:cubicBezTo>
                  <a:pt x="2315394" y="2009775"/>
                  <a:pt x="2328176" y="2044996"/>
                  <a:pt x="2310269" y="2072326"/>
                </a:cubicBezTo>
                <a:cubicBezTo>
                  <a:pt x="2293592" y="2097778"/>
                  <a:pt x="2276889" y="2101629"/>
                  <a:pt x="2259330" y="2084070"/>
                </a:cubicBezTo>
                <a:close/>
                <a:moveTo>
                  <a:pt x="1535430" y="2036445"/>
                </a:moveTo>
                <a:cubicBezTo>
                  <a:pt x="1521387" y="2022402"/>
                  <a:pt x="1520743" y="1995557"/>
                  <a:pt x="1533860" y="1971048"/>
                </a:cubicBezTo>
                <a:cubicBezTo>
                  <a:pt x="1548820" y="1943094"/>
                  <a:pt x="1597703" y="1946250"/>
                  <a:pt x="1611280" y="1976047"/>
                </a:cubicBezTo>
                <a:cubicBezTo>
                  <a:pt x="1632345" y="2022280"/>
                  <a:pt x="1570506" y="2071521"/>
                  <a:pt x="1535430" y="2036445"/>
                </a:cubicBezTo>
                <a:close/>
                <a:moveTo>
                  <a:pt x="2696048" y="1991609"/>
                </a:moveTo>
                <a:cubicBezTo>
                  <a:pt x="2688698" y="1977876"/>
                  <a:pt x="2690380" y="1968437"/>
                  <a:pt x="2702940" y="1952926"/>
                </a:cubicBezTo>
                <a:cubicBezTo>
                  <a:pt x="2731258" y="1917955"/>
                  <a:pt x="2773896" y="1951165"/>
                  <a:pt x="2752355" y="1991415"/>
                </a:cubicBezTo>
                <a:cubicBezTo>
                  <a:pt x="2739756" y="2014957"/>
                  <a:pt x="2708601" y="2015064"/>
                  <a:pt x="2696048" y="1991609"/>
                </a:cubicBezTo>
                <a:close/>
                <a:moveTo>
                  <a:pt x="2025538" y="1982831"/>
                </a:moveTo>
                <a:cubicBezTo>
                  <a:pt x="2006149" y="1961406"/>
                  <a:pt x="2004946" y="1911339"/>
                  <a:pt x="2023451" y="1895981"/>
                </a:cubicBezTo>
                <a:cubicBezTo>
                  <a:pt x="2040948" y="1881460"/>
                  <a:pt x="2103288" y="1875434"/>
                  <a:pt x="2110770" y="1887541"/>
                </a:cubicBezTo>
                <a:cubicBezTo>
                  <a:pt x="2148527" y="1948632"/>
                  <a:pt x="2072008" y="2034180"/>
                  <a:pt x="2025538" y="1982831"/>
                </a:cubicBezTo>
                <a:close/>
                <a:moveTo>
                  <a:pt x="1052112" y="1967638"/>
                </a:moveTo>
                <a:cubicBezTo>
                  <a:pt x="1022072" y="1921791"/>
                  <a:pt x="1075787" y="1861399"/>
                  <a:pt x="1120529" y="1890716"/>
                </a:cubicBezTo>
                <a:cubicBezTo>
                  <a:pt x="1148369" y="1908957"/>
                  <a:pt x="1149921" y="1945703"/>
                  <a:pt x="1123950" y="1971675"/>
                </a:cubicBezTo>
                <a:cubicBezTo>
                  <a:pt x="1098364" y="1997260"/>
                  <a:pt x="1070495" y="1995694"/>
                  <a:pt x="1052112" y="1967638"/>
                </a:cubicBezTo>
                <a:close/>
                <a:moveTo>
                  <a:pt x="2862942" y="1937657"/>
                </a:moveTo>
                <a:cubicBezTo>
                  <a:pt x="2832890" y="1907604"/>
                  <a:pt x="2858988" y="1838325"/>
                  <a:pt x="2900362" y="1838325"/>
                </a:cubicBezTo>
                <a:cubicBezTo>
                  <a:pt x="2920870" y="1838325"/>
                  <a:pt x="2952750" y="1873103"/>
                  <a:pt x="2952750" y="1895475"/>
                </a:cubicBezTo>
                <a:cubicBezTo>
                  <a:pt x="2952750" y="1939797"/>
                  <a:pt x="2893100" y="1967814"/>
                  <a:pt x="2862942" y="1937657"/>
                </a:cubicBezTo>
                <a:close/>
                <a:moveTo>
                  <a:pt x="2356389" y="1900941"/>
                </a:moveTo>
                <a:cubicBezTo>
                  <a:pt x="2347723" y="1878358"/>
                  <a:pt x="2359985" y="1855551"/>
                  <a:pt x="2378839" y="1859182"/>
                </a:cubicBezTo>
                <a:cubicBezTo>
                  <a:pt x="2401490" y="1863544"/>
                  <a:pt x="2401490" y="1908355"/>
                  <a:pt x="2378839" y="1912717"/>
                </a:cubicBezTo>
                <a:cubicBezTo>
                  <a:pt x="2369656" y="1914485"/>
                  <a:pt x="2359553" y="1909186"/>
                  <a:pt x="2356389" y="1900941"/>
                </a:cubicBezTo>
                <a:close/>
                <a:moveTo>
                  <a:pt x="1738279" y="1882473"/>
                </a:moveTo>
                <a:cubicBezTo>
                  <a:pt x="1708427" y="1836914"/>
                  <a:pt x="1752639" y="1785577"/>
                  <a:pt x="1796804" y="1814516"/>
                </a:cubicBezTo>
                <a:cubicBezTo>
                  <a:pt x="1823798" y="1832203"/>
                  <a:pt x="1826167" y="1867235"/>
                  <a:pt x="1801856" y="1889236"/>
                </a:cubicBezTo>
                <a:cubicBezTo>
                  <a:pt x="1777552" y="1911230"/>
                  <a:pt x="1755590" y="1908894"/>
                  <a:pt x="1738279" y="1882473"/>
                </a:cubicBezTo>
                <a:close/>
                <a:moveTo>
                  <a:pt x="3138898" y="1882666"/>
                </a:moveTo>
                <a:cubicBezTo>
                  <a:pt x="3110984" y="1862254"/>
                  <a:pt x="3123133" y="1824037"/>
                  <a:pt x="3157537" y="1824037"/>
                </a:cubicBezTo>
                <a:cubicBezTo>
                  <a:pt x="3181452" y="1824037"/>
                  <a:pt x="3186593" y="1828204"/>
                  <a:pt x="3189064" y="1849590"/>
                </a:cubicBezTo>
                <a:cubicBezTo>
                  <a:pt x="3192804" y="1881962"/>
                  <a:pt x="3163952" y="1900985"/>
                  <a:pt x="3138898" y="1882666"/>
                </a:cubicBezTo>
                <a:close/>
                <a:moveTo>
                  <a:pt x="777701" y="1850851"/>
                </a:moveTo>
                <a:cubicBezTo>
                  <a:pt x="756347" y="1829497"/>
                  <a:pt x="793622" y="1775632"/>
                  <a:pt x="822172" y="1786587"/>
                </a:cubicBezTo>
                <a:cubicBezTo>
                  <a:pt x="840279" y="1793536"/>
                  <a:pt x="853081" y="1827576"/>
                  <a:pt x="841527" y="1838054"/>
                </a:cubicBezTo>
                <a:cubicBezTo>
                  <a:pt x="829472" y="1848986"/>
                  <a:pt x="784794" y="1857944"/>
                  <a:pt x="777701" y="1850851"/>
                </a:cubicBezTo>
                <a:close/>
                <a:moveTo>
                  <a:pt x="1368826" y="1841901"/>
                </a:moveTo>
                <a:cubicBezTo>
                  <a:pt x="1347059" y="1820134"/>
                  <a:pt x="1375542" y="1775975"/>
                  <a:pt x="1404245" y="1786989"/>
                </a:cubicBezTo>
                <a:cubicBezTo>
                  <a:pt x="1427576" y="1795942"/>
                  <a:pt x="1420321" y="1842248"/>
                  <a:pt x="1395020" y="1845870"/>
                </a:cubicBezTo>
                <a:cubicBezTo>
                  <a:pt x="1384327" y="1847401"/>
                  <a:pt x="1372540" y="1845615"/>
                  <a:pt x="1368826" y="1841901"/>
                </a:cubicBezTo>
                <a:close/>
                <a:moveTo>
                  <a:pt x="2557462" y="1836468"/>
                </a:moveTo>
                <a:cubicBezTo>
                  <a:pt x="2497562" y="1802501"/>
                  <a:pt x="2519064" y="1714500"/>
                  <a:pt x="2587263" y="1714500"/>
                </a:cubicBezTo>
                <a:cubicBezTo>
                  <a:pt x="2624857" y="1714500"/>
                  <a:pt x="2638425" y="1729978"/>
                  <a:pt x="2638425" y="1772863"/>
                </a:cubicBezTo>
                <a:cubicBezTo>
                  <a:pt x="2638425" y="1799873"/>
                  <a:pt x="2632421" y="1813089"/>
                  <a:pt x="2613327" y="1828108"/>
                </a:cubicBezTo>
                <a:cubicBezTo>
                  <a:pt x="2584512" y="1850774"/>
                  <a:pt x="2583072" y="1850990"/>
                  <a:pt x="2557462" y="1836468"/>
                </a:cubicBezTo>
                <a:close/>
                <a:moveTo>
                  <a:pt x="992305" y="1778897"/>
                </a:moveTo>
                <a:cubicBezTo>
                  <a:pt x="994265" y="1765088"/>
                  <a:pt x="1001911" y="1757362"/>
                  <a:pt x="1013618" y="1757362"/>
                </a:cubicBezTo>
                <a:cubicBezTo>
                  <a:pt x="1041517" y="1757362"/>
                  <a:pt x="1041737" y="1776516"/>
                  <a:pt x="1013983" y="1789162"/>
                </a:cubicBezTo>
                <a:cubicBezTo>
                  <a:pt x="991073" y="1799601"/>
                  <a:pt x="989473" y="1798843"/>
                  <a:pt x="992305" y="1778897"/>
                </a:cubicBezTo>
                <a:close/>
                <a:moveTo>
                  <a:pt x="1562100" y="1754647"/>
                </a:moveTo>
                <a:cubicBezTo>
                  <a:pt x="1529284" y="1743384"/>
                  <a:pt x="1522823" y="1689037"/>
                  <a:pt x="1551242" y="1663318"/>
                </a:cubicBezTo>
                <a:cubicBezTo>
                  <a:pt x="1573211" y="1643436"/>
                  <a:pt x="1614445" y="1655782"/>
                  <a:pt x="1623725" y="1685019"/>
                </a:cubicBezTo>
                <a:cubicBezTo>
                  <a:pt x="1634996" y="1720533"/>
                  <a:pt x="1594854" y="1765888"/>
                  <a:pt x="1562100" y="1754647"/>
                </a:cubicBezTo>
                <a:close/>
                <a:moveTo>
                  <a:pt x="2209800" y="1743075"/>
                </a:moveTo>
                <a:cubicBezTo>
                  <a:pt x="2186061" y="1719336"/>
                  <a:pt x="2185802" y="1703670"/>
                  <a:pt x="2208681" y="1675416"/>
                </a:cubicBezTo>
                <a:cubicBezTo>
                  <a:pt x="2224506" y="1655872"/>
                  <a:pt x="2229539" y="1654606"/>
                  <a:pt x="2251543" y="1664632"/>
                </a:cubicBezTo>
                <a:cubicBezTo>
                  <a:pt x="2284632" y="1679708"/>
                  <a:pt x="2289191" y="1727496"/>
                  <a:pt x="2259708" y="1750218"/>
                </a:cubicBezTo>
                <a:cubicBezTo>
                  <a:pt x="2238839" y="1766301"/>
                  <a:pt x="2232055" y="1765330"/>
                  <a:pt x="2209800" y="1743075"/>
                </a:cubicBezTo>
                <a:close/>
                <a:moveTo>
                  <a:pt x="1202055" y="1741170"/>
                </a:moveTo>
                <a:cubicBezTo>
                  <a:pt x="1183642" y="1722757"/>
                  <a:pt x="1188194" y="1678370"/>
                  <a:pt x="1209675" y="1666875"/>
                </a:cubicBezTo>
                <a:cubicBezTo>
                  <a:pt x="1238422" y="1651489"/>
                  <a:pt x="1266825" y="1670424"/>
                  <a:pt x="1266825" y="1704975"/>
                </a:cubicBezTo>
                <a:cubicBezTo>
                  <a:pt x="1266825" y="1743510"/>
                  <a:pt x="1226775" y="1765890"/>
                  <a:pt x="1202055" y="1741170"/>
                </a:cubicBezTo>
                <a:close/>
                <a:moveTo>
                  <a:pt x="1968829" y="1737054"/>
                </a:moveTo>
                <a:cubicBezTo>
                  <a:pt x="1957278" y="1725503"/>
                  <a:pt x="1961550" y="1698280"/>
                  <a:pt x="1976915" y="1685528"/>
                </a:cubicBezTo>
                <a:cubicBezTo>
                  <a:pt x="1998418" y="1667682"/>
                  <a:pt x="2028550" y="1697693"/>
                  <a:pt x="2013355" y="1721822"/>
                </a:cubicBezTo>
                <a:cubicBezTo>
                  <a:pt x="2001999" y="1739854"/>
                  <a:pt x="1979370" y="1747595"/>
                  <a:pt x="1968829" y="1737054"/>
                </a:cubicBezTo>
                <a:close/>
                <a:moveTo>
                  <a:pt x="663186" y="1699901"/>
                </a:moveTo>
                <a:cubicBezTo>
                  <a:pt x="650249" y="1666189"/>
                  <a:pt x="656336" y="1646373"/>
                  <a:pt x="678656" y="1649543"/>
                </a:cubicBezTo>
                <a:cubicBezTo>
                  <a:pt x="695417" y="1651924"/>
                  <a:pt x="700087" y="1658785"/>
                  <a:pt x="700087" y="1681032"/>
                </a:cubicBezTo>
                <a:cubicBezTo>
                  <a:pt x="700087" y="1712663"/>
                  <a:pt x="673333" y="1726343"/>
                  <a:pt x="663186" y="1699901"/>
                </a:cubicBezTo>
                <a:close/>
                <a:moveTo>
                  <a:pt x="2797612" y="1699062"/>
                </a:moveTo>
                <a:cubicBezTo>
                  <a:pt x="2772399" y="1673849"/>
                  <a:pt x="2807533" y="1616625"/>
                  <a:pt x="2836867" y="1635127"/>
                </a:cubicBezTo>
                <a:cubicBezTo>
                  <a:pt x="2863425" y="1651880"/>
                  <a:pt x="2857588" y="1699646"/>
                  <a:pt x="2828568" y="1703031"/>
                </a:cubicBezTo>
                <a:cubicBezTo>
                  <a:pt x="2815275" y="1704581"/>
                  <a:pt x="2801345" y="1702795"/>
                  <a:pt x="2797612" y="1699062"/>
                </a:cubicBezTo>
                <a:close/>
                <a:moveTo>
                  <a:pt x="3048435" y="1691211"/>
                </a:moveTo>
                <a:cubicBezTo>
                  <a:pt x="3021343" y="1658568"/>
                  <a:pt x="3058708" y="1603384"/>
                  <a:pt x="3093243" y="1625033"/>
                </a:cubicBezTo>
                <a:cubicBezTo>
                  <a:pt x="3127232" y="1646340"/>
                  <a:pt x="3115006" y="1704975"/>
                  <a:pt x="3076575" y="1704975"/>
                </a:cubicBezTo>
                <a:cubicBezTo>
                  <a:pt x="3067380" y="1704975"/>
                  <a:pt x="3054717" y="1698781"/>
                  <a:pt x="3048435" y="1691211"/>
                </a:cubicBezTo>
                <a:close/>
                <a:moveTo>
                  <a:pt x="845298" y="1612106"/>
                </a:moveTo>
                <a:cubicBezTo>
                  <a:pt x="820957" y="1584883"/>
                  <a:pt x="820211" y="1543349"/>
                  <a:pt x="843642" y="1519917"/>
                </a:cubicBezTo>
                <a:cubicBezTo>
                  <a:pt x="865672" y="1497887"/>
                  <a:pt x="930205" y="1500140"/>
                  <a:pt x="942639" y="1523373"/>
                </a:cubicBezTo>
                <a:cubicBezTo>
                  <a:pt x="977333" y="1588200"/>
                  <a:pt x="892812" y="1665246"/>
                  <a:pt x="845298" y="1612106"/>
                </a:cubicBezTo>
                <a:close/>
                <a:moveTo>
                  <a:pt x="1785309" y="1605849"/>
                </a:moveTo>
                <a:cubicBezTo>
                  <a:pt x="1771896" y="1552409"/>
                  <a:pt x="1824415" y="1522842"/>
                  <a:pt x="1853776" y="1567304"/>
                </a:cubicBezTo>
                <a:cubicBezTo>
                  <a:pt x="1864726" y="1583886"/>
                  <a:pt x="1864453" y="1589928"/>
                  <a:pt x="1851946" y="1607785"/>
                </a:cubicBezTo>
                <a:cubicBezTo>
                  <a:pt x="1831571" y="1636874"/>
                  <a:pt x="1792813" y="1635748"/>
                  <a:pt x="1785309" y="1605849"/>
                </a:cubicBezTo>
                <a:close/>
                <a:moveTo>
                  <a:pt x="2401060" y="1615404"/>
                </a:moveTo>
                <a:cubicBezTo>
                  <a:pt x="2381504" y="1591840"/>
                  <a:pt x="2397497" y="1560479"/>
                  <a:pt x="2427311" y="1563927"/>
                </a:cubicBezTo>
                <a:cubicBezTo>
                  <a:pt x="2448504" y="1566378"/>
                  <a:pt x="2452687" y="1571572"/>
                  <a:pt x="2452687" y="1595437"/>
                </a:cubicBezTo>
                <a:cubicBezTo>
                  <a:pt x="2452687" y="1628162"/>
                  <a:pt x="2421620" y="1640177"/>
                  <a:pt x="2401060" y="1615404"/>
                </a:cubicBezTo>
                <a:close/>
                <a:moveTo>
                  <a:pt x="1082675" y="1593849"/>
                </a:moveTo>
                <a:cubicBezTo>
                  <a:pt x="1071849" y="1583024"/>
                  <a:pt x="1075673" y="1555447"/>
                  <a:pt x="1089603" y="1543887"/>
                </a:cubicBezTo>
                <a:cubicBezTo>
                  <a:pt x="1109991" y="1526966"/>
                  <a:pt x="1136888" y="1556974"/>
                  <a:pt x="1123595" y="1581811"/>
                </a:cubicBezTo>
                <a:cubicBezTo>
                  <a:pt x="1113757" y="1600195"/>
                  <a:pt x="1094643" y="1605818"/>
                  <a:pt x="1082675" y="1593849"/>
                </a:cubicBezTo>
                <a:close/>
                <a:moveTo>
                  <a:pt x="2057392" y="1566842"/>
                </a:moveTo>
                <a:cubicBezTo>
                  <a:pt x="2043109" y="1529276"/>
                  <a:pt x="2059959" y="1504950"/>
                  <a:pt x="2100262" y="1504950"/>
                </a:cubicBezTo>
                <a:cubicBezTo>
                  <a:pt x="2164358" y="1504950"/>
                  <a:pt x="2161948" y="1582655"/>
                  <a:pt x="2097657" y="1588897"/>
                </a:cubicBezTo>
                <a:cubicBezTo>
                  <a:pt x="2071905" y="1591398"/>
                  <a:pt x="2065366" y="1587816"/>
                  <a:pt x="2057392" y="1566842"/>
                </a:cubicBezTo>
                <a:close/>
                <a:moveTo>
                  <a:pt x="1373719" y="1566322"/>
                </a:moveTo>
                <a:cubicBezTo>
                  <a:pt x="1330963" y="1536375"/>
                  <a:pt x="1350310" y="1466850"/>
                  <a:pt x="1401399" y="1466850"/>
                </a:cubicBezTo>
                <a:cubicBezTo>
                  <a:pt x="1455894" y="1466850"/>
                  <a:pt x="1474075" y="1517640"/>
                  <a:pt x="1433945" y="1557770"/>
                </a:cubicBezTo>
                <a:cubicBezTo>
                  <a:pt x="1406468" y="1585247"/>
                  <a:pt x="1401704" y="1585924"/>
                  <a:pt x="1373719" y="1566322"/>
                </a:cubicBezTo>
                <a:close/>
                <a:moveTo>
                  <a:pt x="2564606" y="1536741"/>
                </a:moveTo>
                <a:cubicBezTo>
                  <a:pt x="2546690" y="1529512"/>
                  <a:pt x="2550027" y="1478817"/>
                  <a:pt x="2569122" y="1468130"/>
                </a:cubicBezTo>
                <a:cubicBezTo>
                  <a:pt x="2591999" y="1455328"/>
                  <a:pt x="2619375" y="1471937"/>
                  <a:pt x="2619375" y="1498617"/>
                </a:cubicBezTo>
                <a:cubicBezTo>
                  <a:pt x="2619375" y="1533430"/>
                  <a:pt x="2596265" y="1549516"/>
                  <a:pt x="2564606" y="1536741"/>
                </a:cubicBezTo>
                <a:close/>
                <a:moveTo>
                  <a:pt x="3216274" y="1517649"/>
                </a:moveTo>
                <a:cubicBezTo>
                  <a:pt x="3203816" y="1505191"/>
                  <a:pt x="3210202" y="1468781"/>
                  <a:pt x="3225903" y="1462756"/>
                </a:cubicBezTo>
                <a:cubicBezTo>
                  <a:pt x="3248278" y="1454170"/>
                  <a:pt x="3270525" y="1479072"/>
                  <a:pt x="3262649" y="1503887"/>
                </a:cubicBezTo>
                <a:cubicBezTo>
                  <a:pt x="3256550" y="1523104"/>
                  <a:pt x="3229698" y="1531073"/>
                  <a:pt x="3216274" y="1517649"/>
                </a:cubicBezTo>
                <a:close/>
                <a:moveTo>
                  <a:pt x="1546494" y="1490662"/>
                </a:moveTo>
                <a:cubicBezTo>
                  <a:pt x="1538948" y="1470998"/>
                  <a:pt x="1549179" y="1447800"/>
                  <a:pt x="1565397" y="1447800"/>
                </a:cubicBezTo>
                <a:cubicBezTo>
                  <a:pt x="1584894" y="1447800"/>
                  <a:pt x="1601482" y="1471475"/>
                  <a:pt x="1594582" y="1489455"/>
                </a:cubicBezTo>
                <a:cubicBezTo>
                  <a:pt x="1587115" y="1508914"/>
                  <a:pt x="1553819" y="1509750"/>
                  <a:pt x="1546494" y="1490662"/>
                </a:cubicBezTo>
                <a:close/>
                <a:moveTo>
                  <a:pt x="3026575" y="1488860"/>
                </a:moveTo>
                <a:cubicBezTo>
                  <a:pt x="2989082" y="1479061"/>
                  <a:pt x="2994274" y="1394934"/>
                  <a:pt x="3032970" y="1385222"/>
                </a:cubicBezTo>
                <a:cubicBezTo>
                  <a:pt x="3088209" y="1371358"/>
                  <a:pt x="3118426" y="1434523"/>
                  <a:pt x="3076575" y="1476375"/>
                </a:cubicBezTo>
                <a:cubicBezTo>
                  <a:pt x="3057062" y="1495887"/>
                  <a:pt x="3055221" y="1496347"/>
                  <a:pt x="3026575" y="1488860"/>
                </a:cubicBezTo>
                <a:close/>
                <a:moveTo>
                  <a:pt x="2762685" y="1453086"/>
                </a:moveTo>
                <a:cubicBezTo>
                  <a:pt x="2735815" y="1420710"/>
                  <a:pt x="2773148" y="1364122"/>
                  <a:pt x="2804314" y="1389987"/>
                </a:cubicBezTo>
                <a:cubicBezTo>
                  <a:pt x="2825134" y="1407266"/>
                  <a:pt x="2823250" y="1445068"/>
                  <a:pt x="2800976" y="1456989"/>
                </a:cubicBezTo>
                <a:cubicBezTo>
                  <a:pt x="2777390" y="1469612"/>
                  <a:pt x="2776308" y="1469502"/>
                  <a:pt x="2762685" y="1453086"/>
                </a:cubicBezTo>
                <a:close/>
                <a:moveTo>
                  <a:pt x="1169193" y="1437512"/>
                </a:moveTo>
                <a:cubicBezTo>
                  <a:pt x="1138695" y="1419748"/>
                  <a:pt x="1155372" y="1352550"/>
                  <a:pt x="1190279" y="1352550"/>
                </a:cubicBezTo>
                <a:cubicBezTo>
                  <a:pt x="1233312" y="1352550"/>
                  <a:pt x="1250393" y="1397556"/>
                  <a:pt x="1219200" y="1428750"/>
                </a:cubicBezTo>
                <a:cubicBezTo>
                  <a:pt x="1197672" y="1450277"/>
                  <a:pt x="1192628" y="1451161"/>
                  <a:pt x="1169193" y="1437512"/>
                </a:cubicBezTo>
                <a:close/>
                <a:moveTo>
                  <a:pt x="1695885" y="1395936"/>
                </a:moveTo>
                <a:cubicBezTo>
                  <a:pt x="1668793" y="1363293"/>
                  <a:pt x="1706158" y="1308109"/>
                  <a:pt x="1740693" y="1329758"/>
                </a:cubicBezTo>
                <a:cubicBezTo>
                  <a:pt x="1774682" y="1351065"/>
                  <a:pt x="1762456" y="1409700"/>
                  <a:pt x="1724025" y="1409700"/>
                </a:cubicBezTo>
                <a:cubicBezTo>
                  <a:pt x="1714830" y="1409700"/>
                  <a:pt x="1702167" y="1403506"/>
                  <a:pt x="1695885" y="1395936"/>
                </a:cubicBezTo>
                <a:close/>
                <a:moveTo>
                  <a:pt x="2230755" y="1388745"/>
                </a:moveTo>
                <a:cubicBezTo>
                  <a:pt x="2206631" y="1364621"/>
                  <a:pt x="2224691" y="1323975"/>
                  <a:pt x="2259534" y="1323975"/>
                </a:cubicBezTo>
                <a:cubicBezTo>
                  <a:pt x="2283903" y="1323975"/>
                  <a:pt x="2302245" y="1366313"/>
                  <a:pt x="2286234" y="1385605"/>
                </a:cubicBezTo>
                <a:cubicBezTo>
                  <a:pt x="2271746" y="1403061"/>
                  <a:pt x="2246500" y="1404490"/>
                  <a:pt x="2230755" y="1388745"/>
                </a:cubicBezTo>
                <a:close/>
                <a:moveTo>
                  <a:pt x="949726" y="1375176"/>
                </a:moveTo>
                <a:cubicBezTo>
                  <a:pt x="927959" y="1353409"/>
                  <a:pt x="956442" y="1309250"/>
                  <a:pt x="985145" y="1320264"/>
                </a:cubicBezTo>
                <a:cubicBezTo>
                  <a:pt x="1008476" y="1329217"/>
                  <a:pt x="1001221" y="1375523"/>
                  <a:pt x="975920" y="1379145"/>
                </a:cubicBezTo>
                <a:cubicBezTo>
                  <a:pt x="965227" y="1380676"/>
                  <a:pt x="953440" y="1378890"/>
                  <a:pt x="949726" y="1375176"/>
                </a:cubicBezTo>
                <a:close/>
                <a:moveTo>
                  <a:pt x="2479300" y="1346691"/>
                </a:moveTo>
                <a:cubicBezTo>
                  <a:pt x="2439090" y="1306481"/>
                  <a:pt x="2470840" y="1239860"/>
                  <a:pt x="2524125" y="1252634"/>
                </a:cubicBezTo>
                <a:cubicBezTo>
                  <a:pt x="2556628" y="1260426"/>
                  <a:pt x="2573887" y="1285495"/>
                  <a:pt x="2566646" y="1314396"/>
                </a:cubicBezTo>
                <a:cubicBezTo>
                  <a:pt x="2553321" y="1367580"/>
                  <a:pt x="2514531" y="1381922"/>
                  <a:pt x="2479300" y="1346691"/>
                </a:cubicBezTo>
                <a:close/>
                <a:moveTo>
                  <a:pt x="1895475" y="1333264"/>
                </a:moveTo>
                <a:cubicBezTo>
                  <a:pt x="1895475" y="1313014"/>
                  <a:pt x="1944344" y="1303549"/>
                  <a:pt x="1968198" y="1319179"/>
                </a:cubicBezTo>
                <a:cubicBezTo>
                  <a:pt x="2000050" y="1340049"/>
                  <a:pt x="1996918" y="1343025"/>
                  <a:pt x="1943100" y="1343025"/>
                </a:cubicBezTo>
                <a:cubicBezTo>
                  <a:pt x="1916906" y="1343025"/>
                  <a:pt x="1895475" y="1338632"/>
                  <a:pt x="1895475" y="1333264"/>
                </a:cubicBezTo>
                <a:close/>
                <a:moveTo>
                  <a:pt x="2892826" y="1318026"/>
                </a:moveTo>
                <a:cubicBezTo>
                  <a:pt x="2880212" y="1305412"/>
                  <a:pt x="2886006" y="1268889"/>
                  <a:pt x="2901569" y="1262917"/>
                </a:cubicBezTo>
                <a:cubicBezTo>
                  <a:pt x="2922679" y="1254816"/>
                  <a:pt x="2944770" y="1275061"/>
                  <a:pt x="2941303" y="1299329"/>
                </a:cubicBezTo>
                <a:cubicBezTo>
                  <a:pt x="2938486" y="1319043"/>
                  <a:pt x="2906269" y="1331469"/>
                  <a:pt x="2892826" y="1318026"/>
                </a:cubicBezTo>
                <a:close/>
                <a:moveTo>
                  <a:pt x="1463563" y="1277981"/>
                </a:moveTo>
                <a:cubicBezTo>
                  <a:pt x="1443621" y="1255945"/>
                  <a:pt x="1443187" y="1206123"/>
                  <a:pt x="1462767" y="1186542"/>
                </a:cubicBezTo>
                <a:cubicBezTo>
                  <a:pt x="1485533" y="1163776"/>
                  <a:pt x="1538976" y="1167301"/>
                  <a:pt x="1556797" y="1192744"/>
                </a:cubicBezTo>
                <a:cubicBezTo>
                  <a:pt x="1599596" y="1253849"/>
                  <a:pt x="1513203" y="1332832"/>
                  <a:pt x="1463563" y="1277981"/>
                </a:cubicBezTo>
                <a:close/>
                <a:moveTo>
                  <a:pt x="2124175" y="1252658"/>
                </a:moveTo>
                <a:cubicBezTo>
                  <a:pt x="2106147" y="1230935"/>
                  <a:pt x="2119805" y="1209675"/>
                  <a:pt x="2151788" y="1209675"/>
                </a:cubicBezTo>
                <a:cubicBezTo>
                  <a:pt x="2185842" y="1209675"/>
                  <a:pt x="2195194" y="1221673"/>
                  <a:pt x="2181330" y="1247578"/>
                </a:cubicBezTo>
                <a:cubicBezTo>
                  <a:pt x="2169217" y="1270210"/>
                  <a:pt x="2140836" y="1272733"/>
                  <a:pt x="2124175" y="1252658"/>
                </a:cubicBezTo>
                <a:close/>
                <a:moveTo>
                  <a:pt x="2685405" y="1227520"/>
                </a:moveTo>
                <a:cubicBezTo>
                  <a:pt x="2669650" y="1198081"/>
                  <a:pt x="2688055" y="1162050"/>
                  <a:pt x="2718848" y="1162050"/>
                </a:cubicBezTo>
                <a:cubicBezTo>
                  <a:pt x="2752970" y="1162050"/>
                  <a:pt x="2768241" y="1194350"/>
                  <a:pt x="2748419" y="1224601"/>
                </a:cubicBezTo>
                <a:cubicBezTo>
                  <a:pt x="2729697" y="1253175"/>
                  <a:pt x="2699874" y="1254556"/>
                  <a:pt x="2685405" y="1227520"/>
                </a:cubicBezTo>
                <a:close/>
                <a:moveTo>
                  <a:pt x="1034142" y="1204232"/>
                </a:moveTo>
                <a:cubicBezTo>
                  <a:pt x="1015080" y="1185169"/>
                  <a:pt x="1015022" y="1153167"/>
                  <a:pt x="1034002" y="1126069"/>
                </a:cubicBezTo>
                <a:cubicBezTo>
                  <a:pt x="1051986" y="1100393"/>
                  <a:pt x="1086753" y="1098636"/>
                  <a:pt x="1108186" y="1122318"/>
                </a:cubicBezTo>
                <a:cubicBezTo>
                  <a:pt x="1154289" y="1173262"/>
                  <a:pt x="1082544" y="1252633"/>
                  <a:pt x="1034142" y="1204232"/>
                </a:cubicBezTo>
                <a:close/>
                <a:moveTo>
                  <a:pt x="1262742" y="1156607"/>
                </a:moveTo>
                <a:cubicBezTo>
                  <a:pt x="1245035" y="1138899"/>
                  <a:pt x="1244883" y="1137626"/>
                  <a:pt x="1257635" y="1113798"/>
                </a:cubicBezTo>
                <a:cubicBezTo>
                  <a:pt x="1275566" y="1080293"/>
                  <a:pt x="1323975" y="1094723"/>
                  <a:pt x="1323975" y="1133573"/>
                </a:cubicBezTo>
                <a:cubicBezTo>
                  <a:pt x="1323975" y="1144077"/>
                  <a:pt x="1296406" y="1171575"/>
                  <a:pt x="1285875" y="1171575"/>
                </a:cubicBezTo>
                <a:cubicBezTo>
                  <a:pt x="1281384" y="1171575"/>
                  <a:pt x="1270975" y="1164839"/>
                  <a:pt x="1262742" y="1156607"/>
                </a:cubicBezTo>
                <a:close/>
                <a:moveTo>
                  <a:pt x="2644911" y="1014004"/>
                </a:moveTo>
                <a:cubicBezTo>
                  <a:pt x="2632988" y="989002"/>
                  <a:pt x="2632152" y="981075"/>
                  <a:pt x="2641436" y="981075"/>
                </a:cubicBezTo>
                <a:cubicBezTo>
                  <a:pt x="2658782" y="981075"/>
                  <a:pt x="2676525" y="1001018"/>
                  <a:pt x="2676525" y="1020517"/>
                </a:cubicBezTo>
                <a:cubicBezTo>
                  <a:pt x="2676525" y="1050671"/>
                  <a:pt x="2660857" y="1047443"/>
                  <a:pt x="2644911" y="1014004"/>
                </a:cubicBezTo>
                <a:close/>
                <a:moveTo>
                  <a:pt x="1501102" y="720188"/>
                </a:moveTo>
                <a:cubicBezTo>
                  <a:pt x="1503943" y="712784"/>
                  <a:pt x="1515428" y="704331"/>
                  <a:pt x="1526624" y="701403"/>
                </a:cubicBezTo>
                <a:cubicBezTo>
                  <a:pt x="1558181" y="693151"/>
                  <a:pt x="1557428" y="701850"/>
                  <a:pt x="1525141" y="718547"/>
                </a:cubicBezTo>
                <a:cubicBezTo>
                  <a:pt x="1501314" y="730868"/>
                  <a:pt x="1496887" y="731170"/>
                  <a:pt x="1501102" y="720188"/>
                </a:cubicBezTo>
                <a:close/>
                <a:moveTo>
                  <a:pt x="2209800" y="647700"/>
                </a:moveTo>
                <a:cubicBezTo>
                  <a:pt x="2209800" y="642461"/>
                  <a:pt x="2215976" y="638175"/>
                  <a:pt x="2223525" y="638175"/>
                </a:cubicBezTo>
                <a:cubicBezTo>
                  <a:pt x="2231074" y="638175"/>
                  <a:pt x="2239899" y="642461"/>
                  <a:pt x="2243137" y="647700"/>
                </a:cubicBezTo>
                <a:cubicBezTo>
                  <a:pt x="2246375" y="652938"/>
                  <a:pt x="2240198" y="657225"/>
                  <a:pt x="2229412" y="657225"/>
                </a:cubicBezTo>
                <a:cubicBezTo>
                  <a:pt x="2218625" y="657225"/>
                  <a:pt x="2209800" y="652938"/>
                  <a:pt x="2209800" y="647700"/>
                </a:cubicBezTo>
                <a:close/>
                <a:moveTo>
                  <a:pt x="2362200" y="638175"/>
                </a:moveTo>
                <a:cubicBezTo>
                  <a:pt x="2319016" y="594991"/>
                  <a:pt x="2340895" y="581201"/>
                  <a:pt x="2413399" y="605906"/>
                </a:cubicBezTo>
                <a:cubicBezTo>
                  <a:pt x="2456720" y="620667"/>
                  <a:pt x="2457836" y="621959"/>
                  <a:pt x="2442195" y="639243"/>
                </a:cubicBezTo>
                <a:cubicBezTo>
                  <a:pt x="2421043" y="662616"/>
                  <a:pt x="2386175" y="662150"/>
                  <a:pt x="2362200" y="638175"/>
                </a:cubicBezTo>
                <a:close/>
                <a:moveTo>
                  <a:pt x="1678305" y="617220"/>
                </a:moveTo>
                <a:cubicBezTo>
                  <a:pt x="1659412" y="598327"/>
                  <a:pt x="1665306" y="581731"/>
                  <a:pt x="1693068" y="575648"/>
                </a:cubicBezTo>
                <a:cubicBezTo>
                  <a:pt x="1707475" y="572491"/>
                  <a:pt x="1724782" y="568196"/>
                  <a:pt x="1731529" y="566102"/>
                </a:cubicBezTo>
                <a:cubicBezTo>
                  <a:pt x="1749014" y="560677"/>
                  <a:pt x="1755957" y="585529"/>
                  <a:pt x="1743473" y="608855"/>
                </a:cubicBezTo>
                <a:cubicBezTo>
                  <a:pt x="1731794" y="630677"/>
                  <a:pt x="1696316" y="635231"/>
                  <a:pt x="1678305" y="617220"/>
                </a:cubicBezTo>
                <a:close/>
                <a:moveTo>
                  <a:pt x="1969293" y="618362"/>
                </a:moveTo>
                <a:cubicBezTo>
                  <a:pt x="1936177" y="599073"/>
                  <a:pt x="1959052" y="546828"/>
                  <a:pt x="1997411" y="554142"/>
                </a:cubicBezTo>
                <a:cubicBezTo>
                  <a:pt x="2017948" y="558057"/>
                  <a:pt x="2025325" y="595625"/>
                  <a:pt x="2009339" y="614886"/>
                </a:cubicBezTo>
                <a:cubicBezTo>
                  <a:pt x="1995975" y="630990"/>
                  <a:pt x="1991623" y="631367"/>
                  <a:pt x="1969293" y="618362"/>
                </a:cubicBezTo>
                <a:close/>
              </a:path>
            </a:pathLst>
          </a:custGeom>
          <a:solidFill>
            <a:srgbClr val="BFD9F2">
              <a:alpha val="80000"/>
            </a:srgbClr>
          </a:solidFill>
          <a:ln>
            <a:noFill/>
          </a:ln>
        </p:spPr>
      </p:sp>
      <p:sp>
        <p:nvSpPr>
          <p:cNvPr id="7" name="TEXT: a day with my [product]"/>
          <p:cNvSpPr/>
          <p:nvPr/>
        </p:nvSpPr>
        <p:spPr>
          <a:xfrm rot="120000">
            <a:off x="647700" y="1352550"/>
            <a:ext cx="4991100" cy="167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a day with my</a:t>
            </a:r>
          </a:p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[product]</a:t>
            </a:r>
          </a:p>
        </p:txBody>
      </p:sp>
      <p:sp>
        <p:nvSpPr>
          <p:cNvPr id="8" name="LETTERING: morning"/>
          <p:cNvSpPr txBox="1"/>
          <p:nvPr/>
        </p:nvSpPr>
        <p:spPr>
          <a:xfrm rot="120000">
            <a:off x="1057275" y="3028950"/>
            <a:ext cx="6838950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FFFFFF"/>
                </a:solidFill>
                <a:latin typeface="DM Serif Display"/>
              </a:rPr>
              <a:t>morning</a:t>
            </a:r>
          </a:p>
        </p:txBody>
      </p:sp>
      <p:sp>
        <p:nvSpPr>
          <p:cNvPr id="9" name="TEXT: [7am]"/>
          <p:cNvSpPr/>
          <p:nvPr/>
        </p:nvSpPr>
        <p:spPr>
          <a:xfrm rot="21480000">
            <a:off x="2014538" y="5067300"/>
            <a:ext cx="2257425" cy="9144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[7am]</a:t>
            </a:r>
          </a:p>
        </p:txBody>
      </p:sp>
      <p:sp>
        <p:nvSpPr>
          <p:cNvPr id="10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ainbow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4038600"/>
            <a:ext cx="6972300" cy="6781800"/>
          </a:xfrm>
          <a:prstGeom prst="rect">
            <a:avLst/>
          </a:prstGeom>
        </p:spPr>
      </p:pic>
      <p:pic>
        <p:nvPicPr>
          <p:cNvPr id="4" name="alarm clock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">
            <a:off x="371475" y="8129588"/>
            <a:ext cx="3448050" cy="4314825"/>
          </a:xfrm>
          <a:prstGeom prst="rect">
            <a:avLst/>
          </a:prstGeom>
        </p:spPr>
      </p:pic>
      <p:sp>
        <p:nvSpPr>
          <p:cNvPr id="5" name="alarm clock pattern"/>
          <p:cNvSpPr/>
          <p:nvPr/>
        </p:nvSpPr>
        <p:spPr>
          <a:xfrm rot="480000">
            <a:off x="371475" y="8129587"/>
            <a:ext cx="3448050" cy="4314825"/>
          </a:xfrm>
          <a:custGeom>
            <a:avLst/>
            <a:gdLst/>
            <a:ahLst/>
            <a:cxnLst/>
            <a:rect l="0" t="0" r="r" b="b"/>
            <a:pathLst>
              <a:path w="3448050" h="4314825">
                <a:moveTo>
                  <a:pt x="748964" y="3660439"/>
                </a:moveTo>
                <a:cubicBezTo>
                  <a:pt x="739177" y="3650652"/>
                  <a:pt x="742110" y="3602093"/>
                  <a:pt x="752892" y="3595429"/>
                </a:cubicBezTo>
                <a:cubicBezTo>
                  <a:pt x="766718" y="3586884"/>
                  <a:pt x="790575" y="3608678"/>
                  <a:pt x="790575" y="3629856"/>
                </a:cubicBezTo>
                <a:cubicBezTo>
                  <a:pt x="790575" y="3648103"/>
                  <a:pt x="759482" y="3670957"/>
                  <a:pt x="748964" y="3660439"/>
                </a:cubicBezTo>
                <a:close/>
                <a:moveTo>
                  <a:pt x="2386245" y="3644660"/>
                </a:moveTo>
                <a:cubicBezTo>
                  <a:pt x="2360581" y="3625894"/>
                  <a:pt x="2362824" y="3573542"/>
                  <a:pt x="2390242" y="3551340"/>
                </a:cubicBezTo>
                <a:cubicBezTo>
                  <a:pt x="2418045" y="3528827"/>
                  <a:pt x="2433800" y="3529175"/>
                  <a:pt x="2457450" y="3552825"/>
                </a:cubicBezTo>
                <a:cubicBezTo>
                  <a:pt x="2509976" y="3605351"/>
                  <a:pt x="2445757" y="3688177"/>
                  <a:pt x="2386245" y="3644660"/>
                </a:cubicBezTo>
                <a:close/>
                <a:moveTo>
                  <a:pt x="1933575" y="3576857"/>
                </a:moveTo>
                <a:cubicBezTo>
                  <a:pt x="1933575" y="3558775"/>
                  <a:pt x="1981546" y="3542842"/>
                  <a:pt x="2001992" y="3554134"/>
                </a:cubicBezTo>
                <a:lnTo>
                  <a:pt x="2024062" y="3566322"/>
                </a:lnTo>
                <a:lnTo>
                  <a:pt x="1995487" y="3572734"/>
                </a:lnTo>
                <a:cubicBezTo>
                  <a:pt x="1958867" y="3580951"/>
                  <a:pt x="1933575" y="3582635"/>
                  <a:pt x="1933575" y="3576857"/>
                </a:cubicBezTo>
                <a:close/>
                <a:moveTo>
                  <a:pt x="1335881" y="3531854"/>
                </a:moveTo>
                <a:cubicBezTo>
                  <a:pt x="1300804" y="3522620"/>
                  <a:pt x="1294898" y="3500140"/>
                  <a:pt x="1325037" y="3490575"/>
                </a:cubicBezTo>
                <a:cubicBezTo>
                  <a:pt x="1348085" y="3483260"/>
                  <a:pt x="1375276" y="3504763"/>
                  <a:pt x="1370133" y="3526238"/>
                </a:cubicBezTo>
                <a:cubicBezTo>
                  <a:pt x="1367580" y="3536899"/>
                  <a:pt x="1359855" y="3538166"/>
                  <a:pt x="1335881" y="3531854"/>
                </a:cubicBezTo>
                <a:close/>
                <a:moveTo>
                  <a:pt x="1669822" y="3527717"/>
                </a:moveTo>
                <a:cubicBezTo>
                  <a:pt x="1655790" y="3491149"/>
                  <a:pt x="1706396" y="3464282"/>
                  <a:pt x="1727197" y="3497257"/>
                </a:cubicBezTo>
                <a:cubicBezTo>
                  <a:pt x="1734461" y="3508774"/>
                  <a:pt x="1733773" y="3517266"/>
                  <a:pt x="1724687" y="3528214"/>
                </a:cubicBezTo>
                <a:cubicBezTo>
                  <a:pt x="1708394" y="3547846"/>
                  <a:pt x="1677439" y="3547566"/>
                  <a:pt x="1669822" y="3527717"/>
                </a:cubicBezTo>
                <a:close/>
                <a:moveTo>
                  <a:pt x="2162175" y="3506366"/>
                </a:moveTo>
                <a:cubicBezTo>
                  <a:pt x="2162175" y="3481697"/>
                  <a:pt x="2185893" y="3464274"/>
                  <a:pt x="2209342" y="3471717"/>
                </a:cubicBezTo>
                <a:cubicBezTo>
                  <a:pt x="2238241" y="3480889"/>
                  <a:pt x="2233006" y="3501887"/>
                  <a:pt x="2198853" y="3513793"/>
                </a:cubicBezTo>
                <a:cubicBezTo>
                  <a:pt x="2160677" y="3527101"/>
                  <a:pt x="2162175" y="3527404"/>
                  <a:pt x="2162175" y="3506366"/>
                </a:cubicBezTo>
                <a:close/>
                <a:moveTo>
                  <a:pt x="852326" y="3495414"/>
                </a:moveTo>
                <a:cubicBezTo>
                  <a:pt x="844206" y="3482275"/>
                  <a:pt x="884473" y="3400425"/>
                  <a:pt x="899057" y="3400425"/>
                </a:cubicBezTo>
                <a:cubicBezTo>
                  <a:pt x="933946" y="3400425"/>
                  <a:pt x="945785" y="3462509"/>
                  <a:pt x="916031" y="3489436"/>
                </a:cubicBezTo>
                <a:cubicBezTo>
                  <a:pt x="896538" y="3507076"/>
                  <a:pt x="861562" y="3510358"/>
                  <a:pt x="852326" y="3495414"/>
                </a:cubicBezTo>
                <a:close/>
                <a:moveTo>
                  <a:pt x="1155969" y="3443287"/>
                </a:moveTo>
                <a:cubicBezTo>
                  <a:pt x="1147543" y="3421330"/>
                  <a:pt x="1160078" y="3398654"/>
                  <a:pt x="1178689" y="3402183"/>
                </a:cubicBezTo>
                <a:cubicBezTo>
                  <a:pt x="1204755" y="3407126"/>
                  <a:pt x="1207254" y="3457575"/>
                  <a:pt x="1181433" y="3457575"/>
                </a:cubicBezTo>
                <a:cubicBezTo>
                  <a:pt x="1170443" y="3457575"/>
                  <a:pt x="1158984" y="3451145"/>
                  <a:pt x="1155969" y="3443287"/>
                </a:cubicBezTo>
                <a:close/>
                <a:moveTo>
                  <a:pt x="1478446" y="3436143"/>
                </a:moveTo>
                <a:cubicBezTo>
                  <a:pt x="1440703" y="3390224"/>
                  <a:pt x="1486538" y="3317963"/>
                  <a:pt x="1538414" y="3341599"/>
                </a:cubicBezTo>
                <a:cubicBezTo>
                  <a:pt x="1589598" y="3364920"/>
                  <a:pt x="1571642" y="3448050"/>
                  <a:pt x="1515421" y="3448050"/>
                </a:cubicBezTo>
                <a:cubicBezTo>
                  <a:pt x="1500467" y="3448050"/>
                  <a:pt x="1483828" y="3442692"/>
                  <a:pt x="1478446" y="3436143"/>
                </a:cubicBezTo>
                <a:close/>
                <a:moveTo>
                  <a:pt x="1840230" y="3408045"/>
                </a:moveTo>
                <a:cubicBezTo>
                  <a:pt x="1812278" y="3380093"/>
                  <a:pt x="1839352" y="3314700"/>
                  <a:pt x="1878875" y="3314700"/>
                </a:cubicBezTo>
                <a:cubicBezTo>
                  <a:pt x="1900884" y="3314700"/>
                  <a:pt x="1924050" y="3341156"/>
                  <a:pt x="1924050" y="3366291"/>
                </a:cubicBezTo>
                <a:cubicBezTo>
                  <a:pt x="1924050" y="3407495"/>
                  <a:pt x="1867733" y="3435548"/>
                  <a:pt x="1840230" y="3408045"/>
                </a:cubicBezTo>
                <a:close/>
                <a:moveTo>
                  <a:pt x="2277488" y="3373743"/>
                </a:moveTo>
                <a:cubicBezTo>
                  <a:pt x="2264758" y="3349958"/>
                  <a:pt x="2284786" y="3320760"/>
                  <a:pt x="2310442" y="3325700"/>
                </a:cubicBezTo>
                <a:cubicBezTo>
                  <a:pt x="2338335" y="3331072"/>
                  <a:pt x="2336319" y="3385075"/>
                  <a:pt x="2308075" y="3389096"/>
                </a:cubicBezTo>
                <a:cubicBezTo>
                  <a:pt x="2295162" y="3390935"/>
                  <a:pt x="2283576" y="3385119"/>
                  <a:pt x="2277488" y="3373743"/>
                </a:cubicBezTo>
                <a:close/>
                <a:moveTo>
                  <a:pt x="1305294" y="3324915"/>
                </a:moveTo>
                <a:cubicBezTo>
                  <a:pt x="1288148" y="3292878"/>
                  <a:pt x="1314287" y="3260300"/>
                  <a:pt x="1347051" y="3272872"/>
                </a:cubicBezTo>
                <a:cubicBezTo>
                  <a:pt x="1380111" y="3285559"/>
                  <a:pt x="1369002" y="3343275"/>
                  <a:pt x="1333500" y="3343275"/>
                </a:cubicBezTo>
                <a:cubicBezTo>
                  <a:pt x="1323391" y="3343275"/>
                  <a:pt x="1310698" y="3335013"/>
                  <a:pt x="1305294" y="3324915"/>
                </a:cubicBezTo>
                <a:close/>
                <a:moveTo>
                  <a:pt x="2116455" y="3284220"/>
                </a:moveTo>
                <a:cubicBezTo>
                  <a:pt x="2089138" y="3256903"/>
                  <a:pt x="2110006" y="3209925"/>
                  <a:pt x="2149457" y="3209925"/>
                </a:cubicBezTo>
                <a:cubicBezTo>
                  <a:pt x="2169398" y="3209925"/>
                  <a:pt x="2190750" y="3233875"/>
                  <a:pt x="2190750" y="3256243"/>
                </a:cubicBezTo>
                <a:cubicBezTo>
                  <a:pt x="2190750" y="3286550"/>
                  <a:pt x="2138471" y="3306236"/>
                  <a:pt x="2116455" y="3284220"/>
                </a:cubicBezTo>
                <a:close/>
                <a:moveTo>
                  <a:pt x="1078639" y="3256054"/>
                </a:moveTo>
                <a:cubicBezTo>
                  <a:pt x="1062539" y="3239954"/>
                  <a:pt x="1063683" y="3195794"/>
                  <a:pt x="1080563" y="3181785"/>
                </a:cubicBezTo>
                <a:cubicBezTo>
                  <a:pt x="1098748" y="3166692"/>
                  <a:pt x="1133742" y="3172520"/>
                  <a:pt x="1146423" y="3192753"/>
                </a:cubicBezTo>
                <a:cubicBezTo>
                  <a:pt x="1172343" y="3234109"/>
                  <a:pt x="1112540" y="3289955"/>
                  <a:pt x="1078639" y="3256054"/>
                </a:cubicBezTo>
                <a:close/>
                <a:moveTo>
                  <a:pt x="1637827" y="3252218"/>
                </a:moveTo>
                <a:cubicBezTo>
                  <a:pt x="1629027" y="3241614"/>
                  <a:pt x="1628066" y="3230026"/>
                  <a:pt x="1634471" y="3211737"/>
                </a:cubicBezTo>
                <a:cubicBezTo>
                  <a:pt x="1650349" y="3166399"/>
                  <a:pt x="1714500" y="3175807"/>
                  <a:pt x="1714500" y="3223473"/>
                </a:cubicBezTo>
                <a:cubicBezTo>
                  <a:pt x="1714500" y="3264294"/>
                  <a:pt x="1663666" y="3283352"/>
                  <a:pt x="1637827" y="3252218"/>
                </a:cubicBezTo>
                <a:close/>
                <a:moveTo>
                  <a:pt x="2416443" y="3250075"/>
                </a:moveTo>
                <a:cubicBezTo>
                  <a:pt x="2394236" y="3225537"/>
                  <a:pt x="2396216" y="3203617"/>
                  <a:pt x="2423062" y="3176771"/>
                </a:cubicBezTo>
                <a:cubicBezTo>
                  <a:pt x="2468508" y="3131325"/>
                  <a:pt x="2526521" y="3186072"/>
                  <a:pt x="2487921" y="3237978"/>
                </a:cubicBezTo>
                <a:cubicBezTo>
                  <a:pt x="2465224" y="3268500"/>
                  <a:pt x="2437382" y="3273212"/>
                  <a:pt x="2416443" y="3250075"/>
                </a:cubicBezTo>
                <a:close/>
                <a:moveTo>
                  <a:pt x="867154" y="3205620"/>
                </a:moveTo>
                <a:cubicBezTo>
                  <a:pt x="841935" y="3175232"/>
                  <a:pt x="879145" y="3127468"/>
                  <a:pt x="908839" y="3152112"/>
                </a:cubicBezTo>
                <a:cubicBezTo>
                  <a:pt x="926757" y="3166983"/>
                  <a:pt x="928400" y="3192114"/>
                  <a:pt x="912495" y="3208020"/>
                </a:cubicBezTo>
                <a:cubicBezTo>
                  <a:pt x="897223" y="3223291"/>
                  <a:pt x="881112" y="3222438"/>
                  <a:pt x="867154" y="3205620"/>
                </a:cubicBezTo>
                <a:close/>
                <a:moveTo>
                  <a:pt x="1924429" y="3167519"/>
                </a:moveTo>
                <a:cubicBezTo>
                  <a:pt x="1910462" y="3150691"/>
                  <a:pt x="1919200" y="3118573"/>
                  <a:pt x="1939907" y="3110628"/>
                </a:cubicBezTo>
                <a:cubicBezTo>
                  <a:pt x="1971646" y="3098448"/>
                  <a:pt x="1994957" y="3144732"/>
                  <a:pt x="1969770" y="3169920"/>
                </a:cubicBezTo>
                <a:cubicBezTo>
                  <a:pt x="1954498" y="3185191"/>
                  <a:pt x="1938387" y="3184338"/>
                  <a:pt x="1924429" y="3167519"/>
                </a:cubicBezTo>
                <a:close/>
                <a:moveTo>
                  <a:pt x="1468755" y="3141345"/>
                </a:moveTo>
                <a:cubicBezTo>
                  <a:pt x="1441468" y="3114058"/>
                  <a:pt x="1471721" y="3062983"/>
                  <a:pt x="1503367" y="3082910"/>
                </a:cubicBezTo>
                <a:cubicBezTo>
                  <a:pt x="1525341" y="3096747"/>
                  <a:pt x="1527850" y="3118988"/>
                  <a:pt x="1509507" y="3137331"/>
                </a:cubicBezTo>
                <a:cubicBezTo>
                  <a:pt x="1491061" y="3155777"/>
                  <a:pt x="1483893" y="3156483"/>
                  <a:pt x="1468755" y="3141345"/>
                </a:cubicBezTo>
                <a:close/>
                <a:moveTo>
                  <a:pt x="1224642" y="3071132"/>
                </a:moveTo>
                <a:cubicBezTo>
                  <a:pt x="1203840" y="3050329"/>
                  <a:pt x="1205941" y="3004108"/>
                  <a:pt x="1228725" y="2981325"/>
                </a:cubicBezTo>
                <a:cubicBezTo>
                  <a:pt x="1283151" y="2926898"/>
                  <a:pt x="1354139" y="3000695"/>
                  <a:pt x="1309147" y="3064930"/>
                </a:cubicBezTo>
                <a:cubicBezTo>
                  <a:pt x="1291539" y="3090070"/>
                  <a:pt x="1246859" y="3093348"/>
                  <a:pt x="1224642" y="3071132"/>
                </a:cubicBezTo>
                <a:close/>
                <a:moveTo>
                  <a:pt x="697566" y="3038475"/>
                </a:moveTo>
                <a:cubicBezTo>
                  <a:pt x="672889" y="2999706"/>
                  <a:pt x="671369" y="2990850"/>
                  <a:pt x="689396" y="2990850"/>
                </a:cubicBezTo>
                <a:cubicBezTo>
                  <a:pt x="710367" y="2990850"/>
                  <a:pt x="725545" y="3016053"/>
                  <a:pt x="722031" y="3045042"/>
                </a:cubicBezTo>
                <a:lnTo>
                  <a:pt x="718787" y="3071812"/>
                </a:lnTo>
                <a:lnTo>
                  <a:pt x="697566" y="3038475"/>
                </a:lnTo>
                <a:close/>
                <a:moveTo>
                  <a:pt x="1706880" y="3046095"/>
                </a:moveTo>
                <a:cubicBezTo>
                  <a:pt x="1700593" y="3039808"/>
                  <a:pt x="1695450" y="3025331"/>
                  <a:pt x="1695450" y="3013923"/>
                </a:cubicBezTo>
                <a:cubicBezTo>
                  <a:pt x="1695450" y="2964225"/>
                  <a:pt x="1764508" y="2955661"/>
                  <a:pt x="1770085" y="3004667"/>
                </a:cubicBezTo>
                <a:cubicBezTo>
                  <a:pt x="1774769" y="3045828"/>
                  <a:pt x="1733598" y="3072813"/>
                  <a:pt x="1706880" y="3046095"/>
                </a:cubicBezTo>
                <a:close/>
                <a:moveTo>
                  <a:pt x="2297430" y="3046095"/>
                </a:moveTo>
                <a:cubicBezTo>
                  <a:pt x="2276328" y="3024993"/>
                  <a:pt x="2283616" y="2973800"/>
                  <a:pt x="2310202" y="2956380"/>
                </a:cubicBezTo>
                <a:cubicBezTo>
                  <a:pt x="2360232" y="2923600"/>
                  <a:pt x="2411085" y="2982246"/>
                  <a:pt x="2377317" y="3033781"/>
                </a:cubicBezTo>
                <a:cubicBezTo>
                  <a:pt x="2360361" y="3059660"/>
                  <a:pt x="2317587" y="3066252"/>
                  <a:pt x="2297430" y="3046095"/>
                </a:cubicBezTo>
                <a:close/>
                <a:moveTo>
                  <a:pt x="2606194" y="3033458"/>
                </a:moveTo>
                <a:cubicBezTo>
                  <a:pt x="2586785" y="3014049"/>
                  <a:pt x="2586651" y="2996359"/>
                  <a:pt x="2605767" y="2977242"/>
                </a:cubicBezTo>
                <a:cubicBezTo>
                  <a:pt x="2624445" y="2958565"/>
                  <a:pt x="2642211" y="2958171"/>
                  <a:pt x="2657095" y="2976104"/>
                </a:cubicBezTo>
                <a:cubicBezTo>
                  <a:pt x="2684181" y="3008742"/>
                  <a:pt x="2635891" y="3063155"/>
                  <a:pt x="2606194" y="3033458"/>
                </a:cubicBezTo>
                <a:close/>
                <a:moveTo>
                  <a:pt x="968776" y="3023001"/>
                </a:moveTo>
                <a:cubicBezTo>
                  <a:pt x="957297" y="3011522"/>
                  <a:pt x="961311" y="2984249"/>
                  <a:pt x="976312" y="2971800"/>
                </a:cubicBezTo>
                <a:cubicBezTo>
                  <a:pt x="995414" y="2955946"/>
                  <a:pt x="1021233" y="2976444"/>
                  <a:pt x="1017253" y="3004304"/>
                </a:cubicBezTo>
                <a:cubicBezTo>
                  <a:pt x="1014436" y="3024018"/>
                  <a:pt x="982219" y="3036444"/>
                  <a:pt x="968776" y="3023001"/>
                </a:cubicBezTo>
                <a:close/>
                <a:moveTo>
                  <a:pt x="2087880" y="2988945"/>
                </a:moveTo>
                <a:cubicBezTo>
                  <a:pt x="2060793" y="2961858"/>
                  <a:pt x="2087289" y="2917262"/>
                  <a:pt x="2123617" y="2928792"/>
                </a:cubicBezTo>
                <a:cubicBezTo>
                  <a:pt x="2155775" y="2938998"/>
                  <a:pt x="2143916" y="3000375"/>
                  <a:pt x="2109787" y="3000375"/>
                </a:cubicBezTo>
                <a:cubicBezTo>
                  <a:pt x="2104024" y="3000375"/>
                  <a:pt x="2094166" y="2995231"/>
                  <a:pt x="2087880" y="2988945"/>
                </a:cubicBezTo>
                <a:close/>
                <a:moveTo>
                  <a:pt x="1506855" y="2922270"/>
                </a:moveTo>
                <a:cubicBezTo>
                  <a:pt x="1484595" y="2900010"/>
                  <a:pt x="1503126" y="2838450"/>
                  <a:pt x="1532085" y="2838450"/>
                </a:cubicBezTo>
                <a:cubicBezTo>
                  <a:pt x="1548745" y="2838450"/>
                  <a:pt x="1581150" y="2869811"/>
                  <a:pt x="1581150" y="2885934"/>
                </a:cubicBezTo>
                <a:cubicBezTo>
                  <a:pt x="1581150" y="2923556"/>
                  <a:pt x="1532120" y="2947535"/>
                  <a:pt x="1506855" y="2922270"/>
                </a:cubicBezTo>
                <a:close/>
                <a:moveTo>
                  <a:pt x="1853916" y="2900306"/>
                </a:moveTo>
                <a:cubicBezTo>
                  <a:pt x="1803156" y="2849546"/>
                  <a:pt x="1855964" y="2759844"/>
                  <a:pt x="1917529" y="2792249"/>
                </a:cubicBezTo>
                <a:cubicBezTo>
                  <a:pt x="1959960" y="2814583"/>
                  <a:pt x="1964824" y="2855691"/>
                  <a:pt x="1929245" y="2891270"/>
                </a:cubicBezTo>
                <a:cubicBezTo>
                  <a:pt x="1902621" y="2917894"/>
                  <a:pt x="1874837" y="2921227"/>
                  <a:pt x="1853916" y="2900306"/>
                </a:cubicBezTo>
                <a:close/>
                <a:moveTo>
                  <a:pt x="822594" y="2890837"/>
                </a:moveTo>
                <a:cubicBezTo>
                  <a:pt x="809171" y="2855858"/>
                  <a:pt x="847847" y="2824965"/>
                  <a:pt x="873255" y="2850372"/>
                </a:cubicBezTo>
                <a:cubicBezTo>
                  <a:pt x="894428" y="2871546"/>
                  <a:pt x="881114" y="2905125"/>
                  <a:pt x="851546" y="2905125"/>
                </a:cubicBezTo>
                <a:cubicBezTo>
                  <a:pt x="838638" y="2905125"/>
                  <a:pt x="825609" y="2898695"/>
                  <a:pt x="822594" y="2890837"/>
                </a:cubicBezTo>
                <a:close/>
                <a:moveTo>
                  <a:pt x="2454604" y="2889579"/>
                </a:moveTo>
                <a:cubicBezTo>
                  <a:pt x="2443053" y="2878028"/>
                  <a:pt x="2447325" y="2850805"/>
                  <a:pt x="2462690" y="2838053"/>
                </a:cubicBezTo>
                <a:cubicBezTo>
                  <a:pt x="2484193" y="2820207"/>
                  <a:pt x="2514325" y="2850218"/>
                  <a:pt x="2499130" y="2874347"/>
                </a:cubicBezTo>
                <a:cubicBezTo>
                  <a:pt x="2487774" y="2892379"/>
                  <a:pt x="2465145" y="2900120"/>
                  <a:pt x="2454604" y="2889579"/>
                </a:cubicBezTo>
                <a:close/>
                <a:moveTo>
                  <a:pt x="2819400" y="2865016"/>
                </a:moveTo>
                <a:cubicBezTo>
                  <a:pt x="2819400" y="2851687"/>
                  <a:pt x="2825773" y="2835493"/>
                  <a:pt x="2833562" y="2829028"/>
                </a:cubicBezTo>
                <a:cubicBezTo>
                  <a:pt x="2845938" y="2818757"/>
                  <a:pt x="2846360" y="2821313"/>
                  <a:pt x="2836910" y="2849293"/>
                </a:cubicBezTo>
                <a:cubicBezTo>
                  <a:pt x="2822729" y="2891283"/>
                  <a:pt x="2819400" y="2894272"/>
                  <a:pt x="2819400" y="2865016"/>
                </a:cubicBezTo>
                <a:close/>
                <a:moveTo>
                  <a:pt x="1120775" y="2870200"/>
                </a:moveTo>
                <a:cubicBezTo>
                  <a:pt x="1109041" y="2858466"/>
                  <a:pt x="1114286" y="2821847"/>
                  <a:pt x="1129510" y="2809212"/>
                </a:cubicBezTo>
                <a:cubicBezTo>
                  <a:pt x="1159204" y="2784568"/>
                  <a:pt x="1196414" y="2832332"/>
                  <a:pt x="1171195" y="2862720"/>
                </a:cubicBezTo>
                <a:cubicBezTo>
                  <a:pt x="1159250" y="2877112"/>
                  <a:pt x="1131765" y="2881190"/>
                  <a:pt x="1120775" y="2870200"/>
                </a:cubicBezTo>
                <a:close/>
                <a:moveTo>
                  <a:pt x="2211705" y="2788920"/>
                </a:moveTo>
                <a:cubicBezTo>
                  <a:pt x="2184401" y="2761616"/>
                  <a:pt x="2218766" y="2707117"/>
                  <a:pt x="2255862" y="2718891"/>
                </a:cubicBezTo>
                <a:cubicBezTo>
                  <a:pt x="2282445" y="2727328"/>
                  <a:pt x="2288954" y="2751559"/>
                  <a:pt x="2271708" y="2777879"/>
                </a:cubicBezTo>
                <a:cubicBezTo>
                  <a:pt x="2255721" y="2802279"/>
                  <a:pt x="2229828" y="2807043"/>
                  <a:pt x="2211705" y="2788920"/>
                </a:cubicBezTo>
                <a:close/>
                <a:moveTo>
                  <a:pt x="1325880" y="2769870"/>
                </a:moveTo>
                <a:cubicBezTo>
                  <a:pt x="1297802" y="2741792"/>
                  <a:pt x="1327581" y="2667000"/>
                  <a:pt x="1366837" y="2667000"/>
                </a:cubicBezTo>
                <a:cubicBezTo>
                  <a:pt x="1383244" y="2667000"/>
                  <a:pt x="1419225" y="2700139"/>
                  <a:pt x="1419225" y="2715251"/>
                </a:cubicBezTo>
                <a:cubicBezTo>
                  <a:pt x="1419225" y="2763709"/>
                  <a:pt x="1356450" y="2800440"/>
                  <a:pt x="1325880" y="2769870"/>
                </a:cubicBezTo>
                <a:close/>
                <a:moveTo>
                  <a:pt x="2624484" y="2762633"/>
                </a:moveTo>
                <a:cubicBezTo>
                  <a:pt x="2594110" y="2729071"/>
                  <a:pt x="2621225" y="2667000"/>
                  <a:pt x="2666261" y="2667000"/>
                </a:cubicBezTo>
                <a:cubicBezTo>
                  <a:pt x="2698985" y="2667000"/>
                  <a:pt x="2714625" y="2683016"/>
                  <a:pt x="2714625" y="2716530"/>
                </a:cubicBezTo>
                <a:cubicBezTo>
                  <a:pt x="2714625" y="2769960"/>
                  <a:pt x="2657539" y="2799158"/>
                  <a:pt x="2624484" y="2762633"/>
                </a:cubicBezTo>
                <a:close/>
                <a:moveTo>
                  <a:pt x="670407" y="2758043"/>
                </a:moveTo>
                <a:cubicBezTo>
                  <a:pt x="661476" y="2734768"/>
                  <a:pt x="670823" y="2710256"/>
                  <a:pt x="690042" y="2706554"/>
                </a:cubicBezTo>
                <a:cubicBezTo>
                  <a:pt x="715215" y="2701707"/>
                  <a:pt x="735587" y="2730886"/>
                  <a:pt x="723195" y="2754040"/>
                </a:cubicBezTo>
                <a:cubicBezTo>
                  <a:pt x="711960" y="2775034"/>
                  <a:pt x="677918" y="2777616"/>
                  <a:pt x="670407" y="2758043"/>
                </a:cubicBezTo>
                <a:close/>
                <a:moveTo>
                  <a:pt x="1675737" y="2756689"/>
                </a:moveTo>
                <a:cubicBezTo>
                  <a:pt x="1659997" y="2737723"/>
                  <a:pt x="1675099" y="2709862"/>
                  <a:pt x="1701120" y="2709862"/>
                </a:cubicBezTo>
                <a:cubicBezTo>
                  <a:pt x="1722477" y="2709862"/>
                  <a:pt x="1730229" y="2738534"/>
                  <a:pt x="1714120" y="2757945"/>
                </a:cubicBezTo>
                <a:cubicBezTo>
                  <a:pt x="1699430" y="2775644"/>
                  <a:pt x="1691247" y="2775377"/>
                  <a:pt x="1675737" y="2756689"/>
                </a:cubicBezTo>
                <a:close/>
                <a:moveTo>
                  <a:pt x="920638" y="2735306"/>
                </a:moveTo>
                <a:cubicBezTo>
                  <a:pt x="884291" y="2695143"/>
                  <a:pt x="913021" y="2628900"/>
                  <a:pt x="966787" y="2628900"/>
                </a:cubicBezTo>
                <a:cubicBezTo>
                  <a:pt x="1022872" y="2628900"/>
                  <a:pt x="1045306" y="2681419"/>
                  <a:pt x="1008958" y="2727627"/>
                </a:cubicBezTo>
                <a:cubicBezTo>
                  <a:pt x="985471" y="2757486"/>
                  <a:pt x="943976" y="2761094"/>
                  <a:pt x="920638" y="2735306"/>
                </a:cubicBezTo>
                <a:close/>
                <a:moveTo>
                  <a:pt x="2011680" y="2674620"/>
                </a:moveTo>
                <a:cubicBezTo>
                  <a:pt x="1993568" y="2656508"/>
                  <a:pt x="1997792" y="2611835"/>
                  <a:pt x="2018673" y="2600660"/>
                </a:cubicBezTo>
                <a:cubicBezTo>
                  <a:pt x="2059996" y="2578545"/>
                  <a:pt x="2085975" y="2593160"/>
                  <a:pt x="2085975" y="2638523"/>
                </a:cubicBezTo>
                <a:cubicBezTo>
                  <a:pt x="2085975" y="2675934"/>
                  <a:pt x="2036857" y="2699797"/>
                  <a:pt x="2011680" y="2674620"/>
                </a:cubicBezTo>
                <a:close/>
                <a:moveTo>
                  <a:pt x="2397125" y="2670175"/>
                </a:moveTo>
                <a:cubicBezTo>
                  <a:pt x="2385805" y="2658855"/>
                  <a:pt x="2390402" y="2622016"/>
                  <a:pt x="2404605" y="2610229"/>
                </a:cubicBezTo>
                <a:cubicBezTo>
                  <a:pt x="2435224" y="2584817"/>
                  <a:pt x="2476268" y="2622311"/>
                  <a:pt x="2457080" y="2658165"/>
                </a:cubicBezTo>
                <a:cubicBezTo>
                  <a:pt x="2447626" y="2675829"/>
                  <a:pt x="2410264" y="2683314"/>
                  <a:pt x="2397125" y="2670175"/>
                </a:cubicBezTo>
                <a:close/>
                <a:moveTo>
                  <a:pt x="1158798" y="2643691"/>
                </a:moveTo>
                <a:cubicBezTo>
                  <a:pt x="1146324" y="2611184"/>
                  <a:pt x="1179575" y="2580297"/>
                  <a:pt x="1200240" y="2605196"/>
                </a:cubicBezTo>
                <a:cubicBezTo>
                  <a:pt x="1206294" y="2612491"/>
                  <a:pt x="1209778" y="2626166"/>
                  <a:pt x="1207982" y="2635586"/>
                </a:cubicBezTo>
                <a:cubicBezTo>
                  <a:pt x="1203833" y="2657351"/>
                  <a:pt x="1166407" y="2663518"/>
                  <a:pt x="1158798" y="2643691"/>
                </a:cubicBezTo>
                <a:close/>
                <a:moveTo>
                  <a:pt x="556554" y="2612593"/>
                </a:moveTo>
                <a:cubicBezTo>
                  <a:pt x="532577" y="2588616"/>
                  <a:pt x="541892" y="2520183"/>
                  <a:pt x="569669" y="2516246"/>
                </a:cubicBezTo>
                <a:cubicBezTo>
                  <a:pt x="597556" y="2512293"/>
                  <a:pt x="638175" y="2538428"/>
                  <a:pt x="638175" y="2560325"/>
                </a:cubicBezTo>
                <a:cubicBezTo>
                  <a:pt x="638175" y="2604391"/>
                  <a:pt x="583417" y="2639457"/>
                  <a:pt x="556554" y="2612593"/>
                </a:cubicBezTo>
                <a:close/>
                <a:moveTo>
                  <a:pt x="1543485" y="2605611"/>
                </a:moveTo>
                <a:cubicBezTo>
                  <a:pt x="1516393" y="2572968"/>
                  <a:pt x="1553758" y="2517784"/>
                  <a:pt x="1588293" y="2539433"/>
                </a:cubicBezTo>
                <a:cubicBezTo>
                  <a:pt x="1622282" y="2560740"/>
                  <a:pt x="1610056" y="2619375"/>
                  <a:pt x="1571625" y="2619375"/>
                </a:cubicBezTo>
                <a:cubicBezTo>
                  <a:pt x="1562430" y="2619375"/>
                  <a:pt x="1549767" y="2613181"/>
                  <a:pt x="1543485" y="2605611"/>
                </a:cubicBezTo>
                <a:close/>
                <a:moveTo>
                  <a:pt x="1768363" y="2592431"/>
                </a:moveTo>
                <a:cubicBezTo>
                  <a:pt x="1747414" y="2569283"/>
                  <a:pt x="1748472" y="2547302"/>
                  <a:pt x="1771650" y="2524125"/>
                </a:cubicBezTo>
                <a:cubicBezTo>
                  <a:pt x="1804112" y="2491662"/>
                  <a:pt x="1847850" y="2510341"/>
                  <a:pt x="1847850" y="2556666"/>
                </a:cubicBezTo>
                <a:cubicBezTo>
                  <a:pt x="1847850" y="2601263"/>
                  <a:pt x="1797044" y="2624122"/>
                  <a:pt x="1768363" y="2592431"/>
                </a:cubicBezTo>
                <a:close/>
                <a:moveTo>
                  <a:pt x="2777137" y="2537651"/>
                </a:moveTo>
                <a:cubicBezTo>
                  <a:pt x="2745434" y="2505948"/>
                  <a:pt x="2780127" y="2449554"/>
                  <a:pt x="2817018" y="2472824"/>
                </a:cubicBezTo>
                <a:cubicBezTo>
                  <a:pt x="2839932" y="2487277"/>
                  <a:pt x="2837950" y="2523733"/>
                  <a:pt x="2813363" y="2540058"/>
                </a:cubicBezTo>
                <a:cubicBezTo>
                  <a:pt x="2795535" y="2551895"/>
                  <a:pt x="2791085" y="2551600"/>
                  <a:pt x="2777137" y="2537651"/>
                </a:cubicBezTo>
                <a:close/>
                <a:moveTo>
                  <a:pt x="802005" y="2531745"/>
                </a:moveTo>
                <a:cubicBezTo>
                  <a:pt x="774918" y="2504658"/>
                  <a:pt x="801414" y="2460062"/>
                  <a:pt x="837742" y="2471592"/>
                </a:cubicBezTo>
                <a:cubicBezTo>
                  <a:pt x="869900" y="2481798"/>
                  <a:pt x="858041" y="2543175"/>
                  <a:pt x="823912" y="2543175"/>
                </a:cubicBezTo>
                <a:cubicBezTo>
                  <a:pt x="818149" y="2543175"/>
                  <a:pt x="808291" y="2538031"/>
                  <a:pt x="802005" y="2531745"/>
                </a:cubicBezTo>
                <a:close/>
                <a:moveTo>
                  <a:pt x="1321593" y="2504312"/>
                </a:moveTo>
                <a:cubicBezTo>
                  <a:pt x="1285675" y="2483391"/>
                  <a:pt x="1306602" y="2419350"/>
                  <a:pt x="1349357" y="2419350"/>
                </a:cubicBezTo>
                <a:cubicBezTo>
                  <a:pt x="1388329" y="2419350"/>
                  <a:pt x="1401766" y="2465383"/>
                  <a:pt x="1371600" y="2495550"/>
                </a:cubicBezTo>
                <a:cubicBezTo>
                  <a:pt x="1350072" y="2517077"/>
                  <a:pt x="1345028" y="2517961"/>
                  <a:pt x="1321593" y="2504312"/>
                </a:cubicBezTo>
                <a:close/>
                <a:moveTo>
                  <a:pt x="2211705" y="2503170"/>
                </a:moveTo>
                <a:cubicBezTo>
                  <a:pt x="2194357" y="2485822"/>
                  <a:pt x="2198031" y="2443382"/>
                  <a:pt x="2218482" y="2424874"/>
                </a:cubicBezTo>
                <a:cubicBezTo>
                  <a:pt x="2265552" y="2382277"/>
                  <a:pt x="2327065" y="2436719"/>
                  <a:pt x="2292122" y="2490049"/>
                </a:cubicBezTo>
                <a:cubicBezTo>
                  <a:pt x="2274653" y="2516709"/>
                  <a:pt x="2232175" y="2523640"/>
                  <a:pt x="2211705" y="2503170"/>
                </a:cubicBezTo>
                <a:close/>
                <a:moveTo>
                  <a:pt x="1039162" y="2470369"/>
                </a:moveTo>
                <a:cubicBezTo>
                  <a:pt x="1004838" y="2446327"/>
                  <a:pt x="1014521" y="2396449"/>
                  <a:pt x="1054260" y="2392599"/>
                </a:cubicBezTo>
                <a:cubicBezTo>
                  <a:pt x="1077143" y="2390383"/>
                  <a:pt x="1087206" y="2394561"/>
                  <a:pt x="1095269" y="2409628"/>
                </a:cubicBezTo>
                <a:cubicBezTo>
                  <a:pt x="1118369" y="2452789"/>
                  <a:pt x="1077394" y="2497148"/>
                  <a:pt x="1039162" y="2470369"/>
                </a:cubicBezTo>
                <a:close/>
                <a:moveTo>
                  <a:pt x="2544317" y="2469110"/>
                </a:moveTo>
                <a:cubicBezTo>
                  <a:pt x="2524776" y="2432598"/>
                  <a:pt x="2573288" y="2401060"/>
                  <a:pt x="2599819" y="2433028"/>
                </a:cubicBezTo>
                <a:cubicBezTo>
                  <a:pt x="2608246" y="2443181"/>
                  <a:pt x="2608460" y="2451773"/>
                  <a:pt x="2600650" y="2466366"/>
                </a:cubicBezTo>
                <a:cubicBezTo>
                  <a:pt x="2587740" y="2490488"/>
                  <a:pt x="2556571" y="2492006"/>
                  <a:pt x="2544317" y="2469110"/>
                </a:cubicBezTo>
                <a:close/>
                <a:moveTo>
                  <a:pt x="1986246" y="2438859"/>
                </a:moveTo>
                <a:cubicBezTo>
                  <a:pt x="1974113" y="2419227"/>
                  <a:pt x="1991283" y="2389510"/>
                  <a:pt x="2012974" y="2392600"/>
                </a:cubicBezTo>
                <a:cubicBezTo>
                  <a:pt x="2042066" y="2396745"/>
                  <a:pt x="2042134" y="2441944"/>
                  <a:pt x="2013055" y="2446088"/>
                </a:cubicBezTo>
                <a:cubicBezTo>
                  <a:pt x="2001762" y="2447697"/>
                  <a:pt x="1989698" y="2444444"/>
                  <a:pt x="1986246" y="2438859"/>
                </a:cubicBezTo>
                <a:close/>
                <a:moveTo>
                  <a:pt x="1559718" y="2409062"/>
                </a:moveTo>
                <a:cubicBezTo>
                  <a:pt x="1538514" y="2396711"/>
                  <a:pt x="1537442" y="2340592"/>
                  <a:pt x="1558017" y="2320017"/>
                </a:cubicBezTo>
                <a:cubicBezTo>
                  <a:pt x="1579257" y="2298777"/>
                  <a:pt x="1625825" y="2300790"/>
                  <a:pt x="1637964" y="2323473"/>
                </a:cubicBezTo>
                <a:cubicBezTo>
                  <a:pt x="1668730" y="2380959"/>
                  <a:pt x="1614088" y="2440729"/>
                  <a:pt x="1559718" y="2409062"/>
                </a:cubicBezTo>
                <a:close/>
                <a:moveTo>
                  <a:pt x="1835038" y="2354306"/>
                </a:moveTo>
                <a:cubicBezTo>
                  <a:pt x="1814550" y="2331666"/>
                  <a:pt x="1815079" y="2311799"/>
                  <a:pt x="1836693" y="2292238"/>
                </a:cubicBezTo>
                <a:cubicBezTo>
                  <a:pt x="1860032" y="2271117"/>
                  <a:pt x="1872472" y="2272374"/>
                  <a:pt x="1890172" y="2297644"/>
                </a:cubicBezTo>
                <a:cubicBezTo>
                  <a:pt x="1909254" y="2324887"/>
                  <a:pt x="1908881" y="2329743"/>
                  <a:pt x="1885950" y="2352675"/>
                </a:cubicBezTo>
                <a:cubicBezTo>
                  <a:pt x="1862451" y="2376173"/>
                  <a:pt x="1855042" y="2376410"/>
                  <a:pt x="1835038" y="2354306"/>
                </a:cubicBezTo>
                <a:close/>
                <a:moveTo>
                  <a:pt x="872693" y="2347707"/>
                </a:moveTo>
                <a:cubicBezTo>
                  <a:pt x="853138" y="2328153"/>
                  <a:pt x="852943" y="2301191"/>
                  <a:pt x="872217" y="2281917"/>
                </a:cubicBezTo>
                <a:cubicBezTo>
                  <a:pt x="892352" y="2261783"/>
                  <a:pt x="907942" y="2263076"/>
                  <a:pt x="929276" y="2286650"/>
                </a:cubicBezTo>
                <a:cubicBezTo>
                  <a:pt x="963172" y="2324105"/>
                  <a:pt x="908300" y="2383315"/>
                  <a:pt x="872693" y="2347707"/>
                </a:cubicBezTo>
                <a:close/>
                <a:moveTo>
                  <a:pt x="615415" y="2337697"/>
                </a:moveTo>
                <a:cubicBezTo>
                  <a:pt x="607215" y="2316327"/>
                  <a:pt x="626073" y="2286000"/>
                  <a:pt x="647561" y="2286000"/>
                </a:cubicBezTo>
                <a:cubicBezTo>
                  <a:pt x="671629" y="2286000"/>
                  <a:pt x="686957" y="2313664"/>
                  <a:pt x="675132" y="2335760"/>
                </a:cubicBezTo>
                <a:cubicBezTo>
                  <a:pt x="663929" y="2356693"/>
                  <a:pt x="623211" y="2358014"/>
                  <a:pt x="615415" y="2337697"/>
                </a:cubicBezTo>
                <a:close/>
                <a:moveTo>
                  <a:pt x="2396155" y="2334307"/>
                </a:moveTo>
                <a:cubicBezTo>
                  <a:pt x="2367857" y="2303038"/>
                  <a:pt x="2398738" y="2249599"/>
                  <a:pt x="2437920" y="2262035"/>
                </a:cubicBezTo>
                <a:cubicBezTo>
                  <a:pt x="2465464" y="2270777"/>
                  <a:pt x="2473457" y="2310674"/>
                  <a:pt x="2452340" y="2334008"/>
                </a:cubicBezTo>
                <a:cubicBezTo>
                  <a:pt x="2431084" y="2357496"/>
                  <a:pt x="2417207" y="2357570"/>
                  <a:pt x="2396155" y="2334307"/>
                </a:cubicBezTo>
                <a:close/>
                <a:moveTo>
                  <a:pt x="1184536" y="2319316"/>
                </a:moveTo>
                <a:cubicBezTo>
                  <a:pt x="1173579" y="2290762"/>
                  <a:pt x="1189602" y="2257425"/>
                  <a:pt x="1214283" y="2257425"/>
                </a:cubicBezTo>
                <a:cubicBezTo>
                  <a:pt x="1244216" y="2257425"/>
                  <a:pt x="1262062" y="2287878"/>
                  <a:pt x="1247775" y="2314575"/>
                </a:cubicBezTo>
                <a:cubicBezTo>
                  <a:pt x="1235716" y="2337106"/>
                  <a:pt x="1192603" y="2340339"/>
                  <a:pt x="1184536" y="2319316"/>
                </a:cubicBezTo>
                <a:close/>
                <a:moveTo>
                  <a:pt x="2116455" y="2274570"/>
                </a:moveTo>
                <a:cubicBezTo>
                  <a:pt x="2090173" y="2248288"/>
                  <a:pt x="2113971" y="2190558"/>
                  <a:pt x="2150949" y="2190895"/>
                </a:cubicBezTo>
                <a:cubicBezTo>
                  <a:pt x="2190487" y="2191256"/>
                  <a:pt x="2208388" y="2238982"/>
                  <a:pt x="2181249" y="2271683"/>
                </a:cubicBezTo>
                <a:cubicBezTo>
                  <a:pt x="2166984" y="2288870"/>
                  <a:pt x="2132301" y="2290416"/>
                  <a:pt x="2116455" y="2274570"/>
                </a:cubicBezTo>
                <a:close/>
                <a:moveTo>
                  <a:pt x="2711338" y="2259056"/>
                </a:moveTo>
                <a:cubicBezTo>
                  <a:pt x="2690415" y="2235936"/>
                  <a:pt x="2691289" y="2188055"/>
                  <a:pt x="2712993" y="2168413"/>
                </a:cubicBezTo>
                <a:cubicBezTo>
                  <a:pt x="2750503" y="2134468"/>
                  <a:pt x="2809875" y="2160450"/>
                  <a:pt x="2809875" y="2210811"/>
                </a:cubicBezTo>
                <a:cubicBezTo>
                  <a:pt x="2809875" y="2267542"/>
                  <a:pt x="2746915" y="2298368"/>
                  <a:pt x="2711338" y="2259056"/>
                </a:cubicBezTo>
                <a:close/>
                <a:moveTo>
                  <a:pt x="1451457" y="2234168"/>
                </a:moveTo>
                <a:cubicBezTo>
                  <a:pt x="1442212" y="2210074"/>
                  <a:pt x="1452129" y="2186077"/>
                  <a:pt x="1472543" y="2183146"/>
                </a:cubicBezTo>
                <a:cubicBezTo>
                  <a:pt x="1501054" y="2179052"/>
                  <a:pt x="1518637" y="2203275"/>
                  <a:pt x="1505275" y="2228241"/>
                </a:cubicBezTo>
                <a:cubicBezTo>
                  <a:pt x="1493202" y="2250799"/>
                  <a:pt x="1459273" y="2254536"/>
                  <a:pt x="1451457" y="2234168"/>
                </a:cubicBezTo>
                <a:close/>
                <a:moveTo>
                  <a:pt x="1053192" y="2185307"/>
                </a:moveTo>
                <a:cubicBezTo>
                  <a:pt x="1035485" y="2167599"/>
                  <a:pt x="1035333" y="2166326"/>
                  <a:pt x="1048085" y="2142498"/>
                </a:cubicBezTo>
                <a:cubicBezTo>
                  <a:pt x="1064148" y="2112483"/>
                  <a:pt x="1114425" y="2124714"/>
                  <a:pt x="1114425" y="2158637"/>
                </a:cubicBezTo>
                <a:cubicBezTo>
                  <a:pt x="1114425" y="2172006"/>
                  <a:pt x="1088558" y="2200275"/>
                  <a:pt x="1076325" y="2200275"/>
                </a:cubicBezTo>
                <a:cubicBezTo>
                  <a:pt x="1071834" y="2200275"/>
                  <a:pt x="1061425" y="2193539"/>
                  <a:pt x="1053192" y="2185307"/>
                </a:cubicBezTo>
                <a:close/>
                <a:moveTo>
                  <a:pt x="638554" y="2157870"/>
                </a:moveTo>
                <a:cubicBezTo>
                  <a:pt x="620452" y="2136057"/>
                  <a:pt x="630578" y="2110136"/>
                  <a:pt x="658470" y="2106890"/>
                </a:cubicBezTo>
                <a:cubicBezTo>
                  <a:pt x="687592" y="2103502"/>
                  <a:pt x="700344" y="2125473"/>
                  <a:pt x="685430" y="2153340"/>
                </a:cubicBezTo>
                <a:cubicBezTo>
                  <a:pt x="673756" y="2175153"/>
                  <a:pt x="654447" y="2177019"/>
                  <a:pt x="638554" y="2157870"/>
                </a:cubicBezTo>
                <a:close/>
                <a:moveTo>
                  <a:pt x="1656687" y="2156614"/>
                </a:moveTo>
                <a:cubicBezTo>
                  <a:pt x="1639766" y="2136225"/>
                  <a:pt x="1656786" y="2109787"/>
                  <a:pt x="1686832" y="2109787"/>
                </a:cubicBezTo>
                <a:cubicBezTo>
                  <a:pt x="1712750" y="2109787"/>
                  <a:pt x="1722530" y="2136259"/>
                  <a:pt x="1704595" y="2157870"/>
                </a:cubicBezTo>
                <a:cubicBezTo>
                  <a:pt x="1689657" y="2175869"/>
                  <a:pt x="1672289" y="2175413"/>
                  <a:pt x="1656687" y="2156614"/>
                </a:cubicBezTo>
                <a:close/>
                <a:moveTo>
                  <a:pt x="1868805" y="2131695"/>
                </a:moveTo>
                <a:cubicBezTo>
                  <a:pt x="1844638" y="2107528"/>
                  <a:pt x="1864965" y="2057400"/>
                  <a:pt x="1898930" y="2057400"/>
                </a:cubicBezTo>
                <a:cubicBezTo>
                  <a:pt x="1908882" y="2057400"/>
                  <a:pt x="1933575" y="2087950"/>
                  <a:pt x="1933575" y="2100262"/>
                </a:cubicBezTo>
                <a:cubicBezTo>
                  <a:pt x="1933575" y="2132154"/>
                  <a:pt x="1890276" y="2153166"/>
                  <a:pt x="1868805" y="2131695"/>
                </a:cubicBezTo>
                <a:close/>
                <a:moveTo>
                  <a:pt x="2492374" y="2127250"/>
                </a:moveTo>
                <a:cubicBezTo>
                  <a:pt x="2469062" y="2103937"/>
                  <a:pt x="2496085" y="2038350"/>
                  <a:pt x="2529003" y="2038350"/>
                </a:cubicBezTo>
                <a:cubicBezTo>
                  <a:pt x="2566030" y="2038350"/>
                  <a:pt x="2588094" y="2078910"/>
                  <a:pt x="2567863" y="2109787"/>
                </a:cubicBezTo>
                <a:cubicBezTo>
                  <a:pt x="2552831" y="2132728"/>
                  <a:pt x="2508182" y="2143057"/>
                  <a:pt x="2492374" y="2127250"/>
                </a:cubicBezTo>
                <a:close/>
                <a:moveTo>
                  <a:pt x="796813" y="2106656"/>
                </a:moveTo>
                <a:cubicBezTo>
                  <a:pt x="788143" y="2097075"/>
                  <a:pt x="781050" y="2079736"/>
                  <a:pt x="781050" y="2068123"/>
                </a:cubicBezTo>
                <a:cubicBezTo>
                  <a:pt x="781050" y="2046318"/>
                  <a:pt x="819840" y="2000250"/>
                  <a:pt x="838200" y="2000250"/>
                </a:cubicBezTo>
                <a:cubicBezTo>
                  <a:pt x="853221" y="2000250"/>
                  <a:pt x="895350" y="2044622"/>
                  <a:pt x="895350" y="2060445"/>
                </a:cubicBezTo>
                <a:cubicBezTo>
                  <a:pt x="895350" y="2108300"/>
                  <a:pt x="827218" y="2140252"/>
                  <a:pt x="796813" y="2106656"/>
                </a:cubicBezTo>
                <a:close/>
                <a:moveTo>
                  <a:pt x="1272267" y="2080532"/>
                </a:moveTo>
                <a:cubicBezTo>
                  <a:pt x="1239378" y="2047642"/>
                  <a:pt x="1266681" y="1981200"/>
                  <a:pt x="1313085" y="1981200"/>
                </a:cubicBezTo>
                <a:cubicBezTo>
                  <a:pt x="1347272" y="1981200"/>
                  <a:pt x="1362075" y="1997159"/>
                  <a:pt x="1362075" y="2034016"/>
                </a:cubicBezTo>
                <a:cubicBezTo>
                  <a:pt x="1362075" y="2085915"/>
                  <a:pt x="1306458" y="2114722"/>
                  <a:pt x="1272267" y="2080532"/>
                </a:cubicBezTo>
                <a:close/>
                <a:moveTo>
                  <a:pt x="2259330" y="2084070"/>
                </a:moveTo>
                <a:cubicBezTo>
                  <a:pt x="2233877" y="2058617"/>
                  <a:pt x="2252442" y="2009775"/>
                  <a:pt x="2287569" y="2009775"/>
                </a:cubicBezTo>
                <a:cubicBezTo>
                  <a:pt x="2315394" y="2009775"/>
                  <a:pt x="2328176" y="2044996"/>
                  <a:pt x="2310269" y="2072326"/>
                </a:cubicBezTo>
                <a:cubicBezTo>
                  <a:pt x="2293592" y="2097778"/>
                  <a:pt x="2276889" y="2101629"/>
                  <a:pt x="2259330" y="2084070"/>
                </a:cubicBezTo>
                <a:close/>
                <a:moveTo>
                  <a:pt x="1535430" y="2036445"/>
                </a:moveTo>
                <a:cubicBezTo>
                  <a:pt x="1521387" y="2022402"/>
                  <a:pt x="1520743" y="1995557"/>
                  <a:pt x="1533860" y="1971048"/>
                </a:cubicBezTo>
                <a:cubicBezTo>
                  <a:pt x="1548820" y="1943094"/>
                  <a:pt x="1597703" y="1946250"/>
                  <a:pt x="1611280" y="1976047"/>
                </a:cubicBezTo>
                <a:cubicBezTo>
                  <a:pt x="1632345" y="2022280"/>
                  <a:pt x="1570506" y="2071521"/>
                  <a:pt x="1535430" y="2036445"/>
                </a:cubicBezTo>
                <a:close/>
                <a:moveTo>
                  <a:pt x="2696048" y="1991609"/>
                </a:moveTo>
                <a:cubicBezTo>
                  <a:pt x="2688698" y="1977876"/>
                  <a:pt x="2690380" y="1968437"/>
                  <a:pt x="2702940" y="1952926"/>
                </a:cubicBezTo>
                <a:cubicBezTo>
                  <a:pt x="2731258" y="1917955"/>
                  <a:pt x="2773896" y="1951165"/>
                  <a:pt x="2752355" y="1991415"/>
                </a:cubicBezTo>
                <a:cubicBezTo>
                  <a:pt x="2739756" y="2014957"/>
                  <a:pt x="2708601" y="2015064"/>
                  <a:pt x="2696048" y="1991609"/>
                </a:cubicBezTo>
                <a:close/>
                <a:moveTo>
                  <a:pt x="2025538" y="1982831"/>
                </a:moveTo>
                <a:cubicBezTo>
                  <a:pt x="2006149" y="1961406"/>
                  <a:pt x="2004946" y="1911339"/>
                  <a:pt x="2023451" y="1895981"/>
                </a:cubicBezTo>
                <a:cubicBezTo>
                  <a:pt x="2040948" y="1881460"/>
                  <a:pt x="2103288" y="1875434"/>
                  <a:pt x="2110770" y="1887541"/>
                </a:cubicBezTo>
                <a:cubicBezTo>
                  <a:pt x="2148527" y="1948632"/>
                  <a:pt x="2072008" y="2034180"/>
                  <a:pt x="2025538" y="1982831"/>
                </a:cubicBezTo>
                <a:close/>
                <a:moveTo>
                  <a:pt x="1052112" y="1967638"/>
                </a:moveTo>
                <a:cubicBezTo>
                  <a:pt x="1022072" y="1921791"/>
                  <a:pt x="1075787" y="1861399"/>
                  <a:pt x="1120529" y="1890716"/>
                </a:cubicBezTo>
                <a:cubicBezTo>
                  <a:pt x="1148369" y="1908957"/>
                  <a:pt x="1149921" y="1945703"/>
                  <a:pt x="1123950" y="1971675"/>
                </a:cubicBezTo>
                <a:cubicBezTo>
                  <a:pt x="1098364" y="1997260"/>
                  <a:pt x="1070495" y="1995694"/>
                  <a:pt x="1052112" y="1967638"/>
                </a:cubicBezTo>
                <a:close/>
                <a:moveTo>
                  <a:pt x="2356389" y="1900941"/>
                </a:moveTo>
                <a:cubicBezTo>
                  <a:pt x="2347723" y="1878358"/>
                  <a:pt x="2359985" y="1855551"/>
                  <a:pt x="2378839" y="1859182"/>
                </a:cubicBezTo>
                <a:cubicBezTo>
                  <a:pt x="2401490" y="1863544"/>
                  <a:pt x="2401490" y="1908355"/>
                  <a:pt x="2378839" y="1912717"/>
                </a:cubicBezTo>
                <a:cubicBezTo>
                  <a:pt x="2369656" y="1914485"/>
                  <a:pt x="2359553" y="1909186"/>
                  <a:pt x="2356389" y="1900941"/>
                </a:cubicBezTo>
                <a:close/>
                <a:moveTo>
                  <a:pt x="1738279" y="1882473"/>
                </a:moveTo>
                <a:cubicBezTo>
                  <a:pt x="1708427" y="1836914"/>
                  <a:pt x="1752639" y="1785577"/>
                  <a:pt x="1796804" y="1814516"/>
                </a:cubicBezTo>
                <a:cubicBezTo>
                  <a:pt x="1823798" y="1832203"/>
                  <a:pt x="1826167" y="1867235"/>
                  <a:pt x="1801856" y="1889236"/>
                </a:cubicBezTo>
                <a:cubicBezTo>
                  <a:pt x="1777552" y="1911230"/>
                  <a:pt x="1755590" y="1908894"/>
                  <a:pt x="1738279" y="1882473"/>
                </a:cubicBezTo>
                <a:close/>
                <a:moveTo>
                  <a:pt x="788193" y="1856612"/>
                </a:moveTo>
                <a:cubicBezTo>
                  <a:pt x="760959" y="1840749"/>
                  <a:pt x="779820" y="1781175"/>
                  <a:pt x="812075" y="1781175"/>
                </a:cubicBezTo>
                <a:cubicBezTo>
                  <a:pt x="822835" y="1781175"/>
                  <a:pt x="847725" y="1811100"/>
                  <a:pt x="847725" y="1824037"/>
                </a:cubicBezTo>
                <a:cubicBezTo>
                  <a:pt x="847725" y="1837568"/>
                  <a:pt x="822467" y="1867109"/>
                  <a:pt x="811325" y="1866610"/>
                </a:cubicBezTo>
                <a:cubicBezTo>
                  <a:pt x="807771" y="1866451"/>
                  <a:pt x="797361" y="1861951"/>
                  <a:pt x="788193" y="1856612"/>
                </a:cubicBezTo>
                <a:close/>
                <a:moveTo>
                  <a:pt x="1368826" y="1841901"/>
                </a:moveTo>
                <a:cubicBezTo>
                  <a:pt x="1347059" y="1820134"/>
                  <a:pt x="1375542" y="1775975"/>
                  <a:pt x="1404245" y="1786989"/>
                </a:cubicBezTo>
                <a:cubicBezTo>
                  <a:pt x="1427576" y="1795942"/>
                  <a:pt x="1420321" y="1842248"/>
                  <a:pt x="1395020" y="1845870"/>
                </a:cubicBezTo>
                <a:cubicBezTo>
                  <a:pt x="1384327" y="1847401"/>
                  <a:pt x="1372540" y="1845615"/>
                  <a:pt x="1368826" y="1841901"/>
                </a:cubicBezTo>
                <a:close/>
                <a:moveTo>
                  <a:pt x="2557462" y="1836468"/>
                </a:moveTo>
                <a:cubicBezTo>
                  <a:pt x="2497562" y="1802501"/>
                  <a:pt x="2519064" y="1714500"/>
                  <a:pt x="2587263" y="1714500"/>
                </a:cubicBezTo>
                <a:cubicBezTo>
                  <a:pt x="2624857" y="1714500"/>
                  <a:pt x="2638425" y="1729978"/>
                  <a:pt x="2638425" y="1772863"/>
                </a:cubicBezTo>
                <a:cubicBezTo>
                  <a:pt x="2638425" y="1799873"/>
                  <a:pt x="2632421" y="1813089"/>
                  <a:pt x="2613327" y="1828108"/>
                </a:cubicBezTo>
                <a:cubicBezTo>
                  <a:pt x="2584512" y="1850774"/>
                  <a:pt x="2583072" y="1850990"/>
                  <a:pt x="2557462" y="1836468"/>
                </a:cubicBezTo>
                <a:close/>
                <a:moveTo>
                  <a:pt x="994314" y="1796166"/>
                </a:moveTo>
                <a:cubicBezTo>
                  <a:pt x="985648" y="1773583"/>
                  <a:pt x="997910" y="1750776"/>
                  <a:pt x="1016764" y="1754407"/>
                </a:cubicBezTo>
                <a:cubicBezTo>
                  <a:pt x="1027309" y="1756438"/>
                  <a:pt x="1033462" y="1766302"/>
                  <a:pt x="1033462" y="1781175"/>
                </a:cubicBezTo>
                <a:cubicBezTo>
                  <a:pt x="1033462" y="1808327"/>
                  <a:pt x="1003398" y="1819839"/>
                  <a:pt x="994314" y="1796166"/>
                </a:cubicBezTo>
                <a:close/>
                <a:moveTo>
                  <a:pt x="1562100" y="1754647"/>
                </a:moveTo>
                <a:cubicBezTo>
                  <a:pt x="1529284" y="1743384"/>
                  <a:pt x="1522823" y="1689037"/>
                  <a:pt x="1551242" y="1663318"/>
                </a:cubicBezTo>
                <a:cubicBezTo>
                  <a:pt x="1573211" y="1643436"/>
                  <a:pt x="1614445" y="1655782"/>
                  <a:pt x="1623725" y="1685019"/>
                </a:cubicBezTo>
                <a:cubicBezTo>
                  <a:pt x="1634996" y="1720533"/>
                  <a:pt x="1594854" y="1765888"/>
                  <a:pt x="1562100" y="1754647"/>
                </a:cubicBezTo>
                <a:close/>
                <a:moveTo>
                  <a:pt x="2209800" y="1743075"/>
                </a:moveTo>
                <a:cubicBezTo>
                  <a:pt x="2186061" y="1719336"/>
                  <a:pt x="2185802" y="1703670"/>
                  <a:pt x="2208681" y="1675416"/>
                </a:cubicBezTo>
                <a:cubicBezTo>
                  <a:pt x="2224506" y="1655872"/>
                  <a:pt x="2229539" y="1654606"/>
                  <a:pt x="2251543" y="1664632"/>
                </a:cubicBezTo>
                <a:cubicBezTo>
                  <a:pt x="2284632" y="1679708"/>
                  <a:pt x="2289191" y="1727496"/>
                  <a:pt x="2259708" y="1750218"/>
                </a:cubicBezTo>
                <a:cubicBezTo>
                  <a:pt x="2238839" y="1766301"/>
                  <a:pt x="2232055" y="1765330"/>
                  <a:pt x="2209800" y="1743075"/>
                </a:cubicBezTo>
                <a:close/>
                <a:moveTo>
                  <a:pt x="1202055" y="1741170"/>
                </a:moveTo>
                <a:cubicBezTo>
                  <a:pt x="1183642" y="1722757"/>
                  <a:pt x="1188194" y="1678370"/>
                  <a:pt x="1209675" y="1666875"/>
                </a:cubicBezTo>
                <a:cubicBezTo>
                  <a:pt x="1238422" y="1651489"/>
                  <a:pt x="1266825" y="1670424"/>
                  <a:pt x="1266825" y="1704975"/>
                </a:cubicBezTo>
                <a:cubicBezTo>
                  <a:pt x="1266825" y="1743510"/>
                  <a:pt x="1226775" y="1765890"/>
                  <a:pt x="1202055" y="1741170"/>
                </a:cubicBezTo>
                <a:close/>
                <a:moveTo>
                  <a:pt x="1968829" y="1737054"/>
                </a:moveTo>
                <a:cubicBezTo>
                  <a:pt x="1957278" y="1725503"/>
                  <a:pt x="1961550" y="1698280"/>
                  <a:pt x="1976915" y="1685528"/>
                </a:cubicBezTo>
                <a:cubicBezTo>
                  <a:pt x="1998418" y="1667682"/>
                  <a:pt x="2028550" y="1697693"/>
                  <a:pt x="2013355" y="1721822"/>
                </a:cubicBezTo>
                <a:cubicBezTo>
                  <a:pt x="2001999" y="1739854"/>
                  <a:pt x="1979370" y="1747595"/>
                  <a:pt x="1968829" y="1737054"/>
                </a:cubicBezTo>
                <a:close/>
                <a:moveTo>
                  <a:pt x="2790825" y="1673365"/>
                </a:moveTo>
                <a:cubicBezTo>
                  <a:pt x="2790825" y="1651040"/>
                  <a:pt x="2814764" y="1620964"/>
                  <a:pt x="2824659" y="1630859"/>
                </a:cubicBezTo>
                <a:cubicBezTo>
                  <a:pt x="2831309" y="1637509"/>
                  <a:pt x="2813285" y="1682692"/>
                  <a:pt x="2800937" y="1690324"/>
                </a:cubicBezTo>
                <a:cubicBezTo>
                  <a:pt x="2794861" y="1694079"/>
                  <a:pt x="2790825" y="1687311"/>
                  <a:pt x="2790825" y="1673365"/>
                </a:cubicBezTo>
                <a:close/>
                <a:moveTo>
                  <a:pt x="1785309" y="1605849"/>
                </a:moveTo>
                <a:cubicBezTo>
                  <a:pt x="1771896" y="1552409"/>
                  <a:pt x="1824415" y="1522842"/>
                  <a:pt x="1853776" y="1567304"/>
                </a:cubicBezTo>
                <a:cubicBezTo>
                  <a:pt x="1864726" y="1583886"/>
                  <a:pt x="1864453" y="1589928"/>
                  <a:pt x="1851946" y="1607785"/>
                </a:cubicBezTo>
                <a:cubicBezTo>
                  <a:pt x="1831571" y="1636874"/>
                  <a:pt x="1792813" y="1635748"/>
                  <a:pt x="1785309" y="1605849"/>
                </a:cubicBezTo>
                <a:close/>
                <a:moveTo>
                  <a:pt x="2401060" y="1615404"/>
                </a:moveTo>
                <a:cubicBezTo>
                  <a:pt x="2386770" y="1598185"/>
                  <a:pt x="2395219" y="1566087"/>
                  <a:pt x="2416157" y="1558053"/>
                </a:cubicBezTo>
                <a:cubicBezTo>
                  <a:pt x="2438322" y="1549547"/>
                  <a:pt x="2458841" y="1571075"/>
                  <a:pt x="2455550" y="1599384"/>
                </a:cubicBezTo>
                <a:cubicBezTo>
                  <a:pt x="2452202" y="1628185"/>
                  <a:pt x="2419618" y="1637765"/>
                  <a:pt x="2401060" y="1615404"/>
                </a:cubicBezTo>
                <a:close/>
                <a:moveTo>
                  <a:pt x="829959" y="1589309"/>
                </a:moveTo>
                <a:cubicBezTo>
                  <a:pt x="812165" y="1541633"/>
                  <a:pt x="841238" y="1505327"/>
                  <a:pt x="897396" y="1505095"/>
                </a:cubicBezTo>
                <a:cubicBezTo>
                  <a:pt x="959395" y="1504840"/>
                  <a:pt x="973608" y="1562549"/>
                  <a:pt x="917337" y="1586061"/>
                </a:cubicBezTo>
                <a:cubicBezTo>
                  <a:pt x="851823" y="1613434"/>
                  <a:pt x="839139" y="1613906"/>
                  <a:pt x="829959" y="1589309"/>
                </a:cubicBezTo>
                <a:close/>
                <a:moveTo>
                  <a:pt x="1082675" y="1593849"/>
                </a:moveTo>
                <a:cubicBezTo>
                  <a:pt x="1071849" y="1583024"/>
                  <a:pt x="1075673" y="1555447"/>
                  <a:pt x="1089603" y="1543887"/>
                </a:cubicBezTo>
                <a:cubicBezTo>
                  <a:pt x="1109991" y="1526966"/>
                  <a:pt x="1136888" y="1556974"/>
                  <a:pt x="1123595" y="1581811"/>
                </a:cubicBezTo>
                <a:cubicBezTo>
                  <a:pt x="1113757" y="1600195"/>
                  <a:pt x="1094643" y="1605818"/>
                  <a:pt x="1082675" y="1593849"/>
                </a:cubicBezTo>
                <a:close/>
                <a:moveTo>
                  <a:pt x="2057629" y="1567466"/>
                </a:moveTo>
                <a:cubicBezTo>
                  <a:pt x="2038928" y="1518277"/>
                  <a:pt x="2080193" y="1471940"/>
                  <a:pt x="2122525" y="1494595"/>
                </a:cubicBezTo>
                <a:cubicBezTo>
                  <a:pt x="2166151" y="1517943"/>
                  <a:pt x="2148748" y="1583937"/>
                  <a:pt x="2097657" y="1588897"/>
                </a:cubicBezTo>
                <a:cubicBezTo>
                  <a:pt x="2072079" y="1591381"/>
                  <a:pt x="2065352" y="1587779"/>
                  <a:pt x="2057629" y="1567466"/>
                </a:cubicBezTo>
                <a:close/>
                <a:moveTo>
                  <a:pt x="1373719" y="1566322"/>
                </a:moveTo>
                <a:cubicBezTo>
                  <a:pt x="1330963" y="1536375"/>
                  <a:pt x="1350310" y="1466850"/>
                  <a:pt x="1401399" y="1466850"/>
                </a:cubicBezTo>
                <a:cubicBezTo>
                  <a:pt x="1455894" y="1466850"/>
                  <a:pt x="1474075" y="1517640"/>
                  <a:pt x="1433945" y="1557770"/>
                </a:cubicBezTo>
                <a:cubicBezTo>
                  <a:pt x="1406468" y="1585247"/>
                  <a:pt x="1401704" y="1585924"/>
                  <a:pt x="1373719" y="1566322"/>
                </a:cubicBezTo>
                <a:close/>
                <a:moveTo>
                  <a:pt x="2564606" y="1536741"/>
                </a:moveTo>
                <a:cubicBezTo>
                  <a:pt x="2546690" y="1529512"/>
                  <a:pt x="2550027" y="1478817"/>
                  <a:pt x="2569122" y="1468130"/>
                </a:cubicBezTo>
                <a:cubicBezTo>
                  <a:pt x="2591999" y="1455328"/>
                  <a:pt x="2619375" y="1471937"/>
                  <a:pt x="2619375" y="1498617"/>
                </a:cubicBezTo>
                <a:cubicBezTo>
                  <a:pt x="2619375" y="1533430"/>
                  <a:pt x="2596265" y="1549516"/>
                  <a:pt x="2564606" y="1536741"/>
                </a:cubicBezTo>
                <a:close/>
                <a:moveTo>
                  <a:pt x="1546494" y="1490662"/>
                </a:moveTo>
                <a:cubicBezTo>
                  <a:pt x="1538948" y="1470998"/>
                  <a:pt x="1549179" y="1447800"/>
                  <a:pt x="1565397" y="1447800"/>
                </a:cubicBezTo>
                <a:cubicBezTo>
                  <a:pt x="1584894" y="1447800"/>
                  <a:pt x="1601482" y="1471475"/>
                  <a:pt x="1594582" y="1489455"/>
                </a:cubicBezTo>
                <a:cubicBezTo>
                  <a:pt x="1587115" y="1508914"/>
                  <a:pt x="1553819" y="1509750"/>
                  <a:pt x="1546494" y="1490662"/>
                </a:cubicBezTo>
                <a:close/>
                <a:moveTo>
                  <a:pt x="2762685" y="1453086"/>
                </a:moveTo>
                <a:cubicBezTo>
                  <a:pt x="2735815" y="1420710"/>
                  <a:pt x="2773148" y="1364122"/>
                  <a:pt x="2804314" y="1389987"/>
                </a:cubicBezTo>
                <a:cubicBezTo>
                  <a:pt x="2825134" y="1407266"/>
                  <a:pt x="2823250" y="1445068"/>
                  <a:pt x="2800976" y="1456989"/>
                </a:cubicBezTo>
                <a:cubicBezTo>
                  <a:pt x="2777390" y="1469612"/>
                  <a:pt x="2776308" y="1469502"/>
                  <a:pt x="2762685" y="1453086"/>
                </a:cubicBezTo>
                <a:close/>
                <a:moveTo>
                  <a:pt x="1169193" y="1437512"/>
                </a:moveTo>
                <a:cubicBezTo>
                  <a:pt x="1138695" y="1419748"/>
                  <a:pt x="1155372" y="1352550"/>
                  <a:pt x="1190279" y="1352550"/>
                </a:cubicBezTo>
                <a:cubicBezTo>
                  <a:pt x="1233312" y="1352550"/>
                  <a:pt x="1250393" y="1397556"/>
                  <a:pt x="1219200" y="1428750"/>
                </a:cubicBezTo>
                <a:cubicBezTo>
                  <a:pt x="1197672" y="1450277"/>
                  <a:pt x="1192628" y="1451161"/>
                  <a:pt x="1169193" y="1437512"/>
                </a:cubicBezTo>
                <a:close/>
                <a:moveTo>
                  <a:pt x="637778" y="1423509"/>
                </a:moveTo>
                <a:cubicBezTo>
                  <a:pt x="618790" y="1400630"/>
                  <a:pt x="636912" y="1339120"/>
                  <a:pt x="663766" y="1335297"/>
                </a:cubicBezTo>
                <a:cubicBezTo>
                  <a:pt x="713802" y="1328175"/>
                  <a:pt x="724183" y="1403110"/>
                  <a:pt x="676682" y="1428531"/>
                </a:cubicBezTo>
                <a:cubicBezTo>
                  <a:pt x="653193" y="1441102"/>
                  <a:pt x="652281" y="1440985"/>
                  <a:pt x="637778" y="1423509"/>
                </a:cubicBezTo>
                <a:close/>
                <a:moveTo>
                  <a:pt x="1907119" y="1413922"/>
                </a:moveTo>
                <a:cubicBezTo>
                  <a:pt x="1895065" y="1405479"/>
                  <a:pt x="1885950" y="1389073"/>
                  <a:pt x="1885950" y="1375822"/>
                </a:cubicBezTo>
                <a:cubicBezTo>
                  <a:pt x="1885950" y="1355102"/>
                  <a:pt x="1890042" y="1352550"/>
                  <a:pt x="1923270" y="1352550"/>
                </a:cubicBezTo>
                <a:cubicBezTo>
                  <a:pt x="1991962" y="1352550"/>
                  <a:pt x="2008866" y="1372508"/>
                  <a:pt x="1971675" y="1409700"/>
                </a:cubicBezTo>
                <a:cubicBezTo>
                  <a:pt x="1948749" y="1432625"/>
                  <a:pt x="1935097" y="1433518"/>
                  <a:pt x="1907119" y="1413922"/>
                </a:cubicBezTo>
                <a:close/>
                <a:moveTo>
                  <a:pt x="1697355" y="1398270"/>
                </a:moveTo>
                <a:cubicBezTo>
                  <a:pt x="1675722" y="1376637"/>
                  <a:pt x="1683751" y="1352550"/>
                  <a:pt x="1712595" y="1352550"/>
                </a:cubicBezTo>
                <a:cubicBezTo>
                  <a:pt x="1727263" y="1352550"/>
                  <a:pt x="1743834" y="1347980"/>
                  <a:pt x="1749419" y="1342395"/>
                </a:cubicBezTo>
                <a:cubicBezTo>
                  <a:pt x="1766001" y="1325813"/>
                  <a:pt x="1771557" y="1367493"/>
                  <a:pt x="1755769" y="1390033"/>
                </a:cubicBezTo>
                <a:cubicBezTo>
                  <a:pt x="1740395" y="1411982"/>
                  <a:pt x="1714692" y="1415607"/>
                  <a:pt x="1697355" y="1398270"/>
                </a:cubicBezTo>
                <a:close/>
                <a:moveTo>
                  <a:pt x="2230755" y="1398270"/>
                </a:moveTo>
                <a:cubicBezTo>
                  <a:pt x="2205084" y="1372599"/>
                  <a:pt x="2223919" y="1323975"/>
                  <a:pt x="2259534" y="1323975"/>
                </a:cubicBezTo>
                <a:cubicBezTo>
                  <a:pt x="2288043" y="1323975"/>
                  <a:pt x="2302227" y="1367455"/>
                  <a:pt x="2281272" y="1390611"/>
                </a:cubicBezTo>
                <a:cubicBezTo>
                  <a:pt x="2261511" y="1412447"/>
                  <a:pt x="2247114" y="1414629"/>
                  <a:pt x="2230755" y="1398270"/>
                </a:cubicBezTo>
                <a:close/>
                <a:moveTo>
                  <a:pt x="949726" y="1375176"/>
                </a:moveTo>
                <a:cubicBezTo>
                  <a:pt x="927959" y="1353409"/>
                  <a:pt x="956442" y="1309250"/>
                  <a:pt x="985145" y="1320264"/>
                </a:cubicBezTo>
                <a:cubicBezTo>
                  <a:pt x="1008476" y="1329217"/>
                  <a:pt x="1001221" y="1375523"/>
                  <a:pt x="975920" y="1379145"/>
                </a:cubicBezTo>
                <a:cubicBezTo>
                  <a:pt x="965227" y="1380676"/>
                  <a:pt x="953440" y="1378890"/>
                  <a:pt x="949726" y="1375176"/>
                </a:cubicBezTo>
                <a:close/>
                <a:moveTo>
                  <a:pt x="2479300" y="1346691"/>
                </a:moveTo>
                <a:cubicBezTo>
                  <a:pt x="2439090" y="1306481"/>
                  <a:pt x="2470840" y="1239860"/>
                  <a:pt x="2524125" y="1252634"/>
                </a:cubicBezTo>
                <a:cubicBezTo>
                  <a:pt x="2556628" y="1260426"/>
                  <a:pt x="2573887" y="1285495"/>
                  <a:pt x="2566646" y="1314396"/>
                </a:cubicBezTo>
                <a:cubicBezTo>
                  <a:pt x="2553321" y="1367580"/>
                  <a:pt x="2514531" y="1381922"/>
                  <a:pt x="2479300" y="1346691"/>
                </a:cubicBezTo>
                <a:close/>
                <a:moveTo>
                  <a:pt x="1463563" y="1277981"/>
                </a:moveTo>
                <a:cubicBezTo>
                  <a:pt x="1443621" y="1255945"/>
                  <a:pt x="1443187" y="1206123"/>
                  <a:pt x="1462767" y="1186542"/>
                </a:cubicBezTo>
                <a:cubicBezTo>
                  <a:pt x="1484984" y="1164326"/>
                  <a:pt x="1529664" y="1167604"/>
                  <a:pt x="1547272" y="1192744"/>
                </a:cubicBezTo>
                <a:cubicBezTo>
                  <a:pt x="1568166" y="1222575"/>
                  <a:pt x="1566150" y="1232029"/>
                  <a:pt x="1531716" y="1265694"/>
                </a:cubicBezTo>
                <a:cubicBezTo>
                  <a:pt x="1496624" y="1300003"/>
                  <a:pt x="1485335" y="1302039"/>
                  <a:pt x="1463563" y="1277981"/>
                </a:cubicBezTo>
                <a:close/>
                <a:moveTo>
                  <a:pt x="807243" y="1256537"/>
                </a:moveTo>
                <a:cubicBezTo>
                  <a:pt x="773131" y="1236668"/>
                  <a:pt x="798709" y="1173328"/>
                  <a:pt x="836057" y="1185182"/>
                </a:cubicBezTo>
                <a:cubicBezTo>
                  <a:pt x="864380" y="1194171"/>
                  <a:pt x="872303" y="1225878"/>
                  <a:pt x="851869" y="1248457"/>
                </a:cubicBezTo>
                <a:cubicBezTo>
                  <a:pt x="832934" y="1269380"/>
                  <a:pt x="830157" y="1269883"/>
                  <a:pt x="807243" y="1256537"/>
                </a:cubicBezTo>
                <a:close/>
                <a:moveTo>
                  <a:pt x="2123840" y="1252255"/>
                </a:moveTo>
                <a:cubicBezTo>
                  <a:pt x="2107587" y="1232671"/>
                  <a:pt x="2126307" y="1190625"/>
                  <a:pt x="2151279" y="1190625"/>
                </a:cubicBezTo>
                <a:cubicBezTo>
                  <a:pt x="2180564" y="1190625"/>
                  <a:pt x="2195481" y="1215526"/>
                  <a:pt x="2182829" y="1243294"/>
                </a:cubicBezTo>
                <a:cubicBezTo>
                  <a:pt x="2170746" y="1269813"/>
                  <a:pt x="2142033" y="1274175"/>
                  <a:pt x="2123840" y="1252255"/>
                </a:cubicBezTo>
                <a:close/>
                <a:moveTo>
                  <a:pt x="2684199" y="1223704"/>
                </a:moveTo>
                <a:cubicBezTo>
                  <a:pt x="2670136" y="1192840"/>
                  <a:pt x="2684735" y="1174320"/>
                  <a:pt x="2711221" y="1189423"/>
                </a:cubicBezTo>
                <a:cubicBezTo>
                  <a:pt x="2755228" y="1214518"/>
                  <a:pt x="2756993" y="1216866"/>
                  <a:pt x="2743802" y="1232761"/>
                </a:cubicBezTo>
                <a:cubicBezTo>
                  <a:pt x="2725112" y="1255281"/>
                  <a:pt x="2696613" y="1250950"/>
                  <a:pt x="2684199" y="1223704"/>
                </a:cubicBezTo>
                <a:close/>
                <a:moveTo>
                  <a:pt x="1034142" y="1204232"/>
                </a:moveTo>
                <a:cubicBezTo>
                  <a:pt x="1015080" y="1185169"/>
                  <a:pt x="1015022" y="1153167"/>
                  <a:pt x="1034002" y="1126069"/>
                </a:cubicBezTo>
                <a:cubicBezTo>
                  <a:pt x="1051986" y="1100393"/>
                  <a:pt x="1086753" y="1098636"/>
                  <a:pt x="1108186" y="1122318"/>
                </a:cubicBezTo>
                <a:cubicBezTo>
                  <a:pt x="1154289" y="1173262"/>
                  <a:pt x="1082544" y="1252633"/>
                  <a:pt x="1034142" y="1204232"/>
                </a:cubicBezTo>
                <a:close/>
                <a:moveTo>
                  <a:pt x="1849310" y="1183481"/>
                </a:moveTo>
                <a:cubicBezTo>
                  <a:pt x="1836888" y="1159774"/>
                  <a:pt x="1852818" y="1123950"/>
                  <a:pt x="1875782" y="1123950"/>
                </a:cubicBezTo>
                <a:cubicBezTo>
                  <a:pt x="1901830" y="1123950"/>
                  <a:pt x="1918321" y="1156208"/>
                  <a:pt x="1905000" y="1181100"/>
                </a:cubicBezTo>
                <a:cubicBezTo>
                  <a:pt x="1892425" y="1204595"/>
                  <a:pt x="1861077" y="1205935"/>
                  <a:pt x="1849310" y="1183481"/>
                </a:cubicBezTo>
                <a:close/>
                <a:moveTo>
                  <a:pt x="1262742" y="1156607"/>
                </a:moveTo>
                <a:cubicBezTo>
                  <a:pt x="1245035" y="1138899"/>
                  <a:pt x="1244883" y="1137626"/>
                  <a:pt x="1257635" y="1113798"/>
                </a:cubicBezTo>
                <a:cubicBezTo>
                  <a:pt x="1275566" y="1080293"/>
                  <a:pt x="1323975" y="1094723"/>
                  <a:pt x="1323975" y="1133573"/>
                </a:cubicBezTo>
                <a:cubicBezTo>
                  <a:pt x="1323975" y="1144077"/>
                  <a:pt x="1296406" y="1171575"/>
                  <a:pt x="1285875" y="1171575"/>
                </a:cubicBezTo>
                <a:cubicBezTo>
                  <a:pt x="1281384" y="1171575"/>
                  <a:pt x="1270975" y="1164839"/>
                  <a:pt x="1262742" y="1156607"/>
                </a:cubicBezTo>
                <a:close/>
                <a:moveTo>
                  <a:pt x="2331250" y="1164631"/>
                </a:moveTo>
                <a:cubicBezTo>
                  <a:pt x="2311147" y="1159834"/>
                  <a:pt x="2298656" y="1117165"/>
                  <a:pt x="2311427" y="1096918"/>
                </a:cubicBezTo>
                <a:cubicBezTo>
                  <a:pt x="2340543" y="1050759"/>
                  <a:pt x="2386012" y="1061356"/>
                  <a:pt x="2386012" y="1114301"/>
                </a:cubicBezTo>
                <a:cubicBezTo>
                  <a:pt x="2386012" y="1148238"/>
                  <a:pt x="2360566" y="1171625"/>
                  <a:pt x="2331250" y="1164631"/>
                </a:cubicBezTo>
                <a:close/>
                <a:moveTo>
                  <a:pt x="2024536" y="1096141"/>
                </a:moveTo>
                <a:cubicBezTo>
                  <a:pt x="2019247" y="1087584"/>
                  <a:pt x="2083102" y="1028700"/>
                  <a:pt x="2097670" y="1028700"/>
                </a:cubicBezTo>
                <a:cubicBezTo>
                  <a:pt x="2110219" y="1028700"/>
                  <a:pt x="2105764" y="1061504"/>
                  <a:pt x="2090197" y="1083730"/>
                </a:cubicBezTo>
                <a:cubicBezTo>
                  <a:pt x="2075308" y="1104987"/>
                  <a:pt x="2034742" y="1112655"/>
                  <a:pt x="2024536" y="1096141"/>
                </a:cubicBezTo>
                <a:close/>
                <a:moveTo>
                  <a:pt x="2609615" y="1042705"/>
                </a:moveTo>
                <a:cubicBezTo>
                  <a:pt x="2593109" y="1022816"/>
                  <a:pt x="2612102" y="981075"/>
                  <a:pt x="2637658" y="981075"/>
                </a:cubicBezTo>
                <a:cubicBezTo>
                  <a:pt x="2662692" y="981075"/>
                  <a:pt x="2670079" y="995237"/>
                  <a:pt x="2652607" y="1009737"/>
                </a:cubicBezTo>
                <a:cubicBezTo>
                  <a:pt x="2644807" y="1016210"/>
                  <a:pt x="2638425" y="1029555"/>
                  <a:pt x="2638425" y="1039391"/>
                </a:cubicBezTo>
                <a:cubicBezTo>
                  <a:pt x="2638425" y="1061041"/>
                  <a:pt x="2626017" y="1062468"/>
                  <a:pt x="2609615" y="1042705"/>
                </a:cubicBezTo>
                <a:close/>
                <a:moveTo>
                  <a:pt x="1390458" y="1014182"/>
                </a:moveTo>
                <a:cubicBezTo>
                  <a:pt x="1372087" y="992045"/>
                  <a:pt x="1383281" y="989682"/>
                  <a:pt x="1409842" y="1010089"/>
                </a:cubicBezTo>
                <a:cubicBezTo>
                  <a:pt x="1427487" y="1023646"/>
                  <a:pt x="1429566" y="1028330"/>
                  <a:pt x="1418010" y="1028488"/>
                </a:cubicBezTo>
                <a:cubicBezTo>
                  <a:pt x="1409483" y="1028604"/>
                  <a:pt x="1397085" y="1022167"/>
                  <a:pt x="1390458" y="1014182"/>
                </a:cubicBezTo>
                <a:close/>
                <a:moveTo>
                  <a:pt x="1098819" y="995362"/>
                </a:moveTo>
                <a:cubicBezTo>
                  <a:pt x="1090312" y="973194"/>
                  <a:pt x="1102301" y="952500"/>
                  <a:pt x="1123651" y="952500"/>
                </a:cubicBezTo>
                <a:cubicBezTo>
                  <a:pt x="1147496" y="952500"/>
                  <a:pt x="1151040" y="995001"/>
                  <a:pt x="1127933" y="1003868"/>
                </a:cubicBezTo>
                <a:cubicBezTo>
                  <a:pt x="1106815" y="1011972"/>
                  <a:pt x="1104988" y="1011438"/>
                  <a:pt x="1098819" y="995362"/>
                </a:cubicBezTo>
                <a:close/>
                <a:moveTo>
                  <a:pt x="2274968" y="891084"/>
                </a:moveTo>
                <a:cubicBezTo>
                  <a:pt x="2268856" y="877669"/>
                  <a:pt x="2266591" y="863958"/>
                  <a:pt x="2269935" y="860614"/>
                </a:cubicBezTo>
                <a:cubicBezTo>
                  <a:pt x="2278239" y="852310"/>
                  <a:pt x="2305050" y="875656"/>
                  <a:pt x="2305050" y="891191"/>
                </a:cubicBezTo>
                <a:cubicBezTo>
                  <a:pt x="2305050" y="915334"/>
                  <a:pt x="2285986" y="915266"/>
                  <a:pt x="2274968" y="891084"/>
                </a:cubicBezTo>
                <a:close/>
                <a:moveTo>
                  <a:pt x="927232" y="890236"/>
                </a:moveTo>
                <a:cubicBezTo>
                  <a:pt x="910749" y="877748"/>
                  <a:pt x="911257" y="876886"/>
                  <a:pt x="935269" y="876602"/>
                </a:cubicBezTo>
                <a:cubicBezTo>
                  <a:pt x="963829" y="876265"/>
                  <a:pt x="978765" y="890543"/>
                  <a:pt x="958133" y="898460"/>
                </a:cubicBezTo>
                <a:cubicBezTo>
                  <a:pt x="950814" y="901268"/>
                  <a:pt x="936909" y="897567"/>
                  <a:pt x="927232" y="890236"/>
                </a:cubicBezTo>
                <a:close/>
                <a:moveTo>
                  <a:pt x="1219620" y="851272"/>
                </a:moveTo>
                <a:cubicBezTo>
                  <a:pt x="1219389" y="834888"/>
                  <a:pt x="1225732" y="816060"/>
                  <a:pt x="1233717" y="809433"/>
                </a:cubicBezTo>
                <a:cubicBezTo>
                  <a:pt x="1257471" y="789720"/>
                  <a:pt x="1259988" y="805341"/>
                  <a:pt x="1239359" y="844444"/>
                </a:cubicBezTo>
                <a:lnTo>
                  <a:pt x="1220041" y="881062"/>
                </a:lnTo>
                <a:lnTo>
                  <a:pt x="1219620" y="851272"/>
                </a:lnTo>
                <a:close/>
                <a:moveTo>
                  <a:pt x="2181635" y="715141"/>
                </a:moveTo>
                <a:cubicBezTo>
                  <a:pt x="2169031" y="691590"/>
                  <a:pt x="2178388" y="647700"/>
                  <a:pt x="2196013" y="647700"/>
                </a:cubicBezTo>
                <a:cubicBezTo>
                  <a:pt x="2223369" y="647700"/>
                  <a:pt x="2262924" y="692958"/>
                  <a:pt x="2251701" y="711416"/>
                </a:cubicBezTo>
                <a:cubicBezTo>
                  <a:pt x="2236272" y="736793"/>
                  <a:pt x="2194414" y="739018"/>
                  <a:pt x="2181635" y="715141"/>
                </a:cubicBezTo>
                <a:close/>
                <a:moveTo>
                  <a:pt x="1281428" y="667260"/>
                </a:moveTo>
                <a:cubicBezTo>
                  <a:pt x="1276207" y="658814"/>
                  <a:pt x="1338798" y="609600"/>
                  <a:pt x="1354761" y="609600"/>
                </a:cubicBezTo>
                <a:cubicBezTo>
                  <a:pt x="1368942" y="609600"/>
                  <a:pt x="1361844" y="638405"/>
                  <a:pt x="1343025" y="657225"/>
                </a:cubicBezTo>
                <a:cubicBezTo>
                  <a:pt x="1322977" y="677272"/>
                  <a:pt x="1290850" y="682506"/>
                  <a:pt x="1281428" y="667260"/>
                </a:cubicBezTo>
                <a:close/>
                <a:moveTo>
                  <a:pt x="1969293" y="618362"/>
                </a:moveTo>
                <a:cubicBezTo>
                  <a:pt x="1950903" y="607650"/>
                  <a:pt x="1946902" y="576161"/>
                  <a:pt x="1962691" y="566402"/>
                </a:cubicBezTo>
                <a:cubicBezTo>
                  <a:pt x="1980389" y="555464"/>
                  <a:pt x="2019300" y="570877"/>
                  <a:pt x="2019300" y="588826"/>
                </a:cubicBezTo>
                <a:cubicBezTo>
                  <a:pt x="2019300" y="620990"/>
                  <a:pt x="1996712" y="634331"/>
                  <a:pt x="1969293" y="618362"/>
                </a:cubicBezTo>
                <a:close/>
                <a:moveTo>
                  <a:pt x="1670086" y="604230"/>
                </a:moveTo>
                <a:cubicBezTo>
                  <a:pt x="1660432" y="579071"/>
                  <a:pt x="1683003" y="542925"/>
                  <a:pt x="1708367" y="542925"/>
                </a:cubicBezTo>
                <a:cubicBezTo>
                  <a:pt x="1738806" y="542925"/>
                  <a:pt x="1756187" y="565436"/>
                  <a:pt x="1748719" y="595188"/>
                </a:cubicBezTo>
                <a:cubicBezTo>
                  <a:pt x="1741525" y="623851"/>
                  <a:pt x="1680316" y="630889"/>
                  <a:pt x="1670086" y="604230"/>
                </a:cubicBezTo>
                <a:close/>
              </a:path>
            </a:pathLst>
          </a:custGeom>
          <a:solidFill>
            <a:srgbClr val="BFD9F2">
              <a:alpha val="80000"/>
            </a:srgbClr>
          </a:solidFill>
          <a:ln>
            <a:noFill/>
          </a:ln>
        </p:spPr>
      </p:sp>
      <p:pic>
        <p:nvPicPr>
          <p:cNvPr id="6" name="mug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60000">
            <a:off x="2371725" y="9053512"/>
            <a:ext cx="3638550" cy="3419475"/>
          </a:xfrm>
          <a:prstGeom prst="rect">
            <a:avLst/>
          </a:prstGeom>
        </p:spPr>
      </p:pic>
      <p:sp>
        <p:nvSpPr>
          <p:cNvPr id="7" name="mug pattern"/>
          <p:cNvSpPr/>
          <p:nvPr/>
        </p:nvSpPr>
        <p:spPr>
          <a:xfrm rot="-240000">
            <a:off x="2371725" y="9053512"/>
            <a:ext cx="3638550" cy="3419475"/>
          </a:xfrm>
          <a:custGeom>
            <a:avLst/>
            <a:gdLst/>
            <a:ahLst/>
            <a:cxnLst/>
            <a:rect l="0" t="0" r="r" b="b"/>
            <a:pathLst>
              <a:path w="3638550" h="3419475">
                <a:moveTo>
                  <a:pt x="1216025" y="2860675"/>
                </a:moveTo>
                <a:cubicBezTo>
                  <a:pt x="1196164" y="2840814"/>
                  <a:pt x="1226511" y="2800350"/>
                  <a:pt x="1261266" y="2800350"/>
                </a:cubicBezTo>
                <a:cubicBezTo>
                  <a:pt x="1285982" y="2800350"/>
                  <a:pt x="1314450" y="2827518"/>
                  <a:pt x="1314450" y="2851106"/>
                </a:cubicBezTo>
                <a:cubicBezTo>
                  <a:pt x="1314450" y="2867416"/>
                  <a:pt x="1230890" y="2875540"/>
                  <a:pt x="1216025" y="2860675"/>
                </a:cubicBezTo>
                <a:close/>
                <a:moveTo>
                  <a:pt x="1629210" y="2805636"/>
                </a:moveTo>
                <a:cubicBezTo>
                  <a:pt x="1602118" y="2772993"/>
                  <a:pt x="1639483" y="2717809"/>
                  <a:pt x="1674018" y="2739458"/>
                </a:cubicBezTo>
                <a:cubicBezTo>
                  <a:pt x="1708007" y="2760765"/>
                  <a:pt x="1695781" y="2819400"/>
                  <a:pt x="1657350" y="2819400"/>
                </a:cubicBezTo>
                <a:cubicBezTo>
                  <a:pt x="1648155" y="2819400"/>
                  <a:pt x="1635492" y="2813206"/>
                  <a:pt x="1629210" y="2805636"/>
                </a:cubicBezTo>
                <a:close/>
                <a:moveTo>
                  <a:pt x="1417386" y="2745581"/>
                </a:moveTo>
                <a:cubicBezTo>
                  <a:pt x="1372960" y="2693853"/>
                  <a:pt x="1404331" y="2629879"/>
                  <a:pt x="1474453" y="2629202"/>
                </a:cubicBezTo>
                <a:cubicBezTo>
                  <a:pt x="1514035" y="2628821"/>
                  <a:pt x="1537456" y="2671928"/>
                  <a:pt x="1521905" y="2716538"/>
                </a:cubicBezTo>
                <a:cubicBezTo>
                  <a:pt x="1506064" y="2761981"/>
                  <a:pt x="1445843" y="2778714"/>
                  <a:pt x="1417386" y="2745581"/>
                </a:cubicBezTo>
                <a:close/>
                <a:moveTo>
                  <a:pt x="1824577" y="2722030"/>
                </a:moveTo>
                <a:cubicBezTo>
                  <a:pt x="1803367" y="2691748"/>
                  <a:pt x="1806177" y="2671193"/>
                  <a:pt x="1834580" y="2648851"/>
                </a:cubicBezTo>
                <a:cubicBezTo>
                  <a:pt x="1886571" y="2607955"/>
                  <a:pt x="1942504" y="2677120"/>
                  <a:pt x="1895475" y="2724150"/>
                </a:cubicBezTo>
                <a:cubicBezTo>
                  <a:pt x="1870493" y="2749131"/>
                  <a:pt x="1842983" y="2748308"/>
                  <a:pt x="1824577" y="2722030"/>
                </a:cubicBezTo>
                <a:close/>
                <a:moveTo>
                  <a:pt x="1109942" y="2701720"/>
                </a:moveTo>
                <a:cubicBezTo>
                  <a:pt x="1090417" y="2687442"/>
                  <a:pt x="1093449" y="2658965"/>
                  <a:pt x="1116007" y="2644760"/>
                </a:cubicBezTo>
                <a:cubicBezTo>
                  <a:pt x="1127512" y="2637516"/>
                  <a:pt x="1136027" y="2638211"/>
                  <a:pt x="1146964" y="2647287"/>
                </a:cubicBezTo>
                <a:cubicBezTo>
                  <a:pt x="1181568" y="2676006"/>
                  <a:pt x="1146098" y="2728158"/>
                  <a:pt x="1109942" y="2701720"/>
                </a:cubicBezTo>
                <a:close/>
                <a:moveTo>
                  <a:pt x="897469" y="2614072"/>
                </a:moveTo>
                <a:cubicBezTo>
                  <a:pt x="872594" y="2596649"/>
                  <a:pt x="870566" y="2574649"/>
                  <a:pt x="891127" y="2545294"/>
                </a:cubicBezTo>
                <a:cubicBezTo>
                  <a:pt x="917819" y="2507185"/>
                  <a:pt x="971550" y="2528136"/>
                  <a:pt x="971550" y="2576652"/>
                </a:cubicBezTo>
                <a:cubicBezTo>
                  <a:pt x="971550" y="2595825"/>
                  <a:pt x="941401" y="2628900"/>
                  <a:pt x="923925" y="2628900"/>
                </a:cubicBezTo>
                <a:cubicBezTo>
                  <a:pt x="921017" y="2628900"/>
                  <a:pt x="909112" y="2622227"/>
                  <a:pt x="897469" y="2614072"/>
                </a:cubicBezTo>
                <a:close/>
                <a:moveTo>
                  <a:pt x="2072972" y="2590108"/>
                </a:moveTo>
                <a:cubicBezTo>
                  <a:pt x="2024461" y="2551950"/>
                  <a:pt x="2062309" y="2468010"/>
                  <a:pt x="2121492" y="2482497"/>
                </a:cubicBezTo>
                <a:cubicBezTo>
                  <a:pt x="2176765" y="2496027"/>
                  <a:pt x="2180359" y="2570856"/>
                  <a:pt x="2127082" y="2598899"/>
                </a:cubicBezTo>
                <a:cubicBezTo>
                  <a:pt x="2100432" y="2612926"/>
                  <a:pt x="2102383" y="2613243"/>
                  <a:pt x="2072972" y="2590108"/>
                </a:cubicBezTo>
                <a:close/>
                <a:moveTo>
                  <a:pt x="1256827" y="2585468"/>
                </a:moveTo>
                <a:cubicBezTo>
                  <a:pt x="1239629" y="2564745"/>
                  <a:pt x="1256179" y="2520265"/>
                  <a:pt x="1282498" y="2516474"/>
                </a:cubicBezTo>
                <a:cubicBezTo>
                  <a:pt x="1304317" y="2513331"/>
                  <a:pt x="1333500" y="2536784"/>
                  <a:pt x="1333500" y="2557462"/>
                </a:cubicBezTo>
                <a:cubicBezTo>
                  <a:pt x="1333500" y="2593170"/>
                  <a:pt x="1279568" y="2612869"/>
                  <a:pt x="1256827" y="2585468"/>
                </a:cubicBezTo>
                <a:close/>
                <a:moveTo>
                  <a:pt x="1686304" y="2576970"/>
                </a:moveTo>
                <a:cubicBezTo>
                  <a:pt x="1661002" y="2546482"/>
                  <a:pt x="1698165" y="2499648"/>
                  <a:pt x="1731168" y="2520432"/>
                </a:cubicBezTo>
                <a:cubicBezTo>
                  <a:pt x="1754655" y="2535223"/>
                  <a:pt x="1757761" y="2563468"/>
                  <a:pt x="1737527" y="2578264"/>
                </a:cubicBezTo>
                <a:cubicBezTo>
                  <a:pt x="1715333" y="2594493"/>
                  <a:pt x="1700537" y="2594119"/>
                  <a:pt x="1686304" y="2576970"/>
                </a:cubicBezTo>
                <a:close/>
                <a:moveTo>
                  <a:pt x="729029" y="2508446"/>
                </a:moveTo>
                <a:cubicBezTo>
                  <a:pt x="719589" y="2458124"/>
                  <a:pt x="756543" y="2437603"/>
                  <a:pt x="784563" y="2477607"/>
                </a:cubicBezTo>
                <a:cubicBezTo>
                  <a:pt x="803420" y="2504529"/>
                  <a:pt x="787038" y="2543175"/>
                  <a:pt x="756768" y="2543175"/>
                </a:cubicBezTo>
                <a:cubicBezTo>
                  <a:pt x="739892" y="2543175"/>
                  <a:pt x="734210" y="2536061"/>
                  <a:pt x="729029" y="2508446"/>
                </a:cubicBezTo>
                <a:close/>
                <a:moveTo>
                  <a:pt x="1514854" y="2481720"/>
                </a:moveTo>
                <a:cubicBezTo>
                  <a:pt x="1498167" y="2461613"/>
                  <a:pt x="1506652" y="2434103"/>
                  <a:pt x="1530596" y="2430678"/>
                </a:cubicBezTo>
                <a:cubicBezTo>
                  <a:pt x="1559626" y="2426526"/>
                  <a:pt x="1577139" y="2460099"/>
                  <a:pt x="1556638" y="2480601"/>
                </a:cubicBezTo>
                <a:cubicBezTo>
                  <a:pt x="1538096" y="2499142"/>
                  <a:pt x="1529504" y="2499372"/>
                  <a:pt x="1514854" y="2481720"/>
                </a:cubicBezTo>
                <a:close/>
                <a:moveTo>
                  <a:pt x="1897380" y="2484120"/>
                </a:moveTo>
                <a:cubicBezTo>
                  <a:pt x="1881738" y="2468478"/>
                  <a:pt x="1883001" y="2433654"/>
                  <a:pt x="1899713" y="2419785"/>
                </a:cubicBezTo>
                <a:cubicBezTo>
                  <a:pt x="1919753" y="2403152"/>
                  <a:pt x="1954145" y="2411405"/>
                  <a:pt x="1962780" y="2434918"/>
                </a:cubicBezTo>
                <a:cubicBezTo>
                  <a:pt x="1977615" y="2475312"/>
                  <a:pt x="1926800" y="2513540"/>
                  <a:pt x="1897380" y="2484120"/>
                </a:cubicBezTo>
                <a:close/>
                <a:moveTo>
                  <a:pt x="1040557" y="2445543"/>
                </a:moveTo>
                <a:cubicBezTo>
                  <a:pt x="1007561" y="2404301"/>
                  <a:pt x="1025750" y="2351716"/>
                  <a:pt x="1076543" y="2341508"/>
                </a:cubicBezTo>
                <a:cubicBezTo>
                  <a:pt x="1150603" y="2326623"/>
                  <a:pt x="1147516" y="2325468"/>
                  <a:pt x="1150686" y="2369234"/>
                </a:cubicBezTo>
                <a:cubicBezTo>
                  <a:pt x="1153055" y="2401951"/>
                  <a:pt x="1149074" y="2414141"/>
                  <a:pt x="1129687" y="2433528"/>
                </a:cubicBezTo>
                <a:cubicBezTo>
                  <a:pt x="1103798" y="2459416"/>
                  <a:pt x="1056732" y="2465761"/>
                  <a:pt x="1040557" y="2445543"/>
                </a:cubicBezTo>
                <a:close/>
                <a:moveTo>
                  <a:pt x="1652185" y="2351898"/>
                </a:moveTo>
                <a:cubicBezTo>
                  <a:pt x="1625052" y="2299427"/>
                  <a:pt x="1660255" y="2259263"/>
                  <a:pt x="1725245" y="2268541"/>
                </a:cubicBezTo>
                <a:cubicBezTo>
                  <a:pt x="1739511" y="2270578"/>
                  <a:pt x="1750816" y="2281312"/>
                  <a:pt x="1756856" y="2298554"/>
                </a:cubicBezTo>
                <a:cubicBezTo>
                  <a:pt x="1781080" y="2367712"/>
                  <a:pt x="1685542" y="2416401"/>
                  <a:pt x="1652185" y="2351898"/>
                </a:cubicBezTo>
                <a:close/>
                <a:moveTo>
                  <a:pt x="2203222" y="2356142"/>
                </a:moveTo>
                <a:cubicBezTo>
                  <a:pt x="2196858" y="2339558"/>
                  <a:pt x="2209258" y="2313168"/>
                  <a:pt x="2226043" y="2307572"/>
                </a:cubicBezTo>
                <a:cubicBezTo>
                  <a:pt x="2245793" y="2300989"/>
                  <a:pt x="2267752" y="2333377"/>
                  <a:pt x="2257070" y="2353336"/>
                </a:cubicBezTo>
                <a:cubicBezTo>
                  <a:pt x="2245065" y="2375768"/>
                  <a:pt x="2211426" y="2377522"/>
                  <a:pt x="2203222" y="2356142"/>
                </a:cubicBezTo>
                <a:close/>
                <a:moveTo>
                  <a:pt x="1351242" y="2341128"/>
                </a:moveTo>
                <a:cubicBezTo>
                  <a:pt x="1326593" y="2321569"/>
                  <a:pt x="1320339" y="2277230"/>
                  <a:pt x="1339276" y="2256304"/>
                </a:cubicBezTo>
                <a:cubicBezTo>
                  <a:pt x="1357117" y="2236590"/>
                  <a:pt x="1385976" y="2232631"/>
                  <a:pt x="1395813" y="2248549"/>
                </a:cubicBezTo>
                <a:cubicBezTo>
                  <a:pt x="1399272" y="2254145"/>
                  <a:pt x="1408054" y="2256439"/>
                  <a:pt x="1415328" y="2253648"/>
                </a:cubicBezTo>
                <a:cubicBezTo>
                  <a:pt x="1438602" y="2244717"/>
                  <a:pt x="1443276" y="2293794"/>
                  <a:pt x="1421891" y="2322547"/>
                </a:cubicBezTo>
                <a:cubicBezTo>
                  <a:pt x="1400177" y="2351742"/>
                  <a:pt x="1373469" y="2358766"/>
                  <a:pt x="1351242" y="2341128"/>
                </a:cubicBezTo>
                <a:close/>
                <a:moveTo>
                  <a:pt x="830580" y="2331720"/>
                </a:moveTo>
                <a:cubicBezTo>
                  <a:pt x="803413" y="2304553"/>
                  <a:pt x="827365" y="2252107"/>
                  <a:pt x="863739" y="2259112"/>
                </a:cubicBezTo>
                <a:cubicBezTo>
                  <a:pt x="887472" y="2263682"/>
                  <a:pt x="902266" y="2309052"/>
                  <a:pt x="886297" y="2328293"/>
                </a:cubicBezTo>
                <a:cubicBezTo>
                  <a:pt x="871596" y="2346006"/>
                  <a:pt x="846414" y="2347554"/>
                  <a:pt x="830580" y="2331720"/>
                </a:cubicBezTo>
                <a:close/>
                <a:moveTo>
                  <a:pt x="1947827" y="2276436"/>
                </a:moveTo>
                <a:cubicBezTo>
                  <a:pt x="1924198" y="2250326"/>
                  <a:pt x="1941269" y="2209800"/>
                  <a:pt x="1975898" y="2209800"/>
                </a:cubicBezTo>
                <a:cubicBezTo>
                  <a:pt x="2019169" y="2209800"/>
                  <a:pt x="2029557" y="2265217"/>
                  <a:pt x="1990230" y="2286264"/>
                </a:cubicBezTo>
                <a:cubicBezTo>
                  <a:pt x="1967472" y="2298444"/>
                  <a:pt x="1967816" y="2298524"/>
                  <a:pt x="1947827" y="2276436"/>
                </a:cubicBezTo>
                <a:close/>
                <a:moveTo>
                  <a:pt x="2438400" y="2266950"/>
                </a:moveTo>
                <a:cubicBezTo>
                  <a:pt x="2412393" y="2240943"/>
                  <a:pt x="2414486" y="2204272"/>
                  <a:pt x="2443641" y="2175117"/>
                </a:cubicBezTo>
                <a:cubicBezTo>
                  <a:pt x="2483949" y="2134809"/>
                  <a:pt x="2543572" y="2159926"/>
                  <a:pt x="2545221" y="2217908"/>
                </a:cubicBezTo>
                <a:cubicBezTo>
                  <a:pt x="2546925" y="2277841"/>
                  <a:pt x="2480011" y="2308561"/>
                  <a:pt x="2438400" y="2266950"/>
                </a:cubicBezTo>
                <a:close/>
                <a:moveTo>
                  <a:pt x="2697230" y="2251248"/>
                </a:moveTo>
                <a:cubicBezTo>
                  <a:pt x="2699691" y="2229733"/>
                  <a:pt x="2705122" y="2224087"/>
                  <a:pt x="2723356" y="2224087"/>
                </a:cubicBezTo>
                <a:cubicBezTo>
                  <a:pt x="2757076" y="2224087"/>
                  <a:pt x="2757149" y="2241178"/>
                  <a:pt x="2723515" y="2261047"/>
                </a:cubicBezTo>
                <a:lnTo>
                  <a:pt x="2694122" y="2278409"/>
                </a:lnTo>
                <a:lnTo>
                  <a:pt x="2697230" y="2251248"/>
                </a:lnTo>
                <a:close/>
                <a:moveTo>
                  <a:pt x="974994" y="2205037"/>
                </a:moveTo>
                <a:cubicBezTo>
                  <a:pt x="961200" y="2169089"/>
                  <a:pt x="1003149" y="2136898"/>
                  <a:pt x="1024945" y="2166705"/>
                </a:cubicBezTo>
                <a:cubicBezTo>
                  <a:pt x="1033824" y="2178847"/>
                  <a:pt x="1034715" y="2189035"/>
                  <a:pt x="1027995" y="2201590"/>
                </a:cubicBezTo>
                <a:cubicBezTo>
                  <a:pt x="1016612" y="2222860"/>
                  <a:pt x="982680" y="2225067"/>
                  <a:pt x="974994" y="2205037"/>
                </a:cubicBezTo>
                <a:close/>
                <a:moveTo>
                  <a:pt x="2152650" y="2181225"/>
                </a:moveTo>
                <a:cubicBezTo>
                  <a:pt x="2119304" y="2147879"/>
                  <a:pt x="2138743" y="2085975"/>
                  <a:pt x="2182560" y="2085975"/>
                </a:cubicBezTo>
                <a:cubicBezTo>
                  <a:pt x="2203418" y="2085975"/>
                  <a:pt x="2238375" y="2121999"/>
                  <a:pt x="2238375" y="2143496"/>
                </a:cubicBezTo>
                <a:cubicBezTo>
                  <a:pt x="2238375" y="2165561"/>
                  <a:pt x="2206346" y="2200275"/>
                  <a:pt x="2185987" y="2200275"/>
                </a:cubicBezTo>
                <a:cubicBezTo>
                  <a:pt x="2178129" y="2200275"/>
                  <a:pt x="2163127" y="2191702"/>
                  <a:pt x="2152650" y="2181225"/>
                </a:cubicBezTo>
                <a:close/>
                <a:moveTo>
                  <a:pt x="1176446" y="2177719"/>
                </a:moveTo>
                <a:cubicBezTo>
                  <a:pt x="1166055" y="2170122"/>
                  <a:pt x="1161541" y="2156109"/>
                  <a:pt x="1163614" y="2137892"/>
                </a:cubicBezTo>
                <a:cubicBezTo>
                  <a:pt x="1167717" y="2101833"/>
                  <a:pt x="1211606" y="2092088"/>
                  <a:pt x="1228419" y="2123504"/>
                </a:cubicBezTo>
                <a:cubicBezTo>
                  <a:pt x="1248017" y="2160123"/>
                  <a:pt x="1208606" y="2201235"/>
                  <a:pt x="1176446" y="2177719"/>
                </a:cubicBezTo>
                <a:close/>
                <a:moveTo>
                  <a:pt x="1518361" y="2157412"/>
                </a:moveTo>
                <a:cubicBezTo>
                  <a:pt x="1503908" y="2135353"/>
                  <a:pt x="1503908" y="2131846"/>
                  <a:pt x="1518361" y="2109787"/>
                </a:cubicBezTo>
                <a:cubicBezTo>
                  <a:pt x="1537214" y="2081013"/>
                  <a:pt x="1555734" y="2079609"/>
                  <a:pt x="1581150" y="2105025"/>
                </a:cubicBezTo>
                <a:cubicBezTo>
                  <a:pt x="1604081" y="2127956"/>
                  <a:pt x="1604454" y="2132812"/>
                  <a:pt x="1585372" y="2160055"/>
                </a:cubicBezTo>
                <a:cubicBezTo>
                  <a:pt x="1565795" y="2188005"/>
                  <a:pt x="1537680" y="2186896"/>
                  <a:pt x="1518361" y="2157412"/>
                </a:cubicBezTo>
                <a:close/>
                <a:moveTo>
                  <a:pt x="1754981" y="2136816"/>
                </a:moveTo>
                <a:cubicBezTo>
                  <a:pt x="1739029" y="2130380"/>
                  <a:pt x="1739808" y="2091018"/>
                  <a:pt x="1756155" y="2077451"/>
                </a:cubicBezTo>
                <a:cubicBezTo>
                  <a:pt x="1784293" y="2054099"/>
                  <a:pt x="1818091" y="2090691"/>
                  <a:pt x="1799855" y="2124765"/>
                </a:cubicBezTo>
                <a:cubicBezTo>
                  <a:pt x="1790138" y="2142921"/>
                  <a:pt x="1778113" y="2146150"/>
                  <a:pt x="1754981" y="2136816"/>
                </a:cubicBezTo>
                <a:close/>
                <a:moveTo>
                  <a:pt x="2795792" y="2118156"/>
                </a:moveTo>
                <a:cubicBezTo>
                  <a:pt x="2777226" y="2099591"/>
                  <a:pt x="2780013" y="2077538"/>
                  <a:pt x="2802731" y="2063232"/>
                </a:cubicBezTo>
                <a:cubicBezTo>
                  <a:pt x="2835734" y="2042448"/>
                  <a:pt x="2872897" y="2089282"/>
                  <a:pt x="2847595" y="2119770"/>
                </a:cubicBezTo>
                <a:cubicBezTo>
                  <a:pt x="2832602" y="2137835"/>
                  <a:pt x="2814920" y="2137284"/>
                  <a:pt x="2795792" y="2118156"/>
                </a:cubicBezTo>
                <a:close/>
                <a:moveTo>
                  <a:pt x="788193" y="2113787"/>
                </a:moveTo>
                <a:cubicBezTo>
                  <a:pt x="761340" y="2098146"/>
                  <a:pt x="765579" y="2033159"/>
                  <a:pt x="794698" y="2014080"/>
                </a:cubicBezTo>
                <a:cubicBezTo>
                  <a:pt x="839458" y="1984752"/>
                  <a:pt x="886904" y="2036907"/>
                  <a:pt x="861218" y="2087201"/>
                </a:cubicBezTo>
                <a:cubicBezTo>
                  <a:pt x="843293" y="2122296"/>
                  <a:pt x="818377" y="2131367"/>
                  <a:pt x="788193" y="2113787"/>
                </a:cubicBezTo>
                <a:close/>
                <a:moveTo>
                  <a:pt x="1304925" y="2028825"/>
                </a:moveTo>
                <a:cubicBezTo>
                  <a:pt x="1279229" y="2003129"/>
                  <a:pt x="1280580" y="1960919"/>
                  <a:pt x="1307920" y="1935235"/>
                </a:cubicBezTo>
                <a:cubicBezTo>
                  <a:pt x="1338423" y="1906578"/>
                  <a:pt x="1375079" y="1908596"/>
                  <a:pt x="1400022" y="1940306"/>
                </a:cubicBezTo>
                <a:cubicBezTo>
                  <a:pt x="1449372" y="2003045"/>
                  <a:pt x="1361209" y="2085109"/>
                  <a:pt x="1304925" y="2028825"/>
                </a:cubicBezTo>
                <a:close/>
                <a:moveTo>
                  <a:pt x="1919827" y="2026705"/>
                </a:moveTo>
                <a:cubicBezTo>
                  <a:pt x="1890409" y="1984705"/>
                  <a:pt x="1914023" y="1931710"/>
                  <a:pt x="1968217" y="1918108"/>
                </a:cubicBezTo>
                <a:cubicBezTo>
                  <a:pt x="2031024" y="1902345"/>
                  <a:pt x="2062085" y="2003114"/>
                  <a:pt x="2005967" y="2040585"/>
                </a:cubicBezTo>
                <a:cubicBezTo>
                  <a:pt x="1983133" y="2055832"/>
                  <a:pt x="1934770" y="2048039"/>
                  <a:pt x="1919827" y="2026705"/>
                </a:cubicBezTo>
                <a:close/>
                <a:moveTo>
                  <a:pt x="968776" y="1994301"/>
                </a:moveTo>
                <a:cubicBezTo>
                  <a:pt x="956162" y="1981687"/>
                  <a:pt x="961956" y="1945164"/>
                  <a:pt x="977519" y="1939192"/>
                </a:cubicBezTo>
                <a:cubicBezTo>
                  <a:pt x="998629" y="1931091"/>
                  <a:pt x="1020720" y="1951336"/>
                  <a:pt x="1017253" y="1975604"/>
                </a:cubicBezTo>
                <a:cubicBezTo>
                  <a:pt x="1014436" y="1995318"/>
                  <a:pt x="982219" y="2007744"/>
                  <a:pt x="968776" y="1994301"/>
                </a:cubicBezTo>
                <a:close/>
                <a:moveTo>
                  <a:pt x="2863849" y="1955799"/>
                </a:moveTo>
                <a:cubicBezTo>
                  <a:pt x="2852790" y="1944740"/>
                  <a:pt x="2856985" y="1907759"/>
                  <a:pt x="2870580" y="1896476"/>
                </a:cubicBezTo>
                <a:cubicBezTo>
                  <a:pt x="2899200" y="1872723"/>
                  <a:pt x="2938403" y="1919241"/>
                  <a:pt x="2914270" y="1948319"/>
                </a:cubicBezTo>
                <a:cubicBezTo>
                  <a:pt x="2902325" y="1962712"/>
                  <a:pt x="2874840" y="1966790"/>
                  <a:pt x="2863849" y="1955799"/>
                </a:cubicBezTo>
                <a:close/>
                <a:moveTo>
                  <a:pt x="1581150" y="1933575"/>
                </a:moveTo>
                <a:cubicBezTo>
                  <a:pt x="1543086" y="1895511"/>
                  <a:pt x="1563171" y="1838325"/>
                  <a:pt x="1614603" y="1838325"/>
                </a:cubicBezTo>
                <a:cubicBezTo>
                  <a:pt x="1670979" y="1838325"/>
                  <a:pt x="1692524" y="1897039"/>
                  <a:pt x="1651283" y="1938281"/>
                </a:cubicBezTo>
                <a:cubicBezTo>
                  <a:pt x="1631482" y="1958081"/>
                  <a:pt x="1603798" y="1956223"/>
                  <a:pt x="1581150" y="1933575"/>
                </a:cubicBezTo>
                <a:close/>
                <a:moveTo>
                  <a:pt x="1791309" y="1939071"/>
                </a:moveTo>
                <a:cubicBezTo>
                  <a:pt x="1776523" y="1921255"/>
                  <a:pt x="1785905" y="1905000"/>
                  <a:pt x="1810974" y="1905000"/>
                </a:cubicBezTo>
                <a:cubicBezTo>
                  <a:pt x="1825213" y="1905000"/>
                  <a:pt x="1829344" y="1910304"/>
                  <a:pt x="1827081" y="1925685"/>
                </a:cubicBezTo>
                <a:cubicBezTo>
                  <a:pt x="1823277" y="1951533"/>
                  <a:pt x="1806776" y="1957708"/>
                  <a:pt x="1791309" y="1939071"/>
                </a:cubicBezTo>
                <a:close/>
                <a:moveTo>
                  <a:pt x="2168029" y="1921263"/>
                </a:moveTo>
                <a:cubicBezTo>
                  <a:pt x="2146915" y="1905825"/>
                  <a:pt x="2150610" y="1868218"/>
                  <a:pt x="2174677" y="1853585"/>
                </a:cubicBezTo>
                <a:cubicBezTo>
                  <a:pt x="2201613" y="1837208"/>
                  <a:pt x="2234728" y="1880596"/>
                  <a:pt x="2216381" y="1908227"/>
                </a:cubicBezTo>
                <a:cubicBezTo>
                  <a:pt x="2199444" y="1933735"/>
                  <a:pt x="2188954" y="1936564"/>
                  <a:pt x="2168029" y="1921263"/>
                </a:cubicBezTo>
                <a:close/>
                <a:moveTo>
                  <a:pt x="1106805" y="1903095"/>
                </a:moveTo>
                <a:cubicBezTo>
                  <a:pt x="1091163" y="1887453"/>
                  <a:pt x="1092426" y="1852629"/>
                  <a:pt x="1109138" y="1838760"/>
                </a:cubicBezTo>
                <a:cubicBezTo>
                  <a:pt x="1129178" y="1822127"/>
                  <a:pt x="1163570" y="1830380"/>
                  <a:pt x="1172205" y="1853893"/>
                </a:cubicBezTo>
                <a:cubicBezTo>
                  <a:pt x="1187040" y="1894287"/>
                  <a:pt x="1136225" y="1932515"/>
                  <a:pt x="1106805" y="1903095"/>
                </a:cubicBezTo>
                <a:close/>
                <a:moveTo>
                  <a:pt x="835024" y="1879599"/>
                </a:moveTo>
                <a:cubicBezTo>
                  <a:pt x="823291" y="1867866"/>
                  <a:pt x="828536" y="1831247"/>
                  <a:pt x="843760" y="1818612"/>
                </a:cubicBezTo>
                <a:cubicBezTo>
                  <a:pt x="873454" y="1793968"/>
                  <a:pt x="910664" y="1841732"/>
                  <a:pt x="885445" y="1872120"/>
                </a:cubicBezTo>
                <a:cubicBezTo>
                  <a:pt x="873500" y="1886512"/>
                  <a:pt x="846015" y="1890590"/>
                  <a:pt x="835024" y="1879599"/>
                </a:cubicBezTo>
                <a:close/>
                <a:moveTo>
                  <a:pt x="1267134" y="1781753"/>
                </a:moveTo>
                <a:cubicBezTo>
                  <a:pt x="1243386" y="1737380"/>
                  <a:pt x="1301011" y="1702855"/>
                  <a:pt x="1327716" y="1745456"/>
                </a:cubicBezTo>
                <a:cubicBezTo>
                  <a:pt x="1335298" y="1757551"/>
                  <a:pt x="1335298" y="1766698"/>
                  <a:pt x="1327716" y="1778793"/>
                </a:cubicBezTo>
                <a:cubicBezTo>
                  <a:pt x="1312287" y="1803406"/>
                  <a:pt x="1279578" y="1805004"/>
                  <a:pt x="1267134" y="1781753"/>
                </a:cubicBezTo>
                <a:close/>
                <a:moveTo>
                  <a:pt x="672192" y="1775732"/>
                </a:moveTo>
                <a:cubicBezTo>
                  <a:pt x="652305" y="1755844"/>
                  <a:pt x="653266" y="1730560"/>
                  <a:pt x="674643" y="1711213"/>
                </a:cubicBezTo>
                <a:cubicBezTo>
                  <a:pt x="696390" y="1691533"/>
                  <a:pt x="708910" y="1691346"/>
                  <a:pt x="727982" y="1710417"/>
                </a:cubicBezTo>
                <a:cubicBezTo>
                  <a:pt x="754990" y="1737425"/>
                  <a:pt x="736479" y="1790700"/>
                  <a:pt x="700087" y="1790700"/>
                </a:cubicBezTo>
                <a:cubicBezTo>
                  <a:pt x="692977" y="1790700"/>
                  <a:pt x="680425" y="1783964"/>
                  <a:pt x="672192" y="1775732"/>
                </a:cubicBezTo>
                <a:close/>
                <a:moveTo>
                  <a:pt x="1859280" y="1779270"/>
                </a:moveTo>
                <a:cubicBezTo>
                  <a:pt x="1829800" y="1749790"/>
                  <a:pt x="1867829" y="1694607"/>
                  <a:pt x="1904207" y="1714075"/>
                </a:cubicBezTo>
                <a:cubicBezTo>
                  <a:pt x="1938530" y="1732444"/>
                  <a:pt x="1924649" y="1790700"/>
                  <a:pt x="1885950" y="1790700"/>
                </a:cubicBezTo>
                <a:cubicBezTo>
                  <a:pt x="1877568" y="1790700"/>
                  <a:pt x="1865566" y="1785556"/>
                  <a:pt x="1859280" y="1779270"/>
                </a:cubicBezTo>
                <a:close/>
                <a:moveTo>
                  <a:pt x="2936703" y="1781108"/>
                </a:moveTo>
                <a:cubicBezTo>
                  <a:pt x="2889955" y="1762273"/>
                  <a:pt x="2883172" y="1708220"/>
                  <a:pt x="2923789" y="1678191"/>
                </a:cubicBezTo>
                <a:cubicBezTo>
                  <a:pt x="2958710" y="1652372"/>
                  <a:pt x="2975944" y="1651969"/>
                  <a:pt x="3000375" y="1676400"/>
                </a:cubicBezTo>
                <a:cubicBezTo>
                  <a:pt x="3027783" y="1703808"/>
                  <a:pt x="3025033" y="1746805"/>
                  <a:pt x="2994327" y="1770958"/>
                </a:cubicBezTo>
                <a:cubicBezTo>
                  <a:pt x="2966476" y="1792866"/>
                  <a:pt x="2966066" y="1792939"/>
                  <a:pt x="2936703" y="1781108"/>
                </a:cubicBezTo>
                <a:close/>
                <a:moveTo>
                  <a:pt x="946782" y="1735785"/>
                </a:moveTo>
                <a:cubicBezTo>
                  <a:pt x="904343" y="1707448"/>
                  <a:pt x="913208" y="1639470"/>
                  <a:pt x="961977" y="1619269"/>
                </a:cubicBezTo>
                <a:cubicBezTo>
                  <a:pt x="1026510" y="1592539"/>
                  <a:pt x="1078524" y="1674200"/>
                  <a:pt x="1028700" y="1724025"/>
                </a:cubicBezTo>
                <a:cubicBezTo>
                  <a:pt x="1009751" y="1742973"/>
                  <a:pt x="966785" y="1749141"/>
                  <a:pt x="946782" y="1735785"/>
                </a:cubicBezTo>
                <a:close/>
                <a:moveTo>
                  <a:pt x="1449919" y="1728247"/>
                </a:moveTo>
                <a:cubicBezTo>
                  <a:pt x="1415739" y="1704306"/>
                  <a:pt x="1426420" y="1649983"/>
                  <a:pt x="1468137" y="1635587"/>
                </a:cubicBezTo>
                <a:cubicBezTo>
                  <a:pt x="1493024" y="1626998"/>
                  <a:pt x="1524000" y="1654910"/>
                  <a:pt x="1524000" y="1685925"/>
                </a:cubicBezTo>
                <a:cubicBezTo>
                  <a:pt x="1524000" y="1709893"/>
                  <a:pt x="1496349" y="1743075"/>
                  <a:pt x="1476375" y="1743075"/>
                </a:cubicBezTo>
                <a:cubicBezTo>
                  <a:pt x="1473467" y="1743075"/>
                  <a:pt x="1461562" y="1736402"/>
                  <a:pt x="1449919" y="1728247"/>
                </a:cubicBezTo>
                <a:close/>
                <a:moveTo>
                  <a:pt x="1652750" y="1727590"/>
                </a:moveTo>
                <a:cubicBezTo>
                  <a:pt x="1615882" y="1690721"/>
                  <a:pt x="1661097" y="1623879"/>
                  <a:pt x="1703035" y="1653253"/>
                </a:cubicBezTo>
                <a:cubicBezTo>
                  <a:pt x="1730121" y="1672225"/>
                  <a:pt x="1730032" y="1709211"/>
                  <a:pt x="1702855" y="1728247"/>
                </a:cubicBezTo>
                <a:cubicBezTo>
                  <a:pt x="1676380" y="1746791"/>
                  <a:pt x="1671893" y="1746732"/>
                  <a:pt x="1652750" y="1727590"/>
                </a:cubicBezTo>
                <a:close/>
                <a:moveTo>
                  <a:pt x="2078569" y="1718722"/>
                </a:moveTo>
                <a:cubicBezTo>
                  <a:pt x="2041166" y="1692524"/>
                  <a:pt x="2059916" y="1628775"/>
                  <a:pt x="2105025" y="1628775"/>
                </a:cubicBezTo>
                <a:cubicBezTo>
                  <a:pt x="2150133" y="1628775"/>
                  <a:pt x="2168883" y="1692524"/>
                  <a:pt x="2131480" y="1718722"/>
                </a:cubicBezTo>
                <a:cubicBezTo>
                  <a:pt x="2119837" y="1726877"/>
                  <a:pt x="2107932" y="1733550"/>
                  <a:pt x="2105025" y="1733550"/>
                </a:cubicBezTo>
                <a:cubicBezTo>
                  <a:pt x="2102117" y="1733550"/>
                  <a:pt x="2090212" y="1726877"/>
                  <a:pt x="2078569" y="1718722"/>
                </a:cubicBezTo>
                <a:close/>
                <a:moveTo>
                  <a:pt x="2289657" y="1653143"/>
                </a:moveTo>
                <a:cubicBezTo>
                  <a:pt x="2282072" y="1633377"/>
                  <a:pt x="2288810" y="1607191"/>
                  <a:pt x="2302668" y="1602576"/>
                </a:cubicBezTo>
                <a:cubicBezTo>
                  <a:pt x="2310716" y="1599897"/>
                  <a:pt x="2314575" y="1609674"/>
                  <a:pt x="2314575" y="1632743"/>
                </a:cubicBezTo>
                <a:cubicBezTo>
                  <a:pt x="2314575" y="1666841"/>
                  <a:pt x="2299614" y="1679090"/>
                  <a:pt x="2289657" y="1653143"/>
                </a:cubicBezTo>
                <a:close/>
                <a:moveTo>
                  <a:pt x="1137389" y="1634761"/>
                </a:moveTo>
                <a:cubicBezTo>
                  <a:pt x="1126800" y="1607167"/>
                  <a:pt x="1137587" y="1585912"/>
                  <a:pt x="1162180" y="1585912"/>
                </a:cubicBezTo>
                <a:cubicBezTo>
                  <a:pt x="1182143" y="1585912"/>
                  <a:pt x="1185862" y="1590399"/>
                  <a:pt x="1185862" y="1614487"/>
                </a:cubicBezTo>
                <a:cubicBezTo>
                  <a:pt x="1185862" y="1646442"/>
                  <a:pt x="1147955" y="1662297"/>
                  <a:pt x="1137389" y="1634761"/>
                </a:cubicBezTo>
                <a:close/>
                <a:moveTo>
                  <a:pt x="3051710" y="1586605"/>
                </a:moveTo>
                <a:cubicBezTo>
                  <a:pt x="3041140" y="1559060"/>
                  <a:pt x="3052304" y="1528827"/>
                  <a:pt x="3074193" y="1525718"/>
                </a:cubicBezTo>
                <a:cubicBezTo>
                  <a:pt x="3091491" y="1523262"/>
                  <a:pt x="3095625" y="1527245"/>
                  <a:pt x="3095625" y="1546371"/>
                </a:cubicBezTo>
                <a:cubicBezTo>
                  <a:pt x="3095625" y="1593962"/>
                  <a:pt x="3065222" y="1621816"/>
                  <a:pt x="3051710" y="1586605"/>
                </a:cubicBezTo>
                <a:close/>
                <a:moveTo>
                  <a:pt x="1329730" y="1560627"/>
                </a:moveTo>
                <a:cubicBezTo>
                  <a:pt x="1309433" y="1531649"/>
                  <a:pt x="1325838" y="1502775"/>
                  <a:pt x="1360334" y="1506760"/>
                </a:cubicBezTo>
                <a:cubicBezTo>
                  <a:pt x="1389107" y="1510084"/>
                  <a:pt x="1400380" y="1543660"/>
                  <a:pt x="1380689" y="1567386"/>
                </a:cubicBezTo>
                <a:cubicBezTo>
                  <a:pt x="1364522" y="1586866"/>
                  <a:pt x="1346428" y="1584466"/>
                  <a:pt x="1329730" y="1560627"/>
                </a:cubicBezTo>
                <a:close/>
                <a:moveTo>
                  <a:pt x="744855" y="1541145"/>
                </a:moveTo>
                <a:cubicBezTo>
                  <a:pt x="727975" y="1524265"/>
                  <a:pt x="730889" y="1507806"/>
                  <a:pt x="753568" y="1491921"/>
                </a:cubicBezTo>
                <a:cubicBezTo>
                  <a:pt x="777504" y="1475155"/>
                  <a:pt x="797136" y="1480608"/>
                  <a:pt x="805286" y="1506287"/>
                </a:cubicBezTo>
                <a:cubicBezTo>
                  <a:pt x="816580" y="1541871"/>
                  <a:pt x="771553" y="1567843"/>
                  <a:pt x="744855" y="1541145"/>
                </a:cubicBezTo>
                <a:close/>
                <a:moveTo>
                  <a:pt x="1889757" y="1545285"/>
                </a:moveTo>
                <a:cubicBezTo>
                  <a:pt x="1853815" y="1521286"/>
                  <a:pt x="1849752" y="1473606"/>
                  <a:pt x="1880986" y="1442372"/>
                </a:cubicBezTo>
                <a:cubicBezTo>
                  <a:pt x="1937775" y="1385583"/>
                  <a:pt x="2013329" y="1464364"/>
                  <a:pt x="1966372" y="1531405"/>
                </a:cubicBezTo>
                <a:cubicBezTo>
                  <a:pt x="1951599" y="1552497"/>
                  <a:pt x="1911450" y="1559770"/>
                  <a:pt x="1889757" y="1545285"/>
                </a:cubicBezTo>
                <a:close/>
                <a:moveTo>
                  <a:pt x="938623" y="1520716"/>
                </a:moveTo>
                <a:cubicBezTo>
                  <a:pt x="918691" y="1506141"/>
                  <a:pt x="922072" y="1468178"/>
                  <a:pt x="944557" y="1454087"/>
                </a:cubicBezTo>
                <a:cubicBezTo>
                  <a:pt x="956028" y="1446899"/>
                  <a:pt x="964610" y="1447613"/>
                  <a:pt x="975514" y="1456662"/>
                </a:cubicBezTo>
                <a:cubicBezTo>
                  <a:pt x="1011609" y="1486619"/>
                  <a:pt x="976163" y="1548165"/>
                  <a:pt x="938623" y="1520716"/>
                </a:cubicBezTo>
                <a:close/>
                <a:moveTo>
                  <a:pt x="1486744" y="1510729"/>
                </a:moveTo>
                <a:cubicBezTo>
                  <a:pt x="1472879" y="1494023"/>
                  <a:pt x="1488090" y="1457325"/>
                  <a:pt x="1508881" y="1457325"/>
                </a:cubicBezTo>
                <a:cubicBezTo>
                  <a:pt x="1531018" y="1457325"/>
                  <a:pt x="1548008" y="1485430"/>
                  <a:pt x="1536714" y="1503367"/>
                </a:cubicBezTo>
                <a:cubicBezTo>
                  <a:pt x="1523293" y="1524679"/>
                  <a:pt x="1501042" y="1527957"/>
                  <a:pt x="1486744" y="1510729"/>
                </a:cubicBezTo>
                <a:close/>
                <a:moveTo>
                  <a:pt x="1676502" y="1509836"/>
                </a:moveTo>
                <a:cubicBezTo>
                  <a:pt x="1658199" y="1487781"/>
                  <a:pt x="1672369" y="1447800"/>
                  <a:pt x="1698488" y="1447800"/>
                </a:cubicBezTo>
                <a:cubicBezTo>
                  <a:pt x="1739264" y="1447800"/>
                  <a:pt x="1755589" y="1481549"/>
                  <a:pt x="1728107" y="1509032"/>
                </a:cubicBezTo>
                <a:cubicBezTo>
                  <a:pt x="1709326" y="1527812"/>
                  <a:pt x="1691650" y="1528087"/>
                  <a:pt x="1676502" y="1509836"/>
                </a:cubicBezTo>
                <a:close/>
                <a:moveTo>
                  <a:pt x="2163793" y="1477576"/>
                </a:moveTo>
                <a:cubicBezTo>
                  <a:pt x="2156597" y="1473015"/>
                  <a:pt x="2152482" y="1457647"/>
                  <a:pt x="2154268" y="1442003"/>
                </a:cubicBezTo>
                <a:cubicBezTo>
                  <a:pt x="2158487" y="1405041"/>
                  <a:pt x="2212551" y="1400278"/>
                  <a:pt x="2217674" y="1436418"/>
                </a:cubicBezTo>
                <a:cubicBezTo>
                  <a:pt x="2222991" y="1473918"/>
                  <a:pt x="2193526" y="1496425"/>
                  <a:pt x="2163793" y="1477576"/>
                </a:cubicBezTo>
                <a:close/>
                <a:moveTo>
                  <a:pt x="1177813" y="1439906"/>
                </a:moveTo>
                <a:cubicBezTo>
                  <a:pt x="1140826" y="1399036"/>
                  <a:pt x="1174360" y="1334487"/>
                  <a:pt x="1225864" y="1347413"/>
                </a:cubicBezTo>
                <a:cubicBezTo>
                  <a:pt x="1257143" y="1355264"/>
                  <a:pt x="1266481" y="1367542"/>
                  <a:pt x="1266679" y="1401079"/>
                </a:cubicBezTo>
                <a:cubicBezTo>
                  <a:pt x="1266965" y="1449530"/>
                  <a:pt x="1209317" y="1474717"/>
                  <a:pt x="1177813" y="1439906"/>
                </a:cubicBezTo>
                <a:close/>
                <a:moveTo>
                  <a:pt x="628177" y="1413893"/>
                </a:moveTo>
                <a:cubicBezTo>
                  <a:pt x="612208" y="1394652"/>
                  <a:pt x="627002" y="1349282"/>
                  <a:pt x="650735" y="1344712"/>
                </a:cubicBezTo>
                <a:cubicBezTo>
                  <a:pt x="673698" y="1340289"/>
                  <a:pt x="695325" y="1359902"/>
                  <a:pt x="695325" y="1385148"/>
                </a:cubicBezTo>
                <a:cubicBezTo>
                  <a:pt x="695325" y="1425260"/>
                  <a:pt x="652740" y="1443489"/>
                  <a:pt x="628177" y="1413893"/>
                </a:cubicBezTo>
                <a:close/>
                <a:moveTo>
                  <a:pt x="2926080" y="1407795"/>
                </a:moveTo>
                <a:cubicBezTo>
                  <a:pt x="2919793" y="1401508"/>
                  <a:pt x="2914650" y="1387363"/>
                  <a:pt x="2914650" y="1376362"/>
                </a:cubicBezTo>
                <a:cubicBezTo>
                  <a:pt x="2914650" y="1331454"/>
                  <a:pt x="2973753" y="1315985"/>
                  <a:pt x="2992034" y="1356107"/>
                </a:cubicBezTo>
                <a:cubicBezTo>
                  <a:pt x="3012422" y="1400855"/>
                  <a:pt x="2960125" y="1441840"/>
                  <a:pt x="2926080" y="1407795"/>
                </a:cubicBezTo>
                <a:close/>
                <a:moveTo>
                  <a:pt x="1004156" y="1338739"/>
                </a:moveTo>
                <a:cubicBezTo>
                  <a:pt x="992471" y="1292185"/>
                  <a:pt x="1045362" y="1267141"/>
                  <a:pt x="1070541" y="1307306"/>
                </a:cubicBezTo>
                <a:cubicBezTo>
                  <a:pt x="1084886" y="1330191"/>
                  <a:pt x="1067386" y="1356441"/>
                  <a:pt x="1035215" y="1360294"/>
                </a:cubicBezTo>
                <a:cubicBezTo>
                  <a:pt x="1015233" y="1362687"/>
                  <a:pt x="1009097" y="1358429"/>
                  <a:pt x="1004156" y="1338739"/>
                </a:cubicBezTo>
                <a:close/>
                <a:moveTo>
                  <a:pt x="1529442" y="1347107"/>
                </a:moveTo>
                <a:cubicBezTo>
                  <a:pt x="1497358" y="1315022"/>
                  <a:pt x="1519927" y="1247775"/>
                  <a:pt x="1562780" y="1247775"/>
                </a:cubicBezTo>
                <a:cubicBezTo>
                  <a:pt x="1585820" y="1247775"/>
                  <a:pt x="1619250" y="1280352"/>
                  <a:pt x="1619250" y="1302805"/>
                </a:cubicBezTo>
                <a:cubicBezTo>
                  <a:pt x="1619250" y="1351030"/>
                  <a:pt x="1561736" y="1379401"/>
                  <a:pt x="1529442" y="1347107"/>
                </a:cubicBezTo>
                <a:close/>
                <a:moveTo>
                  <a:pt x="1771650" y="1333500"/>
                </a:moveTo>
                <a:cubicBezTo>
                  <a:pt x="1750245" y="1293505"/>
                  <a:pt x="1791714" y="1259675"/>
                  <a:pt x="1823357" y="1291317"/>
                </a:cubicBezTo>
                <a:cubicBezTo>
                  <a:pt x="1841064" y="1309025"/>
                  <a:pt x="1841216" y="1310298"/>
                  <a:pt x="1828464" y="1334126"/>
                </a:cubicBezTo>
                <a:cubicBezTo>
                  <a:pt x="1815643" y="1358083"/>
                  <a:pt x="1784623" y="1357741"/>
                  <a:pt x="1771650" y="1333500"/>
                </a:cubicBezTo>
                <a:close/>
                <a:moveTo>
                  <a:pt x="2000057" y="1323615"/>
                </a:moveTo>
                <a:cubicBezTo>
                  <a:pt x="1987665" y="1300460"/>
                  <a:pt x="1995269" y="1270774"/>
                  <a:pt x="2015590" y="1262976"/>
                </a:cubicBezTo>
                <a:cubicBezTo>
                  <a:pt x="2037972" y="1254387"/>
                  <a:pt x="2066925" y="1274475"/>
                  <a:pt x="2066925" y="1298592"/>
                </a:cubicBezTo>
                <a:cubicBezTo>
                  <a:pt x="2066925" y="1341770"/>
                  <a:pt x="2019309" y="1359588"/>
                  <a:pt x="2000057" y="1323615"/>
                </a:cubicBezTo>
                <a:close/>
                <a:moveTo>
                  <a:pt x="1393848" y="1318572"/>
                </a:moveTo>
                <a:cubicBezTo>
                  <a:pt x="1390698" y="1310361"/>
                  <a:pt x="1392794" y="1298970"/>
                  <a:pt x="1398506" y="1293258"/>
                </a:cubicBezTo>
                <a:cubicBezTo>
                  <a:pt x="1412259" y="1279505"/>
                  <a:pt x="1439190" y="1300981"/>
                  <a:pt x="1431927" y="1319908"/>
                </a:cubicBezTo>
                <a:cubicBezTo>
                  <a:pt x="1424959" y="1338066"/>
                  <a:pt x="1401006" y="1337225"/>
                  <a:pt x="1393848" y="1318572"/>
                </a:cubicBezTo>
                <a:close/>
                <a:moveTo>
                  <a:pt x="796622" y="1304233"/>
                </a:moveTo>
                <a:cubicBezTo>
                  <a:pt x="753230" y="1270101"/>
                  <a:pt x="774143" y="1200150"/>
                  <a:pt x="827738" y="1200150"/>
                </a:cubicBezTo>
                <a:cubicBezTo>
                  <a:pt x="880642" y="1200150"/>
                  <a:pt x="905318" y="1266381"/>
                  <a:pt x="866775" y="1304925"/>
                </a:cubicBezTo>
                <a:cubicBezTo>
                  <a:pt x="842643" y="1329056"/>
                  <a:pt x="827995" y="1328912"/>
                  <a:pt x="796622" y="1304233"/>
                </a:cubicBezTo>
                <a:close/>
                <a:moveTo>
                  <a:pt x="2189543" y="1234670"/>
                </a:moveTo>
                <a:cubicBezTo>
                  <a:pt x="2164534" y="1222201"/>
                  <a:pt x="2149126" y="1167380"/>
                  <a:pt x="2163227" y="1141033"/>
                </a:cubicBezTo>
                <a:cubicBezTo>
                  <a:pt x="2176594" y="1116056"/>
                  <a:pt x="2215342" y="1109624"/>
                  <a:pt x="2243055" y="1127782"/>
                </a:cubicBezTo>
                <a:cubicBezTo>
                  <a:pt x="2307486" y="1169999"/>
                  <a:pt x="2258018" y="1268808"/>
                  <a:pt x="2189543" y="1234670"/>
                </a:cubicBezTo>
                <a:close/>
                <a:moveTo>
                  <a:pt x="2807981" y="1223610"/>
                </a:moveTo>
                <a:cubicBezTo>
                  <a:pt x="2799029" y="1203963"/>
                  <a:pt x="2799759" y="1196658"/>
                  <a:pt x="2811886" y="1184531"/>
                </a:cubicBezTo>
                <a:cubicBezTo>
                  <a:pt x="2841965" y="1154452"/>
                  <a:pt x="2887016" y="1191370"/>
                  <a:pt x="2866655" y="1229415"/>
                </a:cubicBezTo>
                <a:cubicBezTo>
                  <a:pt x="2852659" y="1255566"/>
                  <a:pt x="2821120" y="1252446"/>
                  <a:pt x="2807981" y="1223610"/>
                </a:cubicBezTo>
                <a:close/>
                <a:moveTo>
                  <a:pt x="1282588" y="1192256"/>
                </a:moveTo>
                <a:cubicBezTo>
                  <a:pt x="1234293" y="1138890"/>
                  <a:pt x="1303121" y="1071496"/>
                  <a:pt x="1359693" y="1116757"/>
                </a:cubicBezTo>
                <a:cubicBezTo>
                  <a:pt x="1374149" y="1128322"/>
                  <a:pt x="1375187" y="1166124"/>
                  <a:pt x="1361739" y="1191251"/>
                </a:cubicBezTo>
                <a:cubicBezTo>
                  <a:pt x="1349047" y="1214966"/>
                  <a:pt x="1303663" y="1215543"/>
                  <a:pt x="1282588" y="1192256"/>
                </a:cubicBezTo>
                <a:close/>
                <a:moveTo>
                  <a:pt x="1647825" y="1162050"/>
                </a:moveTo>
                <a:cubicBezTo>
                  <a:pt x="1633576" y="1135426"/>
                  <a:pt x="1651383" y="1104900"/>
                  <a:pt x="1681162" y="1104900"/>
                </a:cubicBezTo>
                <a:cubicBezTo>
                  <a:pt x="1709453" y="1104900"/>
                  <a:pt x="1724679" y="1130543"/>
                  <a:pt x="1713681" y="1159668"/>
                </a:cubicBezTo>
                <a:cubicBezTo>
                  <a:pt x="1703257" y="1187273"/>
                  <a:pt x="1662120" y="1188761"/>
                  <a:pt x="1647825" y="1162050"/>
                </a:cubicBezTo>
                <a:close/>
                <a:moveTo>
                  <a:pt x="1032767" y="1164285"/>
                </a:moveTo>
                <a:cubicBezTo>
                  <a:pt x="1014154" y="1151540"/>
                  <a:pt x="1010891" y="1126416"/>
                  <a:pt x="1025196" y="1105993"/>
                </a:cubicBezTo>
                <a:cubicBezTo>
                  <a:pt x="1049633" y="1071104"/>
                  <a:pt x="1095375" y="1085912"/>
                  <a:pt x="1095375" y="1128712"/>
                </a:cubicBezTo>
                <a:cubicBezTo>
                  <a:pt x="1095375" y="1163357"/>
                  <a:pt x="1060419" y="1183219"/>
                  <a:pt x="1032767" y="1164285"/>
                </a:cubicBezTo>
                <a:close/>
                <a:moveTo>
                  <a:pt x="1880926" y="1142711"/>
                </a:moveTo>
                <a:cubicBezTo>
                  <a:pt x="1860798" y="1120470"/>
                  <a:pt x="1869122" y="1081108"/>
                  <a:pt x="1897754" y="1063137"/>
                </a:cubicBezTo>
                <a:cubicBezTo>
                  <a:pt x="1919536" y="1049465"/>
                  <a:pt x="1965634" y="1076157"/>
                  <a:pt x="1970059" y="1105004"/>
                </a:cubicBezTo>
                <a:cubicBezTo>
                  <a:pt x="1977390" y="1152808"/>
                  <a:pt x="1914240" y="1179523"/>
                  <a:pt x="1880926" y="1142711"/>
                </a:cubicBezTo>
                <a:close/>
                <a:moveTo>
                  <a:pt x="571395" y="1122735"/>
                </a:moveTo>
                <a:cubicBezTo>
                  <a:pt x="571337" y="1110306"/>
                  <a:pt x="568549" y="1082992"/>
                  <a:pt x="565199" y="1062037"/>
                </a:cubicBezTo>
                <a:lnTo>
                  <a:pt x="559109" y="1023937"/>
                </a:lnTo>
                <a:lnTo>
                  <a:pt x="579592" y="1042082"/>
                </a:lnTo>
                <a:cubicBezTo>
                  <a:pt x="603727" y="1063462"/>
                  <a:pt x="607264" y="1115650"/>
                  <a:pt x="585787" y="1133475"/>
                </a:cubicBezTo>
                <a:cubicBezTo>
                  <a:pt x="573772" y="1143446"/>
                  <a:pt x="571483" y="1141738"/>
                  <a:pt x="571395" y="1122735"/>
                </a:cubicBezTo>
                <a:close/>
                <a:moveTo>
                  <a:pt x="2588729" y="1121711"/>
                </a:moveTo>
                <a:cubicBezTo>
                  <a:pt x="2604805" y="1113966"/>
                  <a:pt x="2613369" y="1114134"/>
                  <a:pt x="2621590" y="1122355"/>
                </a:cubicBezTo>
                <a:cubicBezTo>
                  <a:pt x="2630066" y="1130831"/>
                  <a:pt x="2624897" y="1133321"/>
                  <a:pt x="2599848" y="1132830"/>
                </a:cubicBezTo>
                <a:cubicBezTo>
                  <a:pt x="2568987" y="1132224"/>
                  <a:pt x="2568311" y="1131548"/>
                  <a:pt x="2588729" y="1121711"/>
                </a:cubicBezTo>
                <a:close/>
                <a:moveTo>
                  <a:pt x="759043" y="1074859"/>
                </a:moveTo>
                <a:cubicBezTo>
                  <a:pt x="723374" y="1054898"/>
                  <a:pt x="750306" y="992106"/>
                  <a:pt x="789237" y="1004463"/>
                </a:cubicBezTo>
                <a:cubicBezTo>
                  <a:pt x="812843" y="1011955"/>
                  <a:pt x="821757" y="1034604"/>
                  <a:pt x="809855" y="1056844"/>
                </a:cubicBezTo>
                <a:cubicBezTo>
                  <a:pt x="797789" y="1079389"/>
                  <a:pt x="779025" y="1086042"/>
                  <a:pt x="759043" y="1074859"/>
                </a:cubicBezTo>
                <a:close/>
                <a:moveTo>
                  <a:pt x="1478280" y="1074420"/>
                </a:moveTo>
                <a:cubicBezTo>
                  <a:pt x="1454355" y="1050495"/>
                  <a:pt x="1472164" y="1009650"/>
                  <a:pt x="1506519" y="1009650"/>
                </a:cubicBezTo>
                <a:cubicBezTo>
                  <a:pt x="1515765" y="1009650"/>
                  <a:pt x="1527917" y="1018222"/>
                  <a:pt x="1533525" y="1028700"/>
                </a:cubicBezTo>
                <a:cubicBezTo>
                  <a:pt x="1554104" y="1067153"/>
                  <a:pt x="1508639" y="1104779"/>
                  <a:pt x="1478280" y="1074420"/>
                </a:cubicBezTo>
                <a:close/>
                <a:moveTo>
                  <a:pt x="2434317" y="1070882"/>
                </a:moveTo>
                <a:cubicBezTo>
                  <a:pt x="2398512" y="1035076"/>
                  <a:pt x="2431350" y="981984"/>
                  <a:pt x="2481514" y="994574"/>
                </a:cubicBezTo>
                <a:cubicBezTo>
                  <a:pt x="2511199" y="1002025"/>
                  <a:pt x="2520086" y="1033195"/>
                  <a:pt x="2500882" y="1062503"/>
                </a:cubicBezTo>
                <a:cubicBezTo>
                  <a:pt x="2483371" y="1089229"/>
                  <a:pt x="2456097" y="1092661"/>
                  <a:pt x="2434317" y="1070882"/>
                </a:cubicBezTo>
                <a:close/>
                <a:moveTo>
                  <a:pt x="2729391" y="1025282"/>
                </a:moveTo>
                <a:cubicBezTo>
                  <a:pt x="2706267" y="1002158"/>
                  <a:pt x="2696671" y="958833"/>
                  <a:pt x="2712507" y="949046"/>
                </a:cubicBezTo>
                <a:cubicBezTo>
                  <a:pt x="2721567" y="943446"/>
                  <a:pt x="2817144" y="975009"/>
                  <a:pt x="2829972" y="987837"/>
                </a:cubicBezTo>
                <a:cubicBezTo>
                  <a:pt x="2843043" y="1000908"/>
                  <a:pt x="2811175" y="1035979"/>
                  <a:pt x="2779398" y="1043493"/>
                </a:cubicBezTo>
                <a:cubicBezTo>
                  <a:pt x="2759534" y="1048191"/>
                  <a:pt x="2748156" y="1044047"/>
                  <a:pt x="2729391" y="1025282"/>
                </a:cubicBezTo>
                <a:close/>
                <a:moveTo>
                  <a:pt x="1154906" y="1022391"/>
                </a:moveTo>
                <a:cubicBezTo>
                  <a:pt x="1138357" y="1015714"/>
                  <a:pt x="1139949" y="974758"/>
                  <a:pt x="1157011" y="968211"/>
                </a:cubicBezTo>
                <a:cubicBezTo>
                  <a:pt x="1179436" y="959606"/>
                  <a:pt x="1202072" y="988259"/>
                  <a:pt x="1190270" y="1010311"/>
                </a:cubicBezTo>
                <a:cubicBezTo>
                  <a:pt x="1180181" y="1029163"/>
                  <a:pt x="1175581" y="1030734"/>
                  <a:pt x="1154906" y="1022391"/>
                </a:cubicBezTo>
                <a:close/>
                <a:moveTo>
                  <a:pt x="920638" y="982706"/>
                </a:moveTo>
                <a:cubicBezTo>
                  <a:pt x="889444" y="948236"/>
                  <a:pt x="914496" y="876300"/>
                  <a:pt x="957695" y="876300"/>
                </a:cubicBezTo>
                <a:cubicBezTo>
                  <a:pt x="977989" y="876300"/>
                  <a:pt x="1019175" y="919256"/>
                  <a:pt x="1019175" y="940422"/>
                </a:cubicBezTo>
                <a:cubicBezTo>
                  <a:pt x="1019175" y="991743"/>
                  <a:pt x="954092" y="1019671"/>
                  <a:pt x="920638" y="982706"/>
                </a:cubicBezTo>
                <a:close/>
                <a:moveTo>
                  <a:pt x="1672317" y="985157"/>
                </a:moveTo>
                <a:cubicBezTo>
                  <a:pt x="1630578" y="943417"/>
                  <a:pt x="1671116" y="882948"/>
                  <a:pt x="1726676" y="904072"/>
                </a:cubicBezTo>
                <a:cubicBezTo>
                  <a:pt x="1772153" y="921362"/>
                  <a:pt x="1754359" y="1000125"/>
                  <a:pt x="1704975" y="1000125"/>
                </a:cubicBezTo>
                <a:cubicBezTo>
                  <a:pt x="1695245" y="1000125"/>
                  <a:pt x="1680550" y="993389"/>
                  <a:pt x="1672317" y="985157"/>
                </a:cubicBezTo>
                <a:close/>
                <a:moveTo>
                  <a:pt x="2019735" y="986361"/>
                </a:moveTo>
                <a:cubicBezTo>
                  <a:pt x="1992643" y="953718"/>
                  <a:pt x="2030008" y="898534"/>
                  <a:pt x="2064543" y="920183"/>
                </a:cubicBezTo>
                <a:cubicBezTo>
                  <a:pt x="2098532" y="941490"/>
                  <a:pt x="2086306" y="1000125"/>
                  <a:pt x="2047875" y="1000125"/>
                </a:cubicBezTo>
                <a:cubicBezTo>
                  <a:pt x="2038680" y="1000125"/>
                  <a:pt x="2026017" y="993931"/>
                  <a:pt x="2019735" y="986361"/>
                </a:cubicBezTo>
                <a:close/>
                <a:moveTo>
                  <a:pt x="2226076" y="965601"/>
                </a:moveTo>
                <a:cubicBezTo>
                  <a:pt x="2204309" y="943834"/>
                  <a:pt x="2232792" y="899675"/>
                  <a:pt x="2261495" y="910689"/>
                </a:cubicBezTo>
                <a:cubicBezTo>
                  <a:pt x="2284826" y="919642"/>
                  <a:pt x="2277571" y="965948"/>
                  <a:pt x="2252270" y="969570"/>
                </a:cubicBezTo>
                <a:cubicBezTo>
                  <a:pt x="2241577" y="971101"/>
                  <a:pt x="2229790" y="969315"/>
                  <a:pt x="2226076" y="965601"/>
                </a:cubicBezTo>
                <a:close/>
                <a:moveTo>
                  <a:pt x="1325522" y="953658"/>
                </a:moveTo>
                <a:cubicBezTo>
                  <a:pt x="1303088" y="939437"/>
                  <a:pt x="1315942" y="900112"/>
                  <a:pt x="1343025" y="900112"/>
                </a:cubicBezTo>
                <a:cubicBezTo>
                  <a:pt x="1360876" y="900112"/>
                  <a:pt x="1367642" y="905804"/>
                  <a:pt x="1370052" y="922847"/>
                </a:cubicBezTo>
                <a:cubicBezTo>
                  <a:pt x="1372800" y="942286"/>
                  <a:pt x="1359284" y="961733"/>
                  <a:pt x="1343025" y="961733"/>
                </a:cubicBezTo>
                <a:cubicBezTo>
                  <a:pt x="1340405" y="961733"/>
                  <a:pt x="1332529" y="958099"/>
                  <a:pt x="1325522" y="953658"/>
                </a:cubicBezTo>
                <a:close/>
                <a:moveTo>
                  <a:pt x="590859" y="895928"/>
                </a:moveTo>
                <a:cubicBezTo>
                  <a:pt x="567111" y="851555"/>
                  <a:pt x="624736" y="817030"/>
                  <a:pt x="651441" y="859631"/>
                </a:cubicBezTo>
                <a:cubicBezTo>
                  <a:pt x="659023" y="871726"/>
                  <a:pt x="659023" y="880873"/>
                  <a:pt x="651441" y="892968"/>
                </a:cubicBezTo>
                <a:cubicBezTo>
                  <a:pt x="636012" y="917581"/>
                  <a:pt x="603303" y="919179"/>
                  <a:pt x="590859" y="895928"/>
                </a:cubicBezTo>
                <a:close/>
                <a:moveTo>
                  <a:pt x="1527710" y="843655"/>
                </a:moveTo>
                <a:cubicBezTo>
                  <a:pt x="1516137" y="813497"/>
                  <a:pt x="1528226" y="785874"/>
                  <a:pt x="1554315" y="782860"/>
                </a:cubicBezTo>
                <a:cubicBezTo>
                  <a:pt x="1586596" y="779131"/>
                  <a:pt x="1606266" y="809067"/>
                  <a:pt x="1590675" y="838200"/>
                </a:cubicBezTo>
                <a:cubicBezTo>
                  <a:pt x="1578817" y="860356"/>
                  <a:pt x="1535557" y="864104"/>
                  <a:pt x="1527710" y="843655"/>
                </a:cubicBezTo>
                <a:close/>
                <a:moveTo>
                  <a:pt x="2362200" y="843524"/>
                </a:moveTo>
                <a:cubicBezTo>
                  <a:pt x="2362200" y="835975"/>
                  <a:pt x="2366486" y="827150"/>
                  <a:pt x="2371725" y="823912"/>
                </a:cubicBezTo>
                <a:cubicBezTo>
                  <a:pt x="2376963" y="820674"/>
                  <a:pt x="2381250" y="826851"/>
                  <a:pt x="2381250" y="837637"/>
                </a:cubicBezTo>
                <a:cubicBezTo>
                  <a:pt x="2381250" y="848424"/>
                  <a:pt x="2376963" y="857250"/>
                  <a:pt x="2371725" y="857250"/>
                </a:cubicBezTo>
                <a:cubicBezTo>
                  <a:pt x="2366486" y="857250"/>
                  <a:pt x="2362200" y="851073"/>
                  <a:pt x="2362200" y="843524"/>
                </a:cubicBezTo>
                <a:close/>
                <a:moveTo>
                  <a:pt x="1866900" y="828675"/>
                </a:moveTo>
                <a:cubicBezTo>
                  <a:pt x="1827732" y="789507"/>
                  <a:pt x="1853198" y="723900"/>
                  <a:pt x="1907569" y="723900"/>
                </a:cubicBezTo>
                <a:cubicBezTo>
                  <a:pt x="1936473" y="723900"/>
                  <a:pt x="1948434" y="738740"/>
                  <a:pt x="1944439" y="769648"/>
                </a:cubicBezTo>
                <a:cubicBezTo>
                  <a:pt x="1942880" y="781712"/>
                  <a:pt x="1946752" y="797786"/>
                  <a:pt x="1953043" y="805366"/>
                </a:cubicBezTo>
                <a:cubicBezTo>
                  <a:pt x="1983549" y="842124"/>
                  <a:pt x="1902326" y="864101"/>
                  <a:pt x="1866900" y="828675"/>
                </a:cubicBezTo>
                <a:close/>
                <a:moveTo>
                  <a:pt x="1097280" y="826770"/>
                </a:moveTo>
                <a:cubicBezTo>
                  <a:pt x="1065026" y="794516"/>
                  <a:pt x="1097764" y="741826"/>
                  <a:pt x="1138519" y="760395"/>
                </a:cubicBezTo>
                <a:cubicBezTo>
                  <a:pt x="1176715" y="777798"/>
                  <a:pt x="1165405" y="838200"/>
                  <a:pt x="1123950" y="838200"/>
                </a:cubicBezTo>
                <a:cubicBezTo>
                  <a:pt x="1115568" y="838200"/>
                  <a:pt x="1103566" y="833056"/>
                  <a:pt x="1097280" y="826770"/>
                </a:cubicBezTo>
                <a:close/>
                <a:moveTo>
                  <a:pt x="1300702" y="788455"/>
                </a:moveTo>
                <a:cubicBezTo>
                  <a:pt x="1280477" y="759580"/>
                  <a:pt x="1282088" y="727686"/>
                  <a:pt x="1304925" y="704850"/>
                </a:cubicBezTo>
                <a:cubicBezTo>
                  <a:pt x="1357485" y="652289"/>
                  <a:pt x="1427023" y="722610"/>
                  <a:pt x="1390314" y="791201"/>
                </a:cubicBezTo>
                <a:cubicBezTo>
                  <a:pt x="1375970" y="818003"/>
                  <a:pt x="1320201" y="816294"/>
                  <a:pt x="1300702" y="788455"/>
                </a:cubicBezTo>
                <a:close/>
                <a:moveTo>
                  <a:pt x="749737" y="794187"/>
                </a:moveTo>
                <a:cubicBezTo>
                  <a:pt x="735331" y="779781"/>
                  <a:pt x="742890" y="734727"/>
                  <a:pt x="760658" y="729088"/>
                </a:cubicBezTo>
                <a:cubicBezTo>
                  <a:pt x="792585" y="718954"/>
                  <a:pt x="810912" y="733161"/>
                  <a:pt x="807756" y="765597"/>
                </a:cubicBezTo>
                <a:cubicBezTo>
                  <a:pt x="804898" y="794966"/>
                  <a:pt x="768468" y="812918"/>
                  <a:pt x="749737" y="794187"/>
                </a:cubicBezTo>
                <a:close/>
                <a:moveTo>
                  <a:pt x="2128272" y="770610"/>
                </a:moveTo>
                <a:cubicBezTo>
                  <a:pt x="2119875" y="757023"/>
                  <a:pt x="2147673" y="729225"/>
                  <a:pt x="2161260" y="737622"/>
                </a:cubicBezTo>
                <a:cubicBezTo>
                  <a:pt x="2179412" y="748841"/>
                  <a:pt x="2173443" y="781050"/>
                  <a:pt x="2153212" y="781050"/>
                </a:cubicBezTo>
                <a:cubicBezTo>
                  <a:pt x="2143043" y="781050"/>
                  <a:pt x="2131821" y="776352"/>
                  <a:pt x="2128272" y="770610"/>
                </a:cubicBezTo>
                <a:close/>
                <a:moveTo>
                  <a:pt x="552450" y="750993"/>
                </a:moveTo>
                <a:cubicBezTo>
                  <a:pt x="552450" y="725861"/>
                  <a:pt x="576565" y="685800"/>
                  <a:pt x="591693" y="685800"/>
                </a:cubicBezTo>
                <a:cubicBezTo>
                  <a:pt x="610100" y="685800"/>
                  <a:pt x="595772" y="745247"/>
                  <a:pt x="573881" y="759699"/>
                </a:cubicBezTo>
                <a:cubicBezTo>
                  <a:pt x="553679" y="773036"/>
                  <a:pt x="552450" y="772537"/>
                  <a:pt x="552450" y="750993"/>
                </a:cubicBezTo>
                <a:close/>
                <a:moveTo>
                  <a:pt x="2288119" y="737647"/>
                </a:moveTo>
                <a:cubicBezTo>
                  <a:pt x="2265602" y="721876"/>
                  <a:pt x="2257878" y="663956"/>
                  <a:pt x="2276736" y="652300"/>
                </a:cubicBezTo>
                <a:cubicBezTo>
                  <a:pt x="2289118" y="644648"/>
                  <a:pt x="2342500" y="675461"/>
                  <a:pt x="2356431" y="698302"/>
                </a:cubicBezTo>
                <a:cubicBezTo>
                  <a:pt x="2365000" y="712351"/>
                  <a:pt x="2362772" y="719006"/>
                  <a:pt x="2344476" y="734021"/>
                </a:cubicBezTo>
                <a:cubicBezTo>
                  <a:pt x="2317336" y="756293"/>
                  <a:pt x="2314958" y="756446"/>
                  <a:pt x="2288119" y="737647"/>
                </a:cubicBezTo>
                <a:close/>
                <a:moveTo>
                  <a:pt x="902007" y="678368"/>
                </a:moveTo>
                <a:cubicBezTo>
                  <a:pt x="877032" y="650771"/>
                  <a:pt x="880822" y="601945"/>
                  <a:pt x="908935" y="589136"/>
                </a:cubicBezTo>
                <a:cubicBezTo>
                  <a:pt x="963789" y="564143"/>
                  <a:pt x="1013647" y="611987"/>
                  <a:pt x="988250" y="665247"/>
                </a:cubicBezTo>
                <a:cubicBezTo>
                  <a:pt x="972842" y="697561"/>
                  <a:pt x="925847" y="704711"/>
                  <a:pt x="902007" y="678368"/>
                </a:cubicBezTo>
                <a:close/>
                <a:moveTo>
                  <a:pt x="1676878" y="681613"/>
                </a:moveTo>
                <a:cubicBezTo>
                  <a:pt x="1661551" y="663146"/>
                  <a:pt x="1667869" y="618642"/>
                  <a:pt x="1687566" y="606313"/>
                </a:cubicBezTo>
                <a:cubicBezTo>
                  <a:pt x="1729253" y="580220"/>
                  <a:pt x="1776485" y="648579"/>
                  <a:pt x="1741170" y="683895"/>
                </a:cubicBezTo>
                <a:cubicBezTo>
                  <a:pt x="1725547" y="699517"/>
                  <a:pt x="1690711" y="698281"/>
                  <a:pt x="1676878" y="681613"/>
                </a:cubicBezTo>
                <a:close/>
                <a:moveTo>
                  <a:pt x="2078355" y="645795"/>
                </a:moveTo>
                <a:cubicBezTo>
                  <a:pt x="2072068" y="639508"/>
                  <a:pt x="2066925" y="624029"/>
                  <a:pt x="2066925" y="611397"/>
                </a:cubicBezTo>
                <a:cubicBezTo>
                  <a:pt x="2066925" y="590021"/>
                  <a:pt x="2069399" y="588892"/>
                  <a:pt x="2102643" y="595101"/>
                </a:cubicBezTo>
                <a:cubicBezTo>
                  <a:pt x="2147625" y="603504"/>
                  <a:pt x="2148496" y="604522"/>
                  <a:pt x="2135351" y="633372"/>
                </a:cubicBezTo>
                <a:cubicBezTo>
                  <a:pt x="2123767" y="658795"/>
                  <a:pt x="2097155" y="664595"/>
                  <a:pt x="2078355" y="645795"/>
                </a:cubicBezTo>
                <a:close/>
                <a:moveTo>
                  <a:pt x="1459639" y="636679"/>
                </a:moveTo>
                <a:cubicBezTo>
                  <a:pt x="1426658" y="603698"/>
                  <a:pt x="1464663" y="549939"/>
                  <a:pt x="1505506" y="571797"/>
                </a:cubicBezTo>
                <a:cubicBezTo>
                  <a:pt x="1535377" y="587784"/>
                  <a:pt x="1527947" y="641919"/>
                  <a:pt x="1495358" y="645728"/>
                </a:cubicBezTo>
                <a:cubicBezTo>
                  <a:pt x="1482224" y="647262"/>
                  <a:pt x="1466150" y="643190"/>
                  <a:pt x="1459639" y="636679"/>
                </a:cubicBezTo>
                <a:close/>
                <a:moveTo>
                  <a:pt x="1244000" y="603977"/>
                </a:moveTo>
                <a:cubicBezTo>
                  <a:pt x="1236198" y="583645"/>
                  <a:pt x="1244944" y="571500"/>
                  <a:pt x="1267387" y="571500"/>
                </a:cubicBezTo>
                <a:cubicBezTo>
                  <a:pt x="1280757" y="571500"/>
                  <a:pt x="1285875" y="578091"/>
                  <a:pt x="1285875" y="595312"/>
                </a:cubicBezTo>
                <a:cubicBezTo>
                  <a:pt x="1285875" y="622756"/>
                  <a:pt x="1253757" y="629403"/>
                  <a:pt x="1244000" y="603977"/>
                </a:cubicBezTo>
                <a:close/>
                <a:moveTo>
                  <a:pt x="1889257" y="575911"/>
                </a:moveTo>
                <a:cubicBezTo>
                  <a:pt x="1872301" y="563064"/>
                  <a:pt x="1872353" y="562575"/>
                  <a:pt x="1890712" y="562423"/>
                </a:cubicBezTo>
                <a:cubicBezTo>
                  <a:pt x="1918795" y="562192"/>
                  <a:pt x="1939416" y="576745"/>
                  <a:pt x="1921011" y="583807"/>
                </a:cubicBezTo>
                <a:cubicBezTo>
                  <a:pt x="1913223" y="586796"/>
                  <a:pt x="1898934" y="583242"/>
                  <a:pt x="1889257" y="575911"/>
                </a:cubicBezTo>
                <a:close/>
                <a:moveTo>
                  <a:pt x="1076325" y="571500"/>
                </a:moveTo>
                <a:cubicBezTo>
                  <a:pt x="1065231" y="564330"/>
                  <a:pt x="1068018" y="562234"/>
                  <a:pt x="1088793" y="562120"/>
                </a:cubicBezTo>
                <a:cubicBezTo>
                  <a:pt x="1104234" y="562036"/>
                  <a:pt x="1113059" y="566003"/>
                  <a:pt x="1109662" y="571500"/>
                </a:cubicBezTo>
                <a:cubicBezTo>
                  <a:pt x="1102353" y="583326"/>
                  <a:pt x="1094625" y="583326"/>
                  <a:pt x="1076325" y="571500"/>
                </a:cubicBezTo>
                <a:close/>
              </a:path>
            </a:pathLst>
          </a:custGeom>
          <a:solidFill>
            <a:srgbClr val="F9C9DF">
              <a:alpha val="85000"/>
            </a:srgbClr>
          </a:solidFill>
          <a:ln>
            <a:noFill/>
          </a:ln>
        </p:spPr>
      </p:sp>
      <p:pic>
        <p:nvPicPr>
          <p:cNvPr id="8" name="hourglass" descr="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4991100" y="8005762"/>
            <a:ext cx="2971800" cy="5133975"/>
          </a:xfrm>
          <a:prstGeom prst="rect">
            <a:avLst/>
          </a:prstGeom>
        </p:spPr>
      </p:pic>
      <p:sp>
        <p:nvSpPr>
          <p:cNvPr id="9" name="hourglass pattern"/>
          <p:cNvSpPr/>
          <p:nvPr/>
        </p:nvSpPr>
        <p:spPr>
          <a:xfrm rot="240000">
            <a:off x="4991100" y="8005762"/>
            <a:ext cx="2971800" cy="5133975"/>
          </a:xfrm>
          <a:custGeom>
            <a:avLst/>
            <a:gdLst/>
            <a:ahLst/>
            <a:cxnLst/>
            <a:rect l="0" t="0" r="r" b="b"/>
            <a:pathLst>
              <a:path w="2971800" h="5133975">
                <a:moveTo>
                  <a:pt x="1385887" y="4584314"/>
                </a:moveTo>
                <a:cubicBezTo>
                  <a:pt x="1257329" y="4580509"/>
                  <a:pt x="1068009" y="4558855"/>
                  <a:pt x="1109662" y="4552720"/>
                </a:cubicBezTo>
                <a:cubicBezTo>
                  <a:pt x="1133911" y="4549149"/>
                  <a:pt x="1116596" y="4547058"/>
                  <a:pt x="1062037" y="4546970"/>
                </a:cubicBezTo>
                <a:cubicBezTo>
                  <a:pt x="896548" y="4546703"/>
                  <a:pt x="655435" y="4462148"/>
                  <a:pt x="606293" y="4387147"/>
                </a:cubicBezTo>
                <a:cubicBezTo>
                  <a:pt x="592427" y="4365985"/>
                  <a:pt x="592816" y="4365353"/>
                  <a:pt x="617431" y="4369022"/>
                </a:cubicBezTo>
                <a:cubicBezTo>
                  <a:pt x="631459" y="4371113"/>
                  <a:pt x="732948" y="4374365"/>
                  <a:pt x="842962" y="4376249"/>
                </a:cubicBezTo>
                <a:cubicBezTo>
                  <a:pt x="952976" y="4378133"/>
                  <a:pt x="1107281" y="4382776"/>
                  <a:pt x="1185862" y="4386568"/>
                </a:cubicBezTo>
                <a:cubicBezTo>
                  <a:pt x="1294749" y="4391821"/>
                  <a:pt x="1358665" y="4389772"/>
                  <a:pt x="1454547" y="4377955"/>
                </a:cubicBezTo>
                <a:cubicBezTo>
                  <a:pt x="1598964" y="4360156"/>
                  <a:pt x="1663239" y="4358386"/>
                  <a:pt x="1671637" y="4371975"/>
                </a:cubicBezTo>
                <a:cubicBezTo>
                  <a:pt x="1674875" y="4377213"/>
                  <a:pt x="1681810" y="4381500"/>
                  <a:pt x="1687049" y="4381500"/>
                </a:cubicBezTo>
                <a:cubicBezTo>
                  <a:pt x="1692288" y="4381500"/>
                  <a:pt x="1693925" y="4377213"/>
                  <a:pt x="1690687" y="4371975"/>
                </a:cubicBezTo>
                <a:cubicBezTo>
                  <a:pt x="1687404" y="4366663"/>
                  <a:pt x="1694530" y="4362514"/>
                  <a:pt x="1706794" y="4362595"/>
                </a:cubicBezTo>
                <a:cubicBezTo>
                  <a:pt x="1724488" y="4362713"/>
                  <a:pt x="1725994" y="4364546"/>
                  <a:pt x="1714500" y="4371975"/>
                </a:cubicBezTo>
                <a:cubicBezTo>
                  <a:pt x="1697219" y="4383142"/>
                  <a:pt x="1811892" y="4386182"/>
                  <a:pt x="2140743" y="4383275"/>
                </a:cubicBezTo>
                <a:cubicBezTo>
                  <a:pt x="2284366" y="4382005"/>
                  <a:pt x="2371725" y="4384712"/>
                  <a:pt x="2371724" y="4390433"/>
                </a:cubicBezTo>
                <a:cubicBezTo>
                  <a:pt x="2371724" y="4406054"/>
                  <a:pt x="2289326" y="4457301"/>
                  <a:pt x="2225711" y="4481246"/>
                </a:cubicBezTo>
                <a:cubicBezTo>
                  <a:pt x="2065809" y="4541433"/>
                  <a:pt x="1876349" y="4572055"/>
                  <a:pt x="1666875" y="4571570"/>
                </a:cubicBezTo>
                <a:cubicBezTo>
                  <a:pt x="1580435" y="4571370"/>
                  <a:pt x="1496853" y="4574599"/>
                  <a:pt x="1481137" y="4578746"/>
                </a:cubicBezTo>
                <a:cubicBezTo>
                  <a:pt x="1465421" y="4582894"/>
                  <a:pt x="1422558" y="4585399"/>
                  <a:pt x="1385887" y="4584314"/>
                </a:cubicBezTo>
                <a:close/>
                <a:moveTo>
                  <a:pt x="2130135" y="4260560"/>
                </a:moveTo>
                <a:cubicBezTo>
                  <a:pt x="2127894" y="4258319"/>
                  <a:pt x="2060249" y="4254923"/>
                  <a:pt x="1979812" y="4253013"/>
                </a:cubicBezTo>
                <a:cubicBezTo>
                  <a:pt x="1899374" y="4251102"/>
                  <a:pt x="1822846" y="4246965"/>
                  <a:pt x="1809750" y="4243819"/>
                </a:cubicBezTo>
                <a:cubicBezTo>
                  <a:pt x="1753111" y="4230215"/>
                  <a:pt x="1596466" y="4224518"/>
                  <a:pt x="1347787" y="4227020"/>
                </a:cubicBezTo>
                <a:cubicBezTo>
                  <a:pt x="922456" y="4231299"/>
                  <a:pt x="636242" y="4237441"/>
                  <a:pt x="597693" y="4243116"/>
                </a:cubicBezTo>
                <a:cubicBezTo>
                  <a:pt x="557879" y="4248978"/>
                  <a:pt x="558995" y="4251346"/>
                  <a:pt x="561956" y="4167282"/>
                </a:cubicBezTo>
                <a:cubicBezTo>
                  <a:pt x="565798" y="4058178"/>
                  <a:pt x="599885" y="4018747"/>
                  <a:pt x="684480" y="4025548"/>
                </a:cubicBezTo>
                <a:cubicBezTo>
                  <a:pt x="734009" y="4029529"/>
                  <a:pt x="744616" y="4028203"/>
                  <a:pt x="733425" y="4019429"/>
                </a:cubicBezTo>
                <a:cubicBezTo>
                  <a:pt x="721181" y="4009830"/>
                  <a:pt x="721551" y="4009006"/>
                  <a:pt x="736016" y="4013670"/>
                </a:cubicBezTo>
                <a:cubicBezTo>
                  <a:pt x="745299" y="4016664"/>
                  <a:pt x="792448" y="4021598"/>
                  <a:pt x="840791" y="4024635"/>
                </a:cubicBezTo>
                <a:cubicBezTo>
                  <a:pt x="889134" y="4027672"/>
                  <a:pt x="939403" y="4032610"/>
                  <a:pt x="952500" y="4035607"/>
                </a:cubicBezTo>
                <a:cubicBezTo>
                  <a:pt x="965596" y="4038605"/>
                  <a:pt x="997743" y="4042179"/>
                  <a:pt x="1023937" y="4043550"/>
                </a:cubicBezTo>
                <a:cubicBezTo>
                  <a:pt x="1050131" y="4044920"/>
                  <a:pt x="1087635" y="4048227"/>
                  <a:pt x="1107281" y="4050898"/>
                </a:cubicBezTo>
                <a:cubicBezTo>
                  <a:pt x="1126926" y="4053568"/>
                  <a:pt x="1143000" y="4052921"/>
                  <a:pt x="1143000" y="4049460"/>
                </a:cubicBezTo>
                <a:cubicBezTo>
                  <a:pt x="1143000" y="4045998"/>
                  <a:pt x="1197649" y="4043836"/>
                  <a:pt x="1264443" y="4044655"/>
                </a:cubicBezTo>
                <a:cubicBezTo>
                  <a:pt x="1331237" y="4045474"/>
                  <a:pt x="1375171" y="4042955"/>
                  <a:pt x="1362075" y="4039056"/>
                </a:cubicBezTo>
                <a:cubicBezTo>
                  <a:pt x="1344040" y="4033687"/>
                  <a:pt x="1353285" y="4030842"/>
                  <a:pt x="1400175" y="4027329"/>
                </a:cubicBezTo>
                <a:cubicBezTo>
                  <a:pt x="1506166" y="4019390"/>
                  <a:pt x="1775066" y="4025583"/>
                  <a:pt x="1800225" y="4036543"/>
                </a:cubicBezTo>
                <a:cubicBezTo>
                  <a:pt x="1813321" y="4042249"/>
                  <a:pt x="1819751" y="4047696"/>
                  <a:pt x="1814512" y="4048648"/>
                </a:cubicBezTo>
                <a:cubicBezTo>
                  <a:pt x="1809273" y="4049600"/>
                  <a:pt x="1817846" y="4053650"/>
                  <a:pt x="1833562" y="4057650"/>
                </a:cubicBezTo>
                <a:cubicBezTo>
                  <a:pt x="1860102" y="4064403"/>
                  <a:pt x="1859085" y="4065068"/>
                  <a:pt x="1819275" y="4066997"/>
                </a:cubicBezTo>
                <a:cubicBezTo>
                  <a:pt x="1764901" y="4069631"/>
                  <a:pt x="1801804" y="4084416"/>
                  <a:pt x="1862137" y="4084170"/>
                </a:cubicBezTo>
                <a:cubicBezTo>
                  <a:pt x="1883092" y="4084085"/>
                  <a:pt x="1892736" y="4082054"/>
                  <a:pt x="1883568" y="4079659"/>
                </a:cubicBezTo>
                <a:cubicBezTo>
                  <a:pt x="1865582" y="4074958"/>
                  <a:pt x="1860406" y="4057650"/>
                  <a:pt x="1876987" y="4057650"/>
                </a:cubicBezTo>
                <a:cubicBezTo>
                  <a:pt x="1882535" y="4057650"/>
                  <a:pt x="1884425" y="4053363"/>
                  <a:pt x="1881187" y="4048125"/>
                </a:cubicBezTo>
                <a:cubicBezTo>
                  <a:pt x="1877562" y="4042259"/>
                  <a:pt x="1893630" y="4038600"/>
                  <a:pt x="1923014" y="4038600"/>
                </a:cubicBezTo>
                <a:cubicBezTo>
                  <a:pt x="1958363" y="4038600"/>
                  <a:pt x="1973274" y="4042919"/>
                  <a:pt x="1980552" y="4055268"/>
                </a:cubicBezTo>
                <a:cubicBezTo>
                  <a:pt x="1988511" y="4068772"/>
                  <a:pt x="1991988" y="4069490"/>
                  <a:pt x="1998864" y="4059047"/>
                </a:cubicBezTo>
                <a:cubicBezTo>
                  <a:pt x="2005572" y="4048860"/>
                  <a:pt x="2011721" y="4048496"/>
                  <a:pt x="2028192" y="4057311"/>
                </a:cubicBezTo>
                <a:cubicBezTo>
                  <a:pt x="2048172" y="4068004"/>
                  <a:pt x="2169490" y="4061907"/>
                  <a:pt x="2331195" y="4042082"/>
                </a:cubicBezTo>
                <a:lnTo>
                  <a:pt x="2381152" y="4035958"/>
                </a:lnTo>
                <a:lnTo>
                  <a:pt x="2399383" y="4077760"/>
                </a:lnTo>
                <a:cubicBezTo>
                  <a:pt x="2409411" y="4100751"/>
                  <a:pt x="2419077" y="4143136"/>
                  <a:pt x="2420863" y="4171950"/>
                </a:cubicBezTo>
                <a:lnTo>
                  <a:pt x="2424112" y="4224337"/>
                </a:lnTo>
                <a:lnTo>
                  <a:pt x="2386012" y="4230129"/>
                </a:lnTo>
                <a:lnTo>
                  <a:pt x="2347912" y="4235921"/>
                </a:lnTo>
                <a:lnTo>
                  <a:pt x="2383631" y="4237273"/>
                </a:lnTo>
                <a:cubicBezTo>
                  <a:pt x="2427380" y="4238928"/>
                  <a:pt x="2431400" y="4257193"/>
                  <a:pt x="2388393" y="4258911"/>
                </a:cubicBezTo>
                <a:cubicBezTo>
                  <a:pt x="2284674" y="4263052"/>
                  <a:pt x="2133592" y="4264017"/>
                  <a:pt x="2130135" y="4260560"/>
                </a:cubicBezTo>
                <a:close/>
                <a:moveTo>
                  <a:pt x="1919287" y="3901958"/>
                </a:moveTo>
                <a:cubicBezTo>
                  <a:pt x="1872138" y="3897529"/>
                  <a:pt x="1625679" y="3891908"/>
                  <a:pt x="1371600" y="3889467"/>
                </a:cubicBezTo>
                <a:cubicBezTo>
                  <a:pt x="691474" y="3882934"/>
                  <a:pt x="708522" y="3883665"/>
                  <a:pt x="742710" y="3862535"/>
                </a:cubicBezTo>
                <a:cubicBezTo>
                  <a:pt x="747956" y="3859293"/>
                  <a:pt x="749480" y="3838434"/>
                  <a:pt x="746213" y="3814599"/>
                </a:cubicBezTo>
                <a:cubicBezTo>
                  <a:pt x="741939" y="3783418"/>
                  <a:pt x="744654" y="3765954"/>
                  <a:pt x="756614" y="3747701"/>
                </a:cubicBezTo>
                <a:cubicBezTo>
                  <a:pt x="767231" y="3731497"/>
                  <a:pt x="769704" y="3719123"/>
                  <a:pt x="763803" y="3711731"/>
                </a:cubicBezTo>
                <a:cubicBezTo>
                  <a:pt x="758854" y="3705533"/>
                  <a:pt x="751849" y="3690818"/>
                  <a:pt x="748236" y="3679031"/>
                </a:cubicBezTo>
                <a:cubicBezTo>
                  <a:pt x="741982" y="3658630"/>
                  <a:pt x="744153" y="3657600"/>
                  <a:pt x="793395" y="3657600"/>
                </a:cubicBezTo>
                <a:cubicBezTo>
                  <a:pt x="821846" y="3657600"/>
                  <a:pt x="867804" y="3661901"/>
                  <a:pt x="895523" y="3667157"/>
                </a:cubicBezTo>
                <a:cubicBezTo>
                  <a:pt x="923242" y="3672414"/>
                  <a:pt x="1162786" y="3679011"/>
                  <a:pt x="1427842" y="3681818"/>
                </a:cubicBezTo>
                <a:cubicBezTo>
                  <a:pt x="1692898" y="3684624"/>
                  <a:pt x="1920478" y="3688538"/>
                  <a:pt x="1933575" y="3690516"/>
                </a:cubicBezTo>
                <a:cubicBezTo>
                  <a:pt x="1946671" y="3692494"/>
                  <a:pt x="1966747" y="3694469"/>
                  <a:pt x="1978187" y="3694906"/>
                </a:cubicBezTo>
                <a:cubicBezTo>
                  <a:pt x="2003315" y="3695865"/>
                  <a:pt x="2000897" y="3724143"/>
                  <a:pt x="1970614" y="3783503"/>
                </a:cubicBezTo>
                <a:cubicBezTo>
                  <a:pt x="1948286" y="3827269"/>
                  <a:pt x="1947167" y="3824677"/>
                  <a:pt x="1991878" y="3832750"/>
                </a:cubicBezTo>
                <a:cubicBezTo>
                  <a:pt x="2036965" y="3840890"/>
                  <a:pt x="2063277" y="3809579"/>
                  <a:pt x="2043073" y="3771827"/>
                </a:cubicBezTo>
                <a:cubicBezTo>
                  <a:pt x="2032941" y="3752895"/>
                  <a:pt x="2032292" y="3708107"/>
                  <a:pt x="2042008" y="3698391"/>
                </a:cubicBezTo>
                <a:cubicBezTo>
                  <a:pt x="2043384" y="3697015"/>
                  <a:pt x="2088815" y="3694776"/>
                  <a:pt x="2142968" y="3693414"/>
                </a:cubicBezTo>
                <a:lnTo>
                  <a:pt x="2241427" y="3690937"/>
                </a:lnTo>
                <a:lnTo>
                  <a:pt x="2248416" y="3716438"/>
                </a:lnTo>
                <a:cubicBezTo>
                  <a:pt x="2252835" y="3732556"/>
                  <a:pt x="2250459" y="3751475"/>
                  <a:pt x="2241959" y="3767858"/>
                </a:cubicBezTo>
                <a:cubicBezTo>
                  <a:pt x="2230260" y="3790408"/>
                  <a:pt x="2230392" y="3796647"/>
                  <a:pt x="2242968" y="3815841"/>
                </a:cubicBezTo>
                <a:cubicBezTo>
                  <a:pt x="2281231" y="3874237"/>
                  <a:pt x="2257920" y="3906578"/>
                  <a:pt x="2180516" y="3902488"/>
                </a:cubicBezTo>
                <a:cubicBezTo>
                  <a:pt x="2146854" y="3900708"/>
                  <a:pt x="2093595" y="3901674"/>
                  <a:pt x="2062162" y="3904632"/>
                </a:cubicBezTo>
                <a:cubicBezTo>
                  <a:pt x="2030730" y="3907591"/>
                  <a:pt x="1966436" y="3906388"/>
                  <a:pt x="1919287" y="3901958"/>
                </a:cubicBezTo>
                <a:close/>
                <a:moveTo>
                  <a:pt x="1152829" y="3562538"/>
                </a:moveTo>
                <a:cubicBezTo>
                  <a:pt x="1130223" y="3548567"/>
                  <a:pt x="1161790" y="3541072"/>
                  <a:pt x="1215158" y="3547740"/>
                </a:cubicBezTo>
                <a:cubicBezTo>
                  <a:pt x="1249579" y="3552041"/>
                  <a:pt x="1266825" y="3550787"/>
                  <a:pt x="1266825" y="3543985"/>
                </a:cubicBezTo>
                <a:cubicBezTo>
                  <a:pt x="1266825" y="3538369"/>
                  <a:pt x="1250751" y="3533638"/>
                  <a:pt x="1231106" y="3533472"/>
                </a:cubicBezTo>
                <a:cubicBezTo>
                  <a:pt x="1199365" y="3533202"/>
                  <a:pt x="1197244" y="3531759"/>
                  <a:pt x="1212056" y="3520515"/>
                </a:cubicBezTo>
                <a:cubicBezTo>
                  <a:pt x="1221224" y="3513556"/>
                  <a:pt x="1228725" y="3497072"/>
                  <a:pt x="1228725" y="3483884"/>
                </a:cubicBezTo>
                <a:cubicBezTo>
                  <a:pt x="1228725" y="3470697"/>
                  <a:pt x="1235154" y="3454571"/>
                  <a:pt x="1243012" y="3448050"/>
                </a:cubicBezTo>
                <a:cubicBezTo>
                  <a:pt x="1250870" y="3441528"/>
                  <a:pt x="1257323" y="3431359"/>
                  <a:pt x="1257353" y="3425452"/>
                </a:cubicBezTo>
                <a:cubicBezTo>
                  <a:pt x="1257511" y="3393518"/>
                  <a:pt x="1277944" y="3347059"/>
                  <a:pt x="1292902" y="3344624"/>
                </a:cubicBezTo>
                <a:cubicBezTo>
                  <a:pt x="1302134" y="3343120"/>
                  <a:pt x="1397555" y="3340220"/>
                  <a:pt x="1504950" y="3338178"/>
                </a:cubicBezTo>
                <a:cubicBezTo>
                  <a:pt x="1612344" y="3336137"/>
                  <a:pt x="1771361" y="3331527"/>
                  <a:pt x="1858322" y="3327935"/>
                </a:cubicBezTo>
                <a:cubicBezTo>
                  <a:pt x="1976029" y="3323072"/>
                  <a:pt x="2018216" y="3324290"/>
                  <a:pt x="2023413" y="3332699"/>
                </a:cubicBezTo>
                <a:cubicBezTo>
                  <a:pt x="2027253" y="3338912"/>
                  <a:pt x="2032777" y="3383939"/>
                  <a:pt x="2035690" y="3432759"/>
                </a:cubicBezTo>
                <a:lnTo>
                  <a:pt x="2040986" y="3521523"/>
                </a:lnTo>
                <a:lnTo>
                  <a:pt x="2016254" y="3527730"/>
                </a:lnTo>
                <a:cubicBezTo>
                  <a:pt x="2002651" y="3531144"/>
                  <a:pt x="1925977" y="3531260"/>
                  <a:pt x="1845867" y="3527987"/>
                </a:cubicBezTo>
                <a:cubicBezTo>
                  <a:pt x="1730572" y="3523277"/>
                  <a:pt x="1688300" y="3525098"/>
                  <a:pt x="1643062" y="3536725"/>
                </a:cubicBezTo>
                <a:cubicBezTo>
                  <a:pt x="1551722" y="3560200"/>
                  <a:pt x="1180660" y="3579738"/>
                  <a:pt x="1152829" y="3562538"/>
                </a:cubicBezTo>
                <a:close/>
                <a:moveTo>
                  <a:pt x="768666" y="3442138"/>
                </a:moveTo>
                <a:cubicBezTo>
                  <a:pt x="765462" y="3385555"/>
                  <a:pt x="764273" y="3337826"/>
                  <a:pt x="766024" y="3336075"/>
                </a:cubicBezTo>
                <a:cubicBezTo>
                  <a:pt x="767775" y="3334324"/>
                  <a:pt x="788671" y="3337793"/>
                  <a:pt x="812461" y="3343783"/>
                </a:cubicBezTo>
                <a:cubicBezTo>
                  <a:pt x="838635" y="3350374"/>
                  <a:pt x="904910" y="3353142"/>
                  <a:pt x="980307" y="3350794"/>
                </a:cubicBezTo>
                <a:lnTo>
                  <a:pt x="1104900" y="3346914"/>
                </a:lnTo>
                <a:lnTo>
                  <a:pt x="1104230" y="3380813"/>
                </a:lnTo>
                <a:cubicBezTo>
                  <a:pt x="1103699" y="3407702"/>
                  <a:pt x="1101976" y="3410773"/>
                  <a:pt x="1095897" y="3395662"/>
                </a:cubicBezTo>
                <a:cubicBezTo>
                  <a:pt x="1091682" y="3385185"/>
                  <a:pt x="1090158" y="3372326"/>
                  <a:pt x="1092510" y="3367087"/>
                </a:cubicBezTo>
                <a:cubicBezTo>
                  <a:pt x="1094863" y="3361848"/>
                  <a:pt x="1090289" y="3365542"/>
                  <a:pt x="1082346" y="3375296"/>
                </a:cubicBezTo>
                <a:cubicBezTo>
                  <a:pt x="1059116" y="3403822"/>
                  <a:pt x="1051055" y="3496145"/>
                  <a:pt x="1070549" y="3510399"/>
                </a:cubicBezTo>
                <a:cubicBezTo>
                  <a:pt x="1093359" y="3527078"/>
                  <a:pt x="1078592" y="3529936"/>
                  <a:pt x="957262" y="3532325"/>
                </a:cubicBezTo>
                <a:cubicBezTo>
                  <a:pt x="899636" y="3533459"/>
                  <a:pt x="834938" y="3536779"/>
                  <a:pt x="813490" y="3539702"/>
                </a:cubicBezTo>
                <a:lnTo>
                  <a:pt x="774492" y="3545017"/>
                </a:lnTo>
                <a:lnTo>
                  <a:pt x="768666" y="3442138"/>
                </a:lnTo>
                <a:close/>
                <a:moveTo>
                  <a:pt x="1326537" y="3537052"/>
                </a:moveTo>
                <a:cubicBezTo>
                  <a:pt x="1320088" y="3534443"/>
                  <a:pt x="1307230" y="3534284"/>
                  <a:pt x="1297962" y="3536699"/>
                </a:cubicBezTo>
                <a:cubicBezTo>
                  <a:pt x="1288695" y="3539114"/>
                  <a:pt x="1293971" y="3541248"/>
                  <a:pt x="1309687" y="3541443"/>
                </a:cubicBezTo>
                <a:cubicBezTo>
                  <a:pt x="1325403" y="3541637"/>
                  <a:pt x="1332986" y="3539661"/>
                  <a:pt x="1326537" y="3537052"/>
                </a:cubicBezTo>
                <a:close/>
                <a:moveTo>
                  <a:pt x="2099213" y="3536390"/>
                </a:moveTo>
                <a:lnTo>
                  <a:pt x="2060064" y="3532809"/>
                </a:lnTo>
                <a:lnTo>
                  <a:pt x="2054037" y="3468998"/>
                </a:lnTo>
                <a:cubicBezTo>
                  <a:pt x="2050722" y="3433902"/>
                  <a:pt x="2047979" y="3384827"/>
                  <a:pt x="2047942" y="3359943"/>
                </a:cubicBezTo>
                <a:lnTo>
                  <a:pt x="2047875" y="3314700"/>
                </a:lnTo>
                <a:lnTo>
                  <a:pt x="2138362" y="3314700"/>
                </a:lnTo>
                <a:lnTo>
                  <a:pt x="2228850" y="3314700"/>
                </a:lnTo>
                <a:lnTo>
                  <a:pt x="2228719" y="3407568"/>
                </a:lnTo>
                <a:cubicBezTo>
                  <a:pt x="2228513" y="3554748"/>
                  <a:pt x="2234525" y="3548767"/>
                  <a:pt x="2099213" y="3536390"/>
                </a:cubicBezTo>
                <a:close/>
                <a:moveTo>
                  <a:pt x="788193" y="3202206"/>
                </a:moveTo>
                <a:cubicBezTo>
                  <a:pt x="756522" y="3199584"/>
                  <a:pt x="752468" y="3196347"/>
                  <a:pt x="752417" y="3173631"/>
                </a:cubicBezTo>
                <a:cubicBezTo>
                  <a:pt x="752386" y="3159540"/>
                  <a:pt x="749644" y="3113116"/>
                  <a:pt x="746323" y="3070466"/>
                </a:cubicBezTo>
                <a:lnTo>
                  <a:pt x="740286" y="2992920"/>
                </a:lnTo>
                <a:lnTo>
                  <a:pt x="782099" y="3000995"/>
                </a:lnTo>
                <a:cubicBezTo>
                  <a:pt x="805096" y="3005436"/>
                  <a:pt x="852999" y="3009257"/>
                  <a:pt x="888551" y="3009485"/>
                </a:cubicBezTo>
                <a:lnTo>
                  <a:pt x="953189" y="3009900"/>
                </a:lnTo>
                <a:lnTo>
                  <a:pt x="950463" y="3102768"/>
                </a:lnTo>
                <a:lnTo>
                  <a:pt x="947737" y="3195637"/>
                </a:lnTo>
                <a:lnTo>
                  <a:pt x="885825" y="3200400"/>
                </a:lnTo>
                <a:cubicBezTo>
                  <a:pt x="851773" y="3203019"/>
                  <a:pt x="807839" y="3203832"/>
                  <a:pt x="788193" y="3202206"/>
                </a:cubicBezTo>
                <a:close/>
                <a:moveTo>
                  <a:pt x="962025" y="3189284"/>
                </a:moveTo>
                <a:cubicBezTo>
                  <a:pt x="962025" y="3175019"/>
                  <a:pt x="1023972" y="3061493"/>
                  <a:pt x="1052120" y="3024173"/>
                </a:cubicBezTo>
                <a:cubicBezTo>
                  <a:pt x="1069333" y="3001351"/>
                  <a:pt x="1080192" y="2995920"/>
                  <a:pt x="1105960" y="2997247"/>
                </a:cubicBezTo>
                <a:cubicBezTo>
                  <a:pt x="1123712" y="2998161"/>
                  <a:pt x="1151096" y="2999304"/>
                  <a:pt x="1166812" y="2999787"/>
                </a:cubicBezTo>
                <a:cubicBezTo>
                  <a:pt x="1182528" y="3000271"/>
                  <a:pt x="1191101" y="3003815"/>
                  <a:pt x="1185862" y="3007664"/>
                </a:cubicBezTo>
                <a:cubicBezTo>
                  <a:pt x="1180623" y="3011513"/>
                  <a:pt x="1166080" y="3029664"/>
                  <a:pt x="1153544" y="3048000"/>
                </a:cubicBezTo>
                <a:cubicBezTo>
                  <a:pt x="1141009" y="3066335"/>
                  <a:pt x="1136508" y="3075979"/>
                  <a:pt x="1143543" y="3069431"/>
                </a:cubicBezTo>
                <a:cubicBezTo>
                  <a:pt x="1150578" y="3062882"/>
                  <a:pt x="1159264" y="3057525"/>
                  <a:pt x="1162844" y="3057525"/>
                </a:cubicBezTo>
                <a:cubicBezTo>
                  <a:pt x="1174456" y="3057525"/>
                  <a:pt x="1178874" y="3105419"/>
                  <a:pt x="1167918" y="3112533"/>
                </a:cubicBezTo>
                <a:cubicBezTo>
                  <a:pt x="1162071" y="3116330"/>
                  <a:pt x="1150987" y="3128010"/>
                  <a:pt x="1143288" y="3138487"/>
                </a:cubicBezTo>
                <a:lnTo>
                  <a:pt x="1129288" y="3157537"/>
                </a:lnTo>
                <a:lnTo>
                  <a:pt x="1152813" y="3138487"/>
                </a:lnTo>
                <a:cubicBezTo>
                  <a:pt x="1165751" y="3128010"/>
                  <a:pt x="1185926" y="3114077"/>
                  <a:pt x="1197647" y="3107526"/>
                </a:cubicBezTo>
                <a:lnTo>
                  <a:pt x="1218957" y="3095615"/>
                </a:lnTo>
                <a:lnTo>
                  <a:pt x="1198130" y="3138482"/>
                </a:lnTo>
                <a:cubicBezTo>
                  <a:pt x="1182189" y="3171294"/>
                  <a:pt x="1172031" y="3181350"/>
                  <a:pt x="1154827" y="3181350"/>
                </a:cubicBezTo>
                <a:cubicBezTo>
                  <a:pt x="1139483" y="3181350"/>
                  <a:pt x="1134559" y="3177571"/>
                  <a:pt x="1139312" y="3169443"/>
                </a:cubicBezTo>
                <a:cubicBezTo>
                  <a:pt x="1143141" y="3162895"/>
                  <a:pt x="1137699" y="3165038"/>
                  <a:pt x="1127218" y="3174206"/>
                </a:cubicBezTo>
                <a:cubicBezTo>
                  <a:pt x="1110633" y="3188713"/>
                  <a:pt x="1076325" y="3197523"/>
                  <a:pt x="1076325" y="3187275"/>
                </a:cubicBezTo>
                <a:cubicBezTo>
                  <a:pt x="1076325" y="3185296"/>
                  <a:pt x="1082811" y="3168151"/>
                  <a:pt x="1090740" y="3149175"/>
                </a:cubicBezTo>
                <a:cubicBezTo>
                  <a:pt x="1109833" y="3103479"/>
                  <a:pt x="1100702" y="3104991"/>
                  <a:pt x="1077000" y="3151450"/>
                </a:cubicBezTo>
                <a:cubicBezTo>
                  <a:pt x="1061535" y="3181765"/>
                  <a:pt x="1051879" y="3189276"/>
                  <a:pt x="1022038" y="3194208"/>
                </a:cubicBezTo>
                <a:cubicBezTo>
                  <a:pt x="970981" y="3202645"/>
                  <a:pt x="962025" y="3201910"/>
                  <a:pt x="962025" y="3189284"/>
                </a:cubicBezTo>
                <a:close/>
                <a:moveTo>
                  <a:pt x="1428750" y="3190828"/>
                </a:moveTo>
                <a:cubicBezTo>
                  <a:pt x="1418898" y="3184494"/>
                  <a:pt x="1437876" y="3181596"/>
                  <a:pt x="1489868" y="3181495"/>
                </a:cubicBezTo>
                <a:cubicBezTo>
                  <a:pt x="1531342" y="3181415"/>
                  <a:pt x="1563489" y="3183057"/>
                  <a:pt x="1561306" y="3185145"/>
                </a:cubicBezTo>
                <a:cubicBezTo>
                  <a:pt x="1551641" y="3194388"/>
                  <a:pt x="1441621" y="3199105"/>
                  <a:pt x="1428750" y="3190828"/>
                </a:cubicBezTo>
                <a:close/>
                <a:moveTo>
                  <a:pt x="1310795" y="3152797"/>
                </a:moveTo>
                <a:cubicBezTo>
                  <a:pt x="1291792" y="3033956"/>
                  <a:pt x="1285338" y="3016958"/>
                  <a:pt x="1265898" y="3034550"/>
                </a:cubicBezTo>
                <a:cubicBezTo>
                  <a:pt x="1248525" y="3050272"/>
                  <a:pt x="1247775" y="3049928"/>
                  <a:pt x="1247775" y="3026225"/>
                </a:cubicBezTo>
                <a:cubicBezTo>
                  <a:pt x="1247775" y="3012626"/>
                  <a:pt x="1251070" y="2999462"/>
                  <a:pt x="1255097" y="2996973"/>
                </a:cubicBezTo>
                <a:cubicBezTo>
                  <a:pt x="1282018" y="2980335"/>
                  <a:pt x="1704425" y="2951148"/>
                  <a:pt x="1721643" y="2964736"/>
                </a:cubicBezTo>
                <a:cubicBezTo>
                  <a:pt x="1729677" y="2971076"/>
                  <a:pt x="1733550" y="2970655"/>
                  <a:pt x="1733550" y="2963441"/>
                </a:cubicBezTo>
                <a:cubicBezTo>
                  <a:pt x="1733550" y="2956832"/>
                  <a:pt x="1753552" y="2952750"/>
                  <a:pt x="1785937" y="2952750"/>
                </a:cubicBezTo>
                <a:cubicBezTo>
                  <a:pt x="1814750" y="2952750"/>
                  <a:pt x="1838325" y="2957036"/>
                  <a:pt x="1838325" y="2962275"/>
                </a:cubicBezTo>
                <a:cubicBezTo>
                  <a:pt x="1838325" y="2967513"/>
                  <a:pt x="1817146" y="2971800"/>
                  <a:pt x="1791262" y="2971800"/>
                </a:cubicBezTo>
                <a:cubicBezTo>
                  <a:pt x="1765377" y="2971800"/>
                  <a:pt x="1741396" y="2976335"/>
                  <a:pt x="1737970" y="2981878"/>
                </a:cubicBezTo>
                <a:cubicBezTo>
                  <a:pt x="1731075" y="2993034"/>
                  <a:pt x="1817515" y="2989423"/>
                  <a:pt x="1836374" y="2977767"/>
                </a:cubicBezTo>
                <a:cubicBezTo>
                  <a:pt x="1848897" y="2970028"/>
                  <a:pt x="1900020" y="3036436"/>
                  <a:pt x="1942795" y="3116008"/>
                </a:cubicBezTo>
                <a:cubicBezTo>
                  <a:pt x="1979077" y="3183499"/>
                  <a:pt x="1979455" y="3181374"/>
                  <a:pt x="1931193" y="3181219"/>
                </a:cubicBezTo>
                <a:cubicBezTo>
                  <a:pt x="1881784" y="3181061"/>
                  <a:pt x="1846404" y="3172344"/>
                  <a:pt x="1852848" y="3161918"/>
                </a:cubicBezTo>
                <a:cubicBezTo>
                  <a:pt x="1870760" y="3132936"/>
                  <a:pt x="1444784" y="3153274"/>
                  <a:pt x="1332375" y="3186768"/>
                </a:cubicBezTo>
                <a:cubicBezTo>
                  <a:pt x="1320556" y="3190290"/>
                  <a:pt x="1315524" y="3182369"/>
                  <a:pt x="1310795" y="3152797"/>
                </a:cubicBezTo>
                <a:close/>
                <a:moveTo>
                  <a:pt x="2034944" y="3122802"/>
                </a:moveTo>
                <a:cubicBezTo>
                  <a:pt x="2031578" y="3090601"/>
                  <a:pt x="2028845" y="3042381"/>
                  <a:pt x="2028871" y="3015646"/>
                </a:cubicBezTo>
                <a:lnTo>
                  <a:pt x="2028917" y="2967037"/>
                </a:lnTo>
                <a:lnTo>
                  <a:pt x="2133646" y="2966947"/>
                </a:lnTo>
                <a:lnTo>
                  <a:pt x="2238375" y="2966857"/>
                </a:lnTo>
                <a:lnTo>
                  <a:pt x="2238375" y="3074103"/>
                </a:lnTo>
                <a:lnTo>
                  <a:pt x="2238375" y="3181350"/>
                </a:lnTo>
                <a:lnTo>
                  <a:pt x="2139719" y="3181350"/>
                </a:lnTo>
                <a:lnTo>
                  <a:pt x="2041063" y="3181350"/>
                </a:lnTo>
                <a:lnTo>
                  <a:pt x="2034944" y="3122802"/>
                </a:lnTo>
                <a:close/>
                <a:moveTo>
                  <a:pt x="737799" y="2845635"/>
                </a:moveTo>
                <a:cubicBezTo>
                  <a:pt x="735019" y="2838390"/>
                  <a:pt x="733969" y="2785777"/>
                  <a:pt x="735466" y="2728716"/>
                </a:cubicBezTo>
                <a:lnTo>
                  <a:pt x="738187" y="2624970"/>
                </a:lnTo>
                <a:lnTo>
                  <a:pt x="790575" y="2629291"/>
                </a:lnTo>
                <a:cubicBezTo>
                  <a:pt x="819388" y="2631667"/>
                  <a:pt x="869885" y="2632824"/>
                  <a:pt x="902790" y="2631861"/>
                </a:cubicBezTo>
                <a:lnTo>
                  <a:pt x="962619" y="2630110"/>
                </a:lnTo>
                <a:lnTo>
                  <a:pt x="959940" y="2741424"/>
                </a:lnTo>
                <a:lnTo>
                  <a:pt x="957262" y="2852737"/>
                </a:lnTo>
                <a:lnTo>
                  <a:pt x="850058" y="2855772"/>
                </a:lnTo>
                <a:cubicBezTo>
                  <a:pt x="765488" y="2858167"/>
                  <a:pt x="741786" y="2856027"/>
                  <a:pt x="737799" y="2845635"/>
                </a:cubicBezTo>
                <a:close/>
                <a:moveTo>
                  <a:pt x="1219198" y="2726349"/>
                </a:moveTo>
                <a:cubicBezTo>
                  <a:pt x="1219199" y="2619997"/>
                  <a:pt x="1219396" y="2619055"/>
                  <a:pt x="1240631" y="2623702"/>
                </a:cubicBezTo>
                <a:cubicBezTo>
                  <a:pt x="1322696" y="2641664"/>
                  <a:pt x="1372846" y="2646070"/>
                  <a:pt x="1402384" y="2637914"/>
                </a:cubicBezTo>
                <a:cubicBezTo>
                  <a:pt x="1423810" y="2631998"/>
                  <a:pt x="1451256" y="2632384"/>
                  <a:pt x="1481930" y="2639032"/>
                </a:cubicBezTo>
                <a:cubicBezTo>
                  <a:pt x="1507687" y="2644614"/>
                  <a:pt x="1539598" y="2651395"/>
                  <a:pt x="1552843" y="2654099"/>
                </a:cubicBezTo>
                <a:cubicBezTo>
                  <a:pt x="1578169" y="2659271"/>
                  <a:pt x="1609725" y="2703532"/>
                  <a:pt x="1609725" y="2733884"/>
                </a:cubicBezTo>
                <a:cubicBezTo>
                  <a:pt x="1609725" y="2743628"/>
                  <a:pt x="1614011" y="2754249"/>
                  <a:pt x="1619250" y="2757487"/>
                </a:cubicBezTo>
                <a:cubicBezTo>
                  <a:pt x="1624488" y="2760725"/>
                  <a:pt x="1628775" y="2758310"/>
                  <a:pt x="1628775" y="2752120"/>
                </a:cubicBezTo>
                <a:cubicBezTo>
                  <a:pt x="1628775" y="2743734"/>
                  <a:pt x="1632415" y="2743888"/>
                  <a:pt x="1643062" y="2752725"/>
                </a:cubicBezTo>
                <a:cubicBezTo>
                  <a:pt x="1650920" y="2759246"/>
                  <a:pt x="1657415" y="2773701"/>
                  <a:pt x="1657495" y="2784847"/>
                </a:cubicBezTo>
                <a:cubicBezTo>
                  <a:pt x="1657598" y="2799137"/>
                  <a:pt x="1659952" y="2801469"/>
                  <a:pt x="1665480" y="2792755"/>
                </a:cubicBezTo>
                <a:cubicBezTo>
                  <a:pt x="1671809" y="2782778"/>
                  <a:pt x="1675499" y="2783025"/>
                  <a:pt x="1684640" y="2794039"/>
                </a:cubicBezTo>
                <a:cubicBezTo>
                  <a:pt x="1705324" y="2818962"/>
                  <a:pt x="1621901" y="2829828"/>
                  <a:pt x="1393029" y="2832021"/>
                </a:cubicBezTo>
                <a:lnTo>
                  <a:pt x="1219196" y="2833687"/>
                </a:lnTo>
                <a:lnTo>
                  <a:pt x="1219198" y="2726349"/>
                </a:lnTo>
                <a:close/>
                <a:moveTo>
                  <a:pt x="2019300" y="2744451"/>
                </a:moveTo>
                <a:lnTo>
                  <a:pt x="2019300" y="2650453"/>
                </a:lnTo>
                <a:lnTo>
                  <a:pt x="2107406" y="2648726"/>
                </a:lnTo>
                <a:cubicBezTo>
                  <a:pt x="2155864" y="2647776"/>
                  <a:pt x="2204756" y="2644706"/>
                  <a:pt x="2216055" y="2641902"/>
                </a:cubicBezTo>
                <a:cubicBezTo>
                  <a:pt x="2235303" y="2637126"/>
                  <a:pt x="2237015" y="2641263"/>
                  <a:pt x="2243230" y="2707583"/>
                </a:cubicBezTo>
                <a:cubicBezTo>
                  <a:pt x="2253080" y="2812700"/>
                  <a:pt x="2252985" y="2812880"/>
                  <a:pt x="2181155" y="2825515"/>
                </a:cubicBezTo>
                <a:cubicBezTo>
                  <a:pt x="2147141" y="2831498"/>
                  <a:pt x="2096809" y="2836856"/>
                  <a:pt x="2069306" y="2837421"/>
                </a:cubicBezTo>
                <a:lnTo>
                  <a:pt x="2019300" y="2838450"/>
                </a:lnTo>
                <a:lnTo>
                  <a:pt x="2019300" y="2744451"/>
                </a:lnTo>
                <a:close/>
                <a:moveTo>
                  <a:pt x="859631" y="2603284"/>
                </a:moveTo>
                <a:cubicBezTo>
                  <a:pt x="868799" y="2600888"/>
                  <a:pt x="883800" y="2600888"/>
                  <a:pt x="892968" y="2603284"/>
                </a:cubicBezTo>
                <a:cubicBezTo>
                  <a:pt x="902136" y="2605679"/>
                  <a:pt x="894635" y="2607640"/>
                  <a:pt x="876300" y="2607640"/>
                </a:cubicBezTo>
                <a:cubicBezTo>
                  <a:pt x="857964" y="2607640"/>
                  <a:pt x="850463" y="2605679"/>
                  <a:pt x="859631" y="2603284"/>
                </a:cubicBezTo>
                <a:close/>
                <a:moveTo>
                  <a:pt x="783431" y="2507364"/>
                </a:moveTo>
                <a:lnTo>
                  <a:pt x="742950" y="2503979"/>
                </a:lnTo>
                <a:lnTo>
                  <a:pt x="742950" y="2398506"/>
                </a:lnTo>
                <a:lnTo>
                  <a:pt x="742950" y="2293032"/>
                </a:lnTo>
                <a:lnTo>
                  <a:pt x="778668" y="2298936"/>
                </a:lnTo>
                <a:cubicBezTo>
                  <a:pt x="798314" y="2302183"/>
                  <a:pt x="845462" y="2304887"/>
                  <a:pt x="883443" y="2304945"/>
                </a:cubicBezTo>
                <a:lnTo>
                  <a:pt x="952500" y="2305050"/>
                </a:lnTo>
                <a:lnTo>
                  <a:pt x="952500" y="2405062"/>
                </a:lnTo>
                <a:lnTo>
                  <a:pt x="952500" y="2505075"/>
                </a:lnTo>
                <a:lnTo>
                  <a:pt x="921543" y="2506372"/>
                </a:lnTo>
                <a:cubicBezTo>
                  <a:pt x="904517" y="2507086"/>
                  <a:pt x="875585" y="2508362"/>
                  <a:pt x="857250" y="2509209"/>
                </a:cubicBezTo>
                <a:cubicBezTo>
                  <a:pt x="838914" y="2510056"/>
                  <a:pt x="805695" y="2509225"/>
                  <a:pt x="783431" y="2507364"/>
                </a:cubicBezTo>
                <a:close/>
                <a:moveTo>
                  <a:pt x="1302543" y="2482198"/>
                </a:moveTo>
                <a:lnTo>
                  <a:pt x="1219200" y="2473608"/>
                </a:lnTo>
                <a:lnTo>
                  <a:pt x="1219200" y="2439948"/>
                </a:lnTo>
                <a:cubicBezTo>
                  <a:pt x="1219200" y="2414559"/>
                  <a:pt x="1209838" y="2395186"/>
                  <a:pt x="1181100" y="2361104"/>
                </a:cubicBezTo>
                <a:cubicBezTo>
                  <a:pt x="1160145" y="2336252"/>
                  <a:pt x="1142999" y="2314545"/>
                  <a:pt x="1142999" y="2312866"/>
                </a:cubicBezTo>
                <a:cubicBezTo>
                  <a:pt x="1142999" y="2311186"/>
                  <a:pt x="1246941" y="2310070"/>
                  <a:pt x="1373981" y="2310384"/>
                </a:cubicBezTo>
                <a:cubicBezTo>
                  <a:pt x="1501020" y="2310699"/>
                  <a:pt x="1637109" y="2308235"/>
                  <a:pt x="1676400" y="2304909"/>
                </a:cubicBezTo>
                <a:cubicBezTo>
                  <a:pt x="1715690" y="2301583"/>
                  <a:pt x="1749980" y="2300673"/>
                  <a:pt x="1752600" y="2302887"/>
                </a:cubicBezTo>
                <a:cubicBezTo>
                  <a:pt x="1755219" y="2305100"/>
                  <a:pt x="1727358" y="2334238"/>
                  <a:pt x="1690687" y="2367637"/>
                </a:cubicBezTo>
                <a:cubicBezTo>
                  <a:pt x="1645752" y="2408563"/>
                  <a:pt x="1629630" y="2428446"/>
                  <a:pt x="1641243" y="2428619"/>
                </a:cubicBezTo>
                <a:cubicBezTo>
                  <a:pt x="1650720" y="2428759"/>
                  <a:pt x="1656107" y="2425045"/>
                  <a:pt x="1653215" y="2420366"/>
                </a:cubicBezTo>
                <a:cubicBezTo>
                  <a:pt x="1648225" y="2412292"/>
                  <a:pt x="1693890" y="2395565"/>
                  <a:pt x="1701136" y="2402811"/>
                </a:cubicBezTo>
                <a:cubicBezTo>
                  <a:pt x="1703028" y="2404703"/>
                  <a:pt x="1685481" y="2424989"/>
                  <a:pt x="1662145" y="2447892"/>
                </a:cubicBezTo>
                <a:lnTo>
                  <a:pt x="1619714" y="2489535"/>
                </a:lnTo>
                <a:lnTo>
                  <a:pt x="1502801" y="2490161"/>
                </a:lnTo>
                <a:cubicBezTo>
                  <a:pt x="1438498" y="2490505"/>
                  <a:pt x="1348382" y="2486922"/>
                  <a:pt x="1302543" y="2482198"/>
                </a:cubicBezTo>
                <a:close/>
                <a:moveTo>
                  <a:pt x="2020093" y="2405629"/>
                </a:moveTo>
                <a:cubicBezTo>
                  <a:pt x="2022471" y="2297719"/>
                  <a:pt x="2032941" y="2290261"/>
                  <a:pt x="2176462" y="2294234"/>
                </a:cubicBezTo>
                <a:cubicBezTo>
                  <a:pt x="2212742" y="2295238"/>
                  <a:pt x="2228871" y="2298820"/>
                  <a:pt x="2220628" y="2304042"/>
                </a:cubicBezTo>
                <a:cubicBezTo>
                  <a:pt x="2212420" y="2309243"/>
                  <a:pt x="2211437" y="2313569"/>
                  <a:pt x="2217955" y="2315803"/>
                </a:cubicBezTo>
                <a:cubicBezTo>
                  <a:pt x="2223970" y="2317864"/>
                  <a:pt x="2229380" y="2353069"/>
                  <a:pt x="2230939" y="2400300"/>
                </a:cubicBezTo>
                <a:lnTo>
                  <a:pt x="2233612" y="2481262"/>
                </a:lnTo>
                <a:lnTo>
                  <a:pt x="2125959" y="2483960"/>
                </a:lnTo>
                <a:lnTo>
                  <a:pt x="2018307" y="2486658"/>
                </a:lnTo>
                <a:lnTo>
                  <a:pt x="2020093" y="2405629"/>
                </a:lnTo>
                <a:close/>
                <a:moveTo>
                  <a:pt x="1425075" y="2163076"/>
                </a:moveTo>
                <a:cubicBezTo>
                  <a:pt x="1415195" y="2159325"/>
                  <a:pt x="1319521" y="2157342"/>
                  <a:pt x="1212464" y="2158670"/>
                </a:cubicBezTo>
                <a:lnTo>
                  <a:pt x="1017817" y="2161085"/>
                </a:lnTo>
                <a:lnTo>
                  <a:pt x="982777" y="2085862"/>
                </a:lnTo>
                <a:cubicBezTo>
                  <a:pt x="963505" y="2044489"/>
                  <a:pt x="945562" y="2010444"/>
                  <a:pt x="942904" y="2010207"/>
                </a:cubicBezTo>
                <a:cubicBezTo>
                  <a:pt x="940246" y="2009969"/>
                  <a:pt x="939628" y="2044065"/>
                  <a:pt x="941531" y="2085975"/>
                </a:cubicBezTo>
                <a:cubicBezTo>
                  <a:pt x="945530" y="2174029"/>
                  <a:pt x="954861" y="2168518"/>
                  <a:pt x="831056" y="2151218"/>
                </a:cubicBezTo>
                <a:lnTo>
                  <a:pt x="752474" y="2140238"/>
                </a:lnTo>
                <a:lnTo>
                  <a:pt x="752475" y="2081098"/>
                </a:lnTo>
                <a:cubicBezTo>
                  <a:pt x="752475" y="2048571"/>
                  <a:pt x="755260" y="2001637"/>
                  <a:pt x="758664" y="1976800"/>
                </a:cubicBezTo>
                <a:lnTo>
                  <a:pt x="764854" y="1931642"/>
                </a:lnTo>
                <a:lnTo>
                  <a:pt x="875345" y="1939632"/>
                </a:lnTo>
                <a:cubicBezTo>
                  <a:pt x="936116" y="1944026"/>
                  <a:pt x="1013698" y="1946936"/>
                  <a:pt x="1047750" y="1946099"/>
                </a:cubicBezTo>
                <a:cubicBezTo>
                  <a:pt x="1110795" y="1944548"/>
                  <a:pt x="1581287" y="1945177"/>
                  <a:pt x="1654968" y="1946910"/>
                </a:cubicBezTo>
                <a:cubicBezTo>
                  <a:pt x="1694691" y="1947844"/>
                  <a:pt x="1707102" y="1955860"/>
                  <a:pt x="1683543" y="1965366"/>
                </a:cubicBezTo>
                <a:cubicBezTo>
                  <a:pt x="1676995" y="1968009"/>
                  <a:pt x="1686639" y="1970208"/>
                  <a:pt x="1704975" y="1970253"/>
                </a:cubicBezTo>
                <a:cubicBezTo>
                  <a:pt x="1731955" y="1970320"/>
                  <a:pt x="1734679" y="1968775"/>
                  <a:pt x="1719262" y="1962150"/>
                </a:cubicBezTo>
                <a:cubicBezTo>
                  <a:pt x="1699101" y="1953486"/>
                  <a:pt x="1712033" y="1948689"/>
                  <a:pt x="1746024" y="1952223"/>
                </a:cubicBezTo>
                <a:cubicBezTo>
                  <a:pt x="1755504" y="1953208"/>
                  <a:pt x="1769228" y="1949061"/>
                  <a:pt x="1776523" y="1943008"/>
                </a:cubicBezTo>
                <a:cubicBezTo>
                  <a:pt x="1783892" y="1936892"/>
                  <a:pt x="1798917" y="1934899"/>
                  <a:pt x="1810335" y="1938523"/>
                </a:cubicBezTo>
                <a:cubicBezTo>
                  <a:pt x="1821637" y="1942110"/>
                  <a:pt x="1853752" y="1944772"/>
                  <a:pt x="1881701" y="1944438"/>
                </a:cubicBezTo>
                <a:cubicBezTo>
                  <a:pt x="1926170" y="1943907"/>
                  <a:pt x="1934837" y="1947014"/>
                  <a:pt x="1951078" y="1969309"/>
                </a:cubicBezTo>
                <a:cubicBezTo>
                  <a:pt x="1969602" y="1994739"/>
                  <a:pt x="1969594" y="1994887"/>
                  <a:pt x="1946531" y="2047035"/>
                </a:cubicBezTo>
                <a:cubicBezTo>
                  <a:pt x="1904954" y="2141048"/>
                  <a:pt x="1880615" y="2165124"/>
                  <a:pt x="1832621" y="2159715"/>
                </a:cubicBezTo>
                <a:cubicBezTo>
                  <a:pt x="1809977" y="2157162"/>
                  <a:pt x="1789130" y="2157394"/>
                  <a:pt x="1786295" y="2160229"/>
                </a:cubicBezTo>
                <a:cubicBezTo>
                  <a:pt x="1778349" y="2168175"/>
                  <a:pt x="1445411" y="2170799"/>
                  <a:pt x="1425075" y="2163076"/>
                </a:cubicBezTo>
                <a:close/>
                <a:moveTo>
                  <a:pt x="2030553" y="2045493"/>
                </a:moveTo>
                <a:lnTo>
                  <a:pt x="2033587" y="1938337"/>
                </a:lnTo>
                <a:lnTo>
                  <a:pt x="2071687" y="1940754"/>
                </a:lnTo>
                <a:cubicBezTo>
                  <a:pt x="2092642" y="1942083"/>
                  <a:pt x="2134433" y="1948325"/>
                  <a:pt x="2164556" y="1954625"/>
                </a:cubicBezTo>
                <a:lnTo>
                  <a:pt x="2219325" y="1966079"/>
                </a:lnTo>
                <a:lnTo>
                  <a:pt x="2219325" y="2059364"/>
                </a:lnTo>
                <a:lnTo>
                  <a:pt x="2219325" y="2152650"/>
                </a:lnTo>
                <a:lnTo>
                  <a:pt x="2123421" y="2152650"/>
                </a:lnTo>
                <a:lnTo>
                  <a:pt x="2027518" y="2152650"/>
                </a:lnTo>
                <a:lnTo>
                  <a:pt x="2030553" y="2045493"/>
                </a:lnTo>
                <a:close/>
                <a:moveTo>
                  <a:pt x="2098062" y="1822199"/>
                </a:moveTo>
                <a:cubicBezTo>
                  <a:pt x="2107330" y="1819784"/>
                  <a:pt x="2120188" y="1819943"/>
                  <a:pt x="2126637" y="1822552"/>
                </a:cubicBezTo>
                <a:cubicBezTo>
                  <a:pt x="2133086" y="1825161"/>
                  <a:pt x="2125503" y="1827137"/>
                  <a:pt x="2109787" y="1826943"/>
                </a:cubicBezTo>
                <a:cubicBezTo>
                  <a:pt x="2094071" y="1826748"/>
                  <a:pt x="2088795" y="1824614"/>
                  <a:pt x="2098062" y="1822199"/>
                </a:cubicBezTo>
                <a:close/>
                <a:moveTo>
                  <a:pt x="2177023" y="1814815"/>
                </a:moveTo>
                <a:cubicBezTo>
                  <a:pt x="2200817" y="1796818"/>
                  <a:pt x="2209800" y="1796735"/>
                  <a:pt x="2209800" y="1814512"/>
                </a:cubicBezTo>
                <a:cubicBezTo>
                  <a:pt x="2209800" y="1823673"/>
                  <a:pt x="2200601" y="1828800"/>
                  <a:pt x="2184166" y="1828800"/>
                </a:cubicBezTo>
                <a:cubicBezTo>
                  <a:pt x="2159583" y="1828800"/>
                  <a:pt x="2159290" y="1828227"/>
                  <a:pt x="2177023" y="1814815"/>
                </a:cubicBezTo>
                <a:close/>
                <a:moveTo>
                  <a:pt x="2078831" y="1803184"/>
                </a:moveTo>
                <a:cubicBezTo>
                  <a:pt x="2087999" y="1800788"/>
                  <a:pt x="2103000" y="1800788"/>
                  <a:pt x="2112168" y="1803184"/>
                </a:cubicBezTo>
                <a:cubicBezTo>
                  <a:pt x="2121336" y="1805579"/>
                  <a:pt x="2113835" y="1807540"/>
                  <a:pt x="2095500" y="1807540"/>
                </a:cubicBezTo>
                <a:cubicBezTo>
                  <a:pt x="2077164" y="1807540"/>
                  <a:pt x="2069663" y="1805579"/>
                  <a:pt x="2078831" y="1803184"/>
                </a:cubicBezTo>
                <a:close/>
                <a:moveTo>
                  <a:pt x="762000" y="1701555"/>
                </a:moveTo>
                <a:lnTo>
                  <a:pt x="762000" y="1600200"/>
                </a:lnTo>
                <a:lnTo>
                  <a:pt x="842043" y="1600200"/>
                </a:lnTo>
                <a:lnTo>
                  <a:pt x="922086" y="1600200"/>
                </a:lnTo>
                <a:lnTo>
                  <a:pt x="925825" y="1693068"/>
                </a:lnTo>
                <a:cubicBezTo>
                  <a:pt x="927882" y="1744146"/>
                  <a:pt x="928552" y="1787467"/>
                  <a:pt x="927314" y="1789337"/>
                </a:cubicBezTo>
                <a:cubicBezTo>
                  <a:pt x="926075" y="1791207"/>
                  <a:pt x="888373" y="1795026"/>
                  <a:pt x="843531" y="1797823"/>
                </a:cubicBezTo>
                <a:lnTo>
                  <a:pt x="762000" y="1802910"/>
                </a:lnTo>
                <a:lnTo>
                  <a:pt x="762000" y="1701555"/>
                </a:lnTo>
                <a:close/>
                <a:moveTo>
                  <a:pt x="1532731" y="1796387"/>
                </a:moveTo>
                <a:cubicBezTo>
                  <a:pt x="1518709" y="1782829"/>
                  <a:pt x="1026511" y="1774107"/>
                  <a:pt x="962924" y="1786290"/>
                </a:cubicBezTo>
                <a:cubicBezTo>
                  <a:pt x="948000" y="1789150"/>
                  <a:pt x="955188" y="1783113"/>
                  <a:pt x="981075" y="1771049"/>
                </a:cubicBezTo>
                <a:cubicBezTo>
                  <a:pt x="1030821" y="1747865"/>
                  <a:pt x="1106600" y="1733683"/>
                  <a:pt x="1181156" y="1733605"/>
                </a:cubicBezTo>
                <a:cubicBezTo>
                  <a:pt x="1241221" y="1733541"/>
                  <a:pt x="1246722" y="1726652"/>
                  <a:pt x="1266756" y="1626393"/>
                </a:cubicBezTo>
                <a:cubicBezTo>
                  <a:pt x="1278853" y="1565855"/>
                  <a:pt x="1285057" y="1563040"/>
                  <a:pt x="1373981" y="1577738"/>
                </a:cubicBezTo>
                <a:lnTo>
                  <a:pt x="1409700" y="1583642"/>
                </a:lnTo>
                <a:lnTo>
                  <a:pt x="1409830" y="1651452"/>
                </a:lnTo>
                <a:cubicBezTo>
                  <a:pt x="1410025" y="1753494"/>
                  <a:pt x="1412222" y="1757551"/>
                  <a:pt x="1474752" y="1771361"/>
                </a:cubicBezTo>
                <a:cubicBezTo>
                  <a:pt x="1526708" y="1782836"/>
                  <a:pt x="1568433" y="1799334"/>
                  <a:pt x="1547018" y="1799935"/>
                </a:cubicBezTo>
                <a:cubicBezTo>
                  <a:pt x="1541343" y="1800094"/>
                  <a:pt x="1534914" y="1798498"/>
                  <a:pt x="1532731" y="1796387"/>
                </a:cubicBezTo>
                <a:close/>
                <a:moveTo>
                  <a:pt x="2038350" y="1706085"/>
                </a:moveTo>
                <a:cubicBezTo>
                  <a:pt x="2038350" y="1612161"/>
                  <a:pt x="2038898" y="1609725"/>
                  <a:pt x="2060043" y="1609725"/>
                </a:cubicBezTo>
                <a:cubicBezTo>
                  <a:pt x="2071974" y="1609725"/>
                  <a:pt x="2090190" y="1604065"/>
                  <a:pt x="2100524" y="1597147"/>
                </a:cubicBezTo>
                <a:cubicBezTo>
                  <a:pt x="2110857" y="1590230"/>
                  <a:pt x="2138600" y="1584872"/>
                  <a:pt x="2162175" y="1585241"/>
                </a:cubicBezTo>
                <a:lnTo>
                  <a:pt x="2205037" y="1585912"/>
                </a:lnTo>
                <a:lnTo>
                  <a:pt x="2207740" y="1688306"/>
                </a:lnTo>
                <a:lnTo>
                  <a:pt x="2210444" y="1790700"/>
                </a:lnTo>
                <a:lnTo>
                  <a:pt x="2145828" y="1790830"/>
                </a:lnTo>
                <a:cubicBezTo>
                  <a:pt x="2110289" y="1790901"/>
                  <a:pt x="2071568" y="1793544"/>
                  <a:pt x="2059781" y="1796703"/>
                </a:cubicBezTo>
                <a:cubicBezTo>
                  <a:pt x="2038590" y="1802382"/>
                  <a:pt x="2038350" y="1801367"/>
                  <a:pt x="2038350" y="1706085"/>
                </a:cubicBezTo>
                <a:close/>
                <a:moveTo>
                  <a:pt x="1347787" y="1469949"/>
                </a:moveTo>
                <a:cubicBezTo>
                  <a:pt x="1326832" y="1468176"/>
                  <a:pt x="1296038" y="1464469"/>
                  <a:pt x="1279357" y="1461711"/>
                </a:cubicBezTo>
                <a:lnTo>
                  <a:pt x="1249026" y="1456696"/>
                </a:lnTo>
                <a:lnTo>
                  <a:pt x="1246019" y="1361304"/>
                </a:lnTo>
                <a:lnTo>
                  <a:pt x="1243012" y="1265912"/>
                </a:lnTo>
                <a:lnTo>
                  <a:pt x="1276350" y="1270734"/>
                </a:lnTo>
                <a:cubicBezTo>
                  <a:pt x="1294685" y="1273386"/>
                  <a:pt x="1332190" y="1278279"/>
                  <a:pt x="1359693" y="1281609"/>
                </a:cubicBezTo>
                <a:lnTo>
                  <a:pt x="1409700" y="1287662"/>
                </a:lnTo>
                <a:lnTo>
                  <a:pt x="1409700" y="1382018"/>
                </a:lnTo>
                <a:cubicBezTo>
                  <a:pt x="1409700" y="1452007"/>
                  <a:pt x="1406625" y="1475961"/>
                  <a:pt x="1397793" y="1474773"/>
                </a:cubicBezTo>
                <a:cubicBezTo>
                  <a:pt x="1391245" y="1473893"/>
                  <a:pt x="1368742" y="1471722"/>
                  <a:pt x="1347787" y="1469949"/>
                </a:cubicBezTo>
                <a:close/>
                <a:moveTo>
                  <a:pt x="2081212" y="1448829"/>
                </a:moveTo>
                <a:lnTo>
                  <a:pt x="2043112" y="1443037"/>
                </a:lnTo>
                <a:lnTo>
                  <a:pt x="2040189" y="1386038"/>
                </a:lnTo>
                <a:cubicBezTo>
                  <a:pt x="2038581" y="1354689"/>
                  <a:pt x="2031479" y="1322542"/>
                  <a:pt x="2024405" y="1314601"/>
                </a:cubicBezTo>
                <a:cubicBezTo>
                  <a:pt x="2017332" y="1306659"/>
                  <a:pt x="2010075" y="1289446"/>
                  <a:pt x="2008279" y="1276350"/>
                </a:cubicBezTo>
                <a:cubicBezTo>
                  <a:pt x="2005211" y="1253987"/>
                  <a:pt x="2007764" y="1252455"/>
                  <a:pt x="2050211" y="1251192"/>
                </a:cubicBezTo>
                <a:cubicBezTo>
                  <a:pt x="2075071" y="1250452"/>
                  <a:pt x="2102559" y="1247104"/>
                  <a:pt x="2111296" y="1243751"/>
                </a:cubicBezTo>
                <a:cubicBezTo>
                  <a:pt x="2120033" y="1240398"/>
                  <a:pt x="2152200" y="1240486"/>
                  <a:pt x="2182778" y="1243945"/>
                </a:cubicBezTo>
                <a:cubicBezTo>
                  <a:pt x="2243917" y="1250862"/>
                  <a:pt x="2255737" y="1269952"/>
                  <a:pt x="2221978" y="1307255"/>
                </a:cubicBezTo>
                <a:cubicBezTo>
                  <a:pt x="2210814" y="1319591"/>
                  <a:pt x="2204391" y="1346430"/>
                  <a:pt x="2201853" y="1391349"/>
                </a:cubicBezTo>
                <a:lnTo>
                  <a:pt x="2198125" y="1457325"/>
                </a:lnTo>
                <a:lnTo>
                  <a:pt x="2158718" y="1455973"/>
                </a:lnTo>
                <a:cubicBezTo>
                  <a:pt x="2137045" y="1455229"/>
                  <a:pt x="2102167" y="1452015"/>
                  <a:pt x="2081212" y="1448829"/>
                </a:cubicBezTo>
                <a:close/>
                <a:moveTo>
                  <a:pt x="733425" y="1419095"/>
                </a:moveTo>
                <a:cubicBezTo>
                  <a:pt x="733425" y="1403308"/>
                  <a:pt x="738687" y="1381965"/>
                  <a:pt x="745119" y="1371666"/>
                </a:cubicBezTo>
                <a:cubicBezTo>
                  <a:pt x="754738" y="1356262"/>
                  <a:pt x="753736" y="1347733"/>
                  <a:pt x="739471" y="1323583"/>
                </a:cubicBezTo>
                <a:cubicBezTo>
                  <a:pt x="703874" y="1263323"/>
                  <a:pt x="718465" y="1252767"/>
                  <a:pt x="840067" y="1250806"/>
                </a:cubicBezTo>
                <a:cubicBezTo>
                  <a:pt x="913611" y="1249621"/>
                  <a:pt x="949592" y="1252595"/>
                  <a:pt x="954324" y="1260252"/>
                </a:cubicBezTo>
                <a:cubicBezTo>
                  <a:pt x="962303" y="1273161"/>
                  <a:pt x="954313" y="1313582"/>
                  <a:pt x="940261" y="1331400"/>
                </a:cubicBezTo>
                <a:cubicBezTo>
                  <a:pt x="933736" y="1339674"/>
                  <a:pt x="934157" y="1351289"/>
                  <a:pt x="941574" y="1367567"/>
                </a:cubicBezTo>
                <a:cubicBezTo>
                  <a:pt x="957007" y="1401438"/>
                  <a:pt x="955127" y="1435228"/>
                  <a:pt x="937433" y="1442018"/>
                </a:cubicBezTo>
                <a:cubicBezTo>
                  <a:pt x="929146" y="1445198"/>
                  <a:pt x="879855" y="1447800"/>
                  <a:pt x="827895" y="1447800"/>
                </a:cubicBezTo>
                <a:lnTo>
                  <a:pt x="733425" y="1447800"/>
                </a:lnTo>
                <a:lnTo>
                  <a:pt x="733425" y="1419095"/>
                </a:lnTo>
                <a:close/>
                <a:moveTo>
                  <a:pt x="1053619" y="1107595"/>
                </a:moveTo>
                <a:cubicBezTo>
                  <a:pt x="1049516" y="1103493"/>
                  <a:pt x="959721" y="1100137"/>
                  <a:pt x="854073" y="1100137"/>
                </a:cubicBezTo>
                <a:cubicBezTo>
                  <a:pt x="662069" y="1100137"/>
                  <a:pt x="661986" y="1100128"/>
                  <a:pt x="658941" y="1078685"/>
                </a:cubicBezTo>
                <a:cubicBezTo>
                  <a:pt x="657265" y="1066886"/>
                  <a:pt x="646549" y="1052432"/>
                  <a:pt x="635128" y="1046565"/>
                </a:cubicBezTo>
                <a:cubicBezTo>
                  <a:pt x="589879" y="1023320"/>
                  <a:pt x="562692" y="987701"/>
                  <a:pt x="551283" y="936718"/>
                </a:cubicBezTo>
                <a:cubicBezTo>
                  <a:pt x="545004" y="908662"/>
                  <a:pt x="543096" y="882519"/>
                  <a:pt x="547043" y="878622"/>
                </a:cubicBezTo>
                <a:cubicBezTo>
                  <a:pt x="558031" y="867774"/>
                  <a:pt x="1289459" y="874099"/>
                  <a:pt x="1379031" y="885818"/>
                </a:cubicBezTo>
                <a:cubicBezTo>
                  <a:pt x="1443550" y="894258"/>
                  <a:pt x="1460281" y="893754"/>
                  <a:pt x="1470989" y="883046"/>
                </a:cubicBezTo>
                <a:cubicBezTo>
                  <a:pt x="1481252" y="872782"/>
                  <a:pt x="1495072" y="871926"/>
                  <a:pt x="1534995" y="879078"/>
                </a:cubicBezTo>
                <a:cubicBezTo>
                  <a:pt x="1622013" y="894668"/>
                  <a:pt x="1991854" y="901088"/>
                  <a:pt x="2219325" y="890958"/>
                </a:cubicBezTo>
                <a:cubicBezTo>
                  <a:pt x="2301408" y="887303"/>
                  <a:pt x="2362785" y="888460"/>
                  <a:pt x="2370620" y="893811"/>
                </a:cubicBezTo>
                <a:cubicBezTo>
                  <a:pt x="2390953" y="907697"/>
                  <a:pt x="2355767" y="971248"/>
                  <a:pt x="2312193" y="999339"/>
                </a:cubicBezTo>
                <a:cubicBezTo>
                  <a:pt x="2292548" y="1012004"/>
                  <a:pt x="2276475" y="1029401"/>
                  <a:pt x="2276475" y="1038000"/>
                </a:cubicBezTo>
                <a:cubicBezTo>
                  <a:pt x="2276475" y="1085288"/>
                  <a:pt x="2258863" y="1090568"/>
                  <a:pt x="2098643" y="1091317"/>
                </a:cubicBezTo>
                <a:cubicBezTo>
                  <a:pt x="2015714" y="1091705"/>
                  <a:pt x="1930717" y="1096943"/>
                  <a:pt x="1909762" y="1102958"/>
                </a:cubicBezTo>
                <a:cubicBezTo>
                  <a:pt x="1882098" y="1110899"/>
                  <a:pt x="1831559" y="1111398"/>
                  <a:pt x="1725260" y="1104781"/>
                </a:cubicBezTo>
                <a:cubicBezTo>
                  <a:pt x="1644738" y="1099768"/>
                  <a:pt x="1575796" y="1097559"/>
                  <a:pt x="1572055" y="1099871"/>
                </a:cubicBezTo>
                <a:cubicBezTo>
                  <a:pt x="1559403" y="1107690"/>
                  <a:pt x="1061139" y="1115114"/>
                  <a:pt x="1053619" y="1107595"/>
                </a:cubicBezTo>
                <a:close/>
                <a:moveTo>
                  <a:pt x="827480" y="767353"/>
                </a:moveTo>
                <a:cubicBezTo>
                  <a:pt x="824204" y="763968"/>
                  <a:pt x="760982" y="761282"/>
                  <a:pt x="686987" y="761385"/>
                </a:cubicBezTo>
                <a:cubicBezTo>
                  <a:pt x="612991" y="761487"/>
                  <a:pt x="552450" y="759114"/>
                  <a:pt x="552450" y="756112"/>
                </a:cubicBezTo>
                <a:cubicBezTo>
                  <a:pt x="552450" y="739188"/>
                  <a:pt x="597234" y="692301"/>
                  <a:pt x="628762" y="676217"/>
                </a:cubicBezTo>
                <a:cubicBezTo>
                  <a:pt x="767036" y="605675"/>
                  <a:pt x="1052558" y="561833"/>
                  <a:pt x="1401220" y="557605"/>
                </a:cubicBezTo>
                <a:cubicBezTo>
                  <a:pt x="1509190" y="556296"/>
                  <a:pt x="1601344" y="552955"/>
                  <a:pt x="1606008" y="550180"/>
                </a:cubicBezTo>
                <a:cubicBezTo>
                  <a:pt x="1610671" y="547406"/>
                  <a:pt x="1640543" y="548765"/>
                  <a:pt x="1672389" y="553200"/>
                </a:cubicBezTo>
                <a:cubicBezTo>
                  <a:pt x="1742403" y="562950"/>
                  <a:pt x="1897767" y="572910"/>
                  <a:pt x="2014537" y="575133"/>
                </a:cubicBezTo>
                <a:cubicBezTo>
                  <a:pt x="2139914" y="577521"/>
                  <a:pt x="2290421" y="616388"/>
                  <a:pt x="2338811" y="658874"/>
                </a:cubicBezTo>
                <a:cubicBezTo>
                  <a:pt x="2366235" y="682953"/>
                  <a:pt x="2390518" y="732980"/>
                  <a:pt x="2390721" y="765817"/>
                </a:cubicBezTo>
                <a:cubicBezTo>
                  <a:pt x="2390752" y="770717"/>
                  <a:pt x="2352982" y="771858"/>
                  <a:pt x="2302668" y="768477"/>
                </a:cubicBezTo>
                <a:cubicBezTo>
                  <a:pt x="2174505" y="759866"/>
                  <a:pt x="2120314" y="751198"/>
                  <a:pt x="2135286" y="741705"/>
                </a:cubicBezTo>
                <a:cubicBezTo>
                  <a:pt x="2143230" y="736669"/>
                  <a:pt x="2133805" y="733910"/>
                  <a:pt x="2109787" y="734240"/>
                </a:cubicBezTo>
                <a:cubicBezTo>
                  <a:pt x="2079853" y="734651"/>
                  <a:pt x="2075770" y="736518"/>
                  <a:pt x="2090737" y="742950"/>
                </a:cubicBezTo>
                <a:cubicBezTo>
                  <a:pt x="2103452" y="748413"/>
                  <a:pt x="2082706" y="751358"/>
                  <a:pt x="2028348" y="751805"/>
                </a:cubicBezTo>
                <a:cubicBezTo>
                  <a:pt x="1981190" y="752193"/>
                  <a:pt x="1942524" y="748089"/>
                  <a:pt x="1936492" y="742057"/>
                </a:cubicBezTo>
                <a:cubicBezTo>
                  <a:pt x="1917207" y="722772"/>
                  <a:pt x="1666291" y="719948"/>
                  <a:pt x="1603143" y="738306"/>
                </a:cubicBezTo>
                <a:cubicBezTo>
                  <a:pt x="1559653" y="750949"/>
                  <a:pt x="1497303" y="755072"/>
                  <a:pt x="1309740" y="757707"/>
                </a:cubicBezTo>
                <a:cubicBezTo>
                  <a:pt x="1178742" y="759548"/>
                  <a:pt x="1017984" y="763856"/>
                  <a:pt x="952500" y="767281"/>
                </a:cubicBezTo>
                <a:cubicBezTo>
                  <a:pt x="887015" y="770705"/>
                  <a:pt x="830757" y="770738"/>
                  <a:pt x="827480" y="767353"/>
                </a:cubicBezTo>
                <a:close/>
              </a:path>
            </a:pathLst>
          </a:custGeom>
          <a:solidFill>
            <a:srgbClr val="F9C9DF">
              <a:alpha val="50000"/>
            </a:srgbClr>
          </a:solidFill>
          <a:ln>
            <a:noFill/>
          </a:ln>
        </p:spPr>
      </p:sp>
      <p:pic>
        <p:nvPicPr>
          <p:cNvPr id="10" name="candle" descr="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240000">
            <a:off x="6800850" y="8434388"/>
            <a:ext cx="3162300" cy="4086225"/>
          </a:xfrm>
          <a:prstGeom prst="rect">
            <a:avLst/>
          </a:prstGeom>
        </p:spPr>
      </p:pic>
      <p:sp>
        <p:nvSpPr>
          <p:cNvPr id="11" name="candle pattern"/>
          <p:cNvSpPr/>
          <p:nvPr/>
        </p:nvSpPr>
        <p:spPr>
          <a:xfrm rot="-360000">
            <a:off x="6800850" y="8434387"/>
            <a:ext cx="3162300" cy="4086225"/>
          </a:xfrm>
          <a:custGeom>
            <a:avLst/>
            <a:gdLst/>
            <a:ahLst/>
            <a:cxnLst/>
            <a:rect l="0" t="0" r="r" b="b"/>
            <a:pathLst>
              <a:path w="3162300" h="4086225">
                <a:moveTo>
                  <a:pt x="1024569" y="3487123"/>
                </a:moveTo>
                <a:cubicBezTo>
                  <a:pt x="1012162" y="3482264"/>
                  <a:pt x="1009767" y="3477676"/>
                  <a:pt x="1017229" y="3473065"/>
                </a:cubicBezTo>
                <a:cubicBezTo>
                  <a:pt x="1027463" y="3466740"/>
                  <a:pt x="1066800" y="3481168"/>
                  <a:pt x="1066800" y="3491247"/>
                </a:cubicBezTo>
                <a:cubicBezTo>
                  <a:pt x="1066800" y="3497571"/>
                  <a:pt x="1046084" y="3495548"/>
                  <a:pt x="1024569" y="3487123"/>
                </a:cubicBezTo>
                <a:close/>
                <a:moveTo>
                  <a:pt x="1870600" y="3482055"/>
                </a:moveTo>
                <a:cubicBezTo>
                  <a:pt x="1861117" y="3457341"/>
                  <a:pt x="1874409" y="3436914"/>
                  <a:pt x="1897813" y="3440238"/>
                </a:cubicBezTo>
                <a:cubicBezTo>
                  <a:pt x="1913555" y="3442473"/>
                  <a:pt x="1919287" y="3449643"/>
                  <a:pt x="1919287" y="3467100"/>
                </a:cubicBezTo>
                <a:cubicBezTo>
                  <a:pt x="1919287" y="3495216"/>
                  <a:pt x="1880252" y="3507207"/>
                  <a:pt x="1870600" y="3482055"/>
                </a:cubicBezTo>
                <a:close/>
                <a:moveTo>
                  <a:pt x="2059339" y="3461671"/>
                </a:moveTo>
                <a:cubicBezTo>
                  <a:pt x="2012149" y="3428617"/>
                  <a:pt x="2053927" y="3356653"/>
                  <a:pt x="2102015" y="3388161"/>
                </a:cubicBezTo>
                <a:cubicBezTo>
                  <a:pt x="2129959" y="3406471"/>
                  <a:pt x="2128856" y="3444354"/>
                  <a:pt x="2099820" y="3463512"/>
                </a:cubicBezTo>
                <a:cubicBezTo>
                  <a:pt x="2083244" y="3474449"/>
                  <a:pt x="2077189" y="3474173"/>
                  <a:pt x="2059339" y="3461671"/>
                </a:cubicBezTo>
                <a:close/>
                <a:moveTo>
                  <a:pt x="1356250" y="3453480"/>
                </a:moveTo>
                <a:cubicBezTo>
                  <a:pt x="1346767" y="3428766"/>
                  <a:pt x="1360059" y="3408339"/>
                  <a:pt x="1383463" y="3411663"/>
                </a:cubicBezTo>
                <a:cubicBezTo>
                  <a:pt x="1399205" y="3413898"/>
                  <a:pt x="1404937" y="3421068"/>
                  <a:pt x="1404937" y="3438525"/>
                </a:cubicBezTo>
                <a:cubicBezTo>
                  <a:pt x="1404937" y="3466641"/>
                  <a:pt x="1365902" y="3478632"/>
                  <a:pt x="1356250" y="3453480"/>
                </a:cubicBezTo>
                <a:close/>
                <a:moveTo>
                  <a:pt x="1638402" y="3452936"/>
                </a:moveTo>
                <a:cubicBezTo>
                  <a:pt x="1631531" y="3444656"/>
                  <a:pt x="1629206" y="3428578"/>
                  <a:pt x="1632806" y="3414235"/>
                </a:cubicBezTo>
                <a:cubicBezTo>
                  <a:pt x="1641119" y="3381111"/>
                  <a:pt x="1689001" y="3383766"/>
                  <a:pt x="1693799" y="3417618"/>
                </a:cubicBezTo>
                <a:cubicBezTo>
                  <a:pt x="1699554" y="3458212"/>
                  <a:pt x="1662426" y="3481882"/>
                  <a:pt x="1638402" y="3452936"/>
                </a:cubicBezTo>
                <a:close/>
                <a:moveTo>
                  <a:pt x="835818" y="3441484"/>
                </a:moveTo>
                <a:cubicBezTo>
                  <a:pt x="826650" y="3439088"/>
                  <a:pt x="819150" y="3433557"/>
                  <a:pt x="819150" y="3429193"/>
                </a:cubicBezTo>
                <a:cubicBezTo>
                  <a:pt x="819150" y="3419389"/>
                  <a:pt x="855606" y="3428159"/>
                  <a:pt x="862723" y="3439674"/>
                </a:cubicBezTo>
                <a:cubicBezTo>
                  <a:pt x="868129" y="3448421"/>
                  <a:pt x="863546" y="3448730"/>
                  <a:pt x="835818" y="3441484"/>
                </a:cubicBezTo>
                <a:close/>
                <a:moveTo>
                  <a:pt x="1206829" y="3432504"/>
                </a:moveTo>
                <a:cubicBezTo>
                  <a:pt x="1195898" y="3421573"/>
                  <a:pt x="1199225" y="3393999"/>
                  <a:pt x="1212837" y="3382702"/>
                </a:cubicBezTo>
                <a:cubicBezTo>
                  <a:pt x="1233228" y="3365779"/>
                  <a:pt x="1265374" y="3393898"/>
                  <a:pt x="1251516" y="3416535"/>
                </a:cubicBezTo>
                <a:cubicBezTo>
                  <a:pt x="1240105" y="3435175"/>
                  <a:pt x="1217557" y="3443232"/>
                  <a:pt x="1206829" y="3432504"/>
                </a:cubicBezTo>
                <a:close/>
                <a:moveTo>
                  <a:pt x="2229690" y="3372690"/>
                </a:moveTo>
                <a:cubicBezTo>
                  <a:pt x="2204347" y="3347347"/>
                  <a:pt x="2217107" y="3314700"/>
                  <a:pt x="2252355" y="3314700"/>
                </a:cubicBezTo>
                <a:cubicBezTo>
                  <a:pt x="2284439" y="3314700"/>
                  <a:pt x="2294058" y="3348975"/>
                  <a:pt x="2269005" y="3374027"/>
                </a:cubicBezTo>
                <a:cubicBezTo>
                  <a:pt x="2250037" y="3392996"/>
                  <a:pt x="2249994" y="3392994"/>
                  <a:pt x="2229690" y="3372690"/>
                </a:cubicBezTo>
                <a:close/>
                <a:moveTo>
                  <a:pt x="1486002" y="3357686"/>
                </a:moveTo>
                <a:cubicBezTo>
                  <a:pt x="1479135" y="3349412"/>
                  <a:pt x="1476806" y="3333327"/>
                  <a:pt x="1480400" y="3319007"/>
                </a:cubicBezTo>
                <a:cubicBezTo>
                  <a:pt x="1488886" y="3285198"/>
                  <a:pt x="1546041" y="3287922"/>
                  <a:pt x="1550924" y="3322368"/>
                </a:cubicBezTo>
                <a:cubicBezTo>
                  <a:pt x="1556868" y="3364292"/>
                  <a:pt x="1511822" y="3388797"/>
                  <a:pt x="1486002" y="3357686"/>
                </a:cubicBezTo>
                <a:close/>
                <a:moveTo>
                  <a:pt x="1049655" y="3341370"/>
                </a:moveTo>
                <a:cubicBezTo>
                  <a:pt x="1027395" y="3319110"/>
                  <a:pt x="1045926" y="3257550"/>
                  <a:pt x="1074885" y="3257550"/>
                </a:cubicBezTo>
                <a:cubicBezTo>
                  <a:pt x="1091545" y="3257550"/>
                  <a:pt x="1123950" y="3288911"/>
                  <a:pt x="1123950" y="3305034"/>
                </a:cubicBezTo>
                <a:cubicBezTo>
                  <a:pt x="1123950" y="3342656"/>
                  <a:pt x="1074920" y="3366635"/>
                  <a:pt x="1049655" y="3341370"/>
                </a:cubicBezTo>
                <a:close/>
                <a:moveTo>
                  <a:pt x="882649" y="3336925"/>
                </a:moveTo>
                <a:cubicBezTo>
                  <a:pt x="872649" y="3326924"/>
                  <a:pt x="875236" y="3297431"/>
                  <a:pt x="886739" y="3290322"/>
                </a:cubicBezTo>
                <a:cubicBezTo>
                  <a:pt x="901559" y="3281162"/>
                  <a:pt x="927665" y="3310262"/>
                  <a:pt x="920763" y="3328248"/>
                </a:cubicBezTo>
                <a:cubicBezTo>
                  <a:pt x="914872" y="3343600"/>
                  <a:pt x="894062" y="3348337"/>
                  <a:pt x="882649" y="3336925"/>
                </a:cubicBezTo>
                <a:close/>
                <a:moveTo>
                  <a:pt x="1971775" y="3310058"/>
                </a:moveTo>
                <a:cubicBezTo>
                  <a:pt x="1955948" y="3290988"/>
                  <a:pt x="1966491" y="3267075"/>
                  <a:pt x="1990725" y="3267075"/>
                </a:cubicBezTo>
                <a:cubicBezTo>
                  <a:pt x="2001531" y="3267075"/>
                  <a:pt x="2012861" y="3273558"/>
                  <a:pt x="2015902" y="3281483"/>
                </a:cubicBezTo>
                <a:cubicBezTo>
                  <a:pt x="2021375" y="3295746"/>
                  <a:pt x="2004600" y="3324225"/>
                  <a:pt x="1990725" y="3324225"/>
                </a:cubicBezTo>
                <a:cubicBezTo>
                  <a:pt x="1986769" y="3324225"/>
                  <a:pt x="1978241" y="3317850"/>
                  <a:pt x="1971775" y="3310058"/>
                </a:cubicBezTo>
                <a:close/>
                <a:moveTo>
                  <a:pt x="733527" y="3300536"/>
                </a:moveTo>
                <a:cubicBezTo>
                  <a:pt x="714563" y="3277686"/>
                  <a:pt x="729443" y="3238500"/>
                  <a:pt x="757083" y="3238500"/>
                </a:cubicBezTo>
                <a:cubicBezTo>
                  <a:pt x="789117" y="3238500"/>
                  <a:pt x="803539" y="3267451"/>
                  <a:pt x="784819" y="3294177"/>
                </a:cubicBezTo>
                <a:cubicBezTo>
                  <a:pt x="768015" y="3318168"/>
                  <a:pt x="750013" y="3320400"/>
                  <a:pt x="733527" y="3300536"/>
                </a:cubicBezTo>
                <a:close/>
                <a:moveTo>
                  <a:pt x="1761548" y="3295073"/>
                </a:moveTo>
                <a:cubicBezTo>
                  <a:pt x="1735798" y="3269323"/>
                  <a:pt x="1740708" y="3231394"/>
                  <a:pt x="1772886" y="3207480"/>
                </a:cubicBezTo>
                <a:cubicBezTo>
                  <a:pt x="1816379" y="3175157"/>
                  <a:pt x="1882731" y="3220505"/>
                  <a:pt x="1841459" y="3254345"/>
                </a:cubicBezTo>
                <a:cubicBezTo>
                  <a:pt x="1825612" y="3267338"/>
                  <a:pt x="1825544" y="3268156"/>
                  <a:pt x="1840706" y="3263389"/>
                </a:cubicBezTo>
                <a:cubicBezTo>
                  <a:pt x="1862986" y="3256383"/>
                  <a:pt x="1861822" y="3272152"/>
                  <a:pt x="1838325" y="3295650"/>
                </a:cubicBezTo>
                <a:cubicBezTo>
                  <a:pt x="1813897" y="3320077"/>
                  <a:pt x="1786345" y="3319870"/>
                  <a:pt x="1761548" y="3295073"/>
                </a:cubicBezTo>
                <a:close/>
                <a:moveTo>
                  <a:pt x="1277457" y="3270588"/>
                </a:moveTo>
                <a:cubicBezTo>
                  <a:pt x="1265260" y="3262045"/>
                  <a:pt x="1257300" y="3246150"/>
                  <a:pt x="1257300" y="3230339"/>
                </a:cubicBezTo>
                <a:cubicBezTo>
                  <a:pt x="1257300" y="3182118"/>
                  <a:pt x="1294409" y="3166831"/>
                  <a:pt x="1333880" y="3198792"/>
                </a:cubicBezTo>
                <a:cubicBezTo>
                  <a:pt x="1377998" y="3234517"/>
                  <a:pt x="1324019" y="3303202"/>
                  <a:pt x="1277457" y="3270588"/>
                </a:cubicBezTo>
                <a:close/>
                <a:moveTo>
                  <a:pt x="2443457" y="3270771"/>
                </a:moveTo>
                <a:cubicBezTo>
                  <a:pt x="2425174" y="3252488"/>
                  <a:pt x="2441293" y="3214867"/>
                  <a:pt x="2463722" y="3223473"/>
                </a:cubicBezTo>
                <a:cubicBezTo>
                  <a:pt x="2471606" y="3226499"/>
                  <a:pt x="2479850" y="3228975"/>
                  <a:pt x="2482041" y="3228975"/>
                </a:cubicBezTo>
                <a:cubicBezTo>
                  <a:pt x="2484232" y="3228975"/>
                  <a:pt x="2486025" y="3239232"/>
                  <a:pt x="2486025" y="3251768"/>
                </a:cubicBezTo>
                <a:cubicBezTo>
                  <a:pt x="2486025" y="3279959"/>
                  <a:pt x="2462947" y="3290261"/>
                  <a:pt x="2443457" y="3270771"/>
                </a:cubicBezTo>
                <a:close/>
                <a:moveTo>
                  <a:pt x="2137929" y="3243913"/>
                </a:moveTo>
                <a:cubicBezTo>
                  <a:pt x="2123011" y="3232837"/>
                  <a:pt x="2121411" y="3226667"/>
                  <a:pt x="2129875" y="3212864"/>
                </a:cubicBezTo>
                <a:cubicBezTo>
                  <a:pt x="2143206" y="3191123"/>
                  <a:pt x="2161823" y="3190820"/>
                  <a:pt x="2175262" y="3212127"/>
                </a:cubicBezTo>
                <a:cubicBezTo>
                  <a:pt x="2191857" y="3238435"/>
                  <a:pt x="2163298" y="3262750"/>
                  <a:pt x="2137929" y="3243913"/>
                </a:cubicBezTo>
                <a:close/>
                <a:moveTo>
                  <a:pt x="1552614" y="3176635"/>
                </a:moveTo>
                <a:cubicBezTo>
                  <a:pt x="1540208" y="3161686"/>
                  <a:pt x="1561509" y="3114675"/>
                  <a:pt x="1580689" y="3114675"/>
                </a:cubicBezTo>
                <a:cubicBezTo>
                  <a:pt x="1589729" y="3114675"/>
                  <a:pt x="1619250" y="3141197"/>
                  <a:pt x="1619250" y="3149319"/>
                </a:cubicBezTo>
                <a:cubicBezTo>
                  <a:pt x="1619250" y="3184095"/>
                  <a:pt x="1574149" y="3202583"/>
                  <a:pt x="1552614" y="3176635"/>
                </a:cubicBezTo>
                <a:close/>
                <a:moveTo>
                  <a:pt x="2270836" y="3167062"/>
                </a:moveTo>
                <a:cubicBezTo>
                  <a:pt x="2240184" y="3120280"/>
                  <a:pt x="2299543" y="3071752"/>
                  <a:pt x="2336911" y="3113043"/>
                </a:cubicBezTo>
                <a:cubicBezTo>
                  <a:pt x="2356708" y="3134919"/>
                  <a:pt x="2356983" y="3156630"/>
                  <a:pt x="2337707" y="3175907"/>
                </a:cubicBezTo>
                <a:cubicBezTo>
                  <a:pt x="2315807" y="3197806"/>
                  <a:pt x="2288625" y="3194211"/>
                  <a:pt x="2270836" y="3167062"/>
                </a:cubicBezTo>
                <a:close/>
                <a:moveTo>
                  <a:pt x="889563" y="3157378"/>
                </a:moveTo>
                <a:cubicBezTo>
                  <a:pt x="853764" y="3121580"/>
                  <a:pt x="871639" y="3073771"/>
                  <a:pt x="925222" y="3062002"/>
                </a:cubicBezTo>
                <a:cubicBezTo>
                  <a:pt x="997243" y="3046184"/>
                  <a:pt x="1014081" y="3133999"/>
                  <a:pt x="945982" y="3170269"/>
                </a:cubicBezTo>
                <a:cubicBezTo>
                  <a:pt x="918082" y="3185128"/>
                  <a:pt x="917084" y="3184900"/>
                  <a:pt x="889563" y="3157378"/>
                </a:cubicBezTo>
                <a:close/>
                <a:moveTo>
                  <a:pt x="2578099" y="3165475"/>
                </a:moveTo>
                <a:cubicBezTo>
                  <a:pt x="2568246" y="3155621"/>
                  <a:pt x="2570619" y="3106972"/>
                  <a:pt x="2581275" y="3100387"/>
                </a:cubicBezTo>
                <a:cubicBezTo>
                  <a:pt x="2587027" y="3096832"/>
                  <a:pt x="2590800" y="3109813"/>
                  <a:pt x="2590800" y="3133162"/>
                </a:cubicBezTo>
                <a:cubicBezTo>
                  <a:pt x="2590800" y="3172646"/>
                  <a:pt x="2589240" y="3176615"/>
                  <a:pt x="2578099" y="3165475"/>
                </a:cubicBezTo>
                <a:close/>
                <a:moveTo>
                  <a:pt x="597229" y="3146754"/>
                </a:moveTo>
                <a:cubicBezTo>
                  <a:pt x="580484" y="3130009"/>
                  <a:pt x="591117" y="3105150"/>
                  <a:pt x="615024" y="3105150"/>
                </a:cubicBezTo>
                <a:cubicBezTo>
                  <a:pt x="634929" y="3105150"/>
                  <a:pt x="638931" y="3109134"/>
                  <a:pt x="636456" y="3126483"/>
                </a:cubicBezTo>
                <a:cubicBezTo>
                  <a:pt x="633443" y="3147599"/>
                  <a:pt x="610124" y="3159649"/>
                  <a:pt x="597229" y="3146754"/>
                </a:cubicBezTo>
                <a:close/>
                <a:moveTo>
                  <a:pt x="1933954" y="3129420"/>
                </a:moveTo>
                <a:cubicBezTo>
                  <a:pt x="1908652" y="3098932"/>
                  <a:pt x="1945815" y="3052098"/>
                  <a:pt x="1978818" y="3072882"/>
                </a:cubicBezTo>
                <a:cubicBezTo>
                  <a:pt x="2011797" y="3093650"/>
                  <a:pt x="2000048" y="3143250"/>
                  <a:pt x="1962150" y="3143250"/>
                </a:cubicBezTo>
                <a:cubicBezTo>
                  <a:pt x="1952955" y="3143250"/>
                  <a:pt x="1940267" y="3137026"/>
                  <a:pt x="1933954" y="3129420"/>
                </a:cubicBezTo>
                <a:close/>
                <a:moveTo>
                  <a:pt x="1100999" y="3108725"/>
                </a:moveTo>
                <a:cubicBezTo>
                  <a:pt x="1092920" y="3087671"/>
                  <a:pt x="1117382" y="3062491"/>
                  <a:pt x="1138166" y="3070467"/>
                </a:cubicBezTo>
                <a:cubicBezTo>
                  <a:pt x="1147835" y="3074177"/>
                  <a:pt x="1152690" y="3084734"/>
                  <a:pt x="1150811" y="3097963"/>
                </a:cubicBezTo>
                <a:cubicBezTo>
                  <a:pt x="1147013" y="3124710"/>
                  <a:pt x="1110187" y="3132666"/>
                  <a:pt x="1100999" y="3108725"/>
                </a:cubicBezTo>
                <a:close/>
                <a:moveTo>
                  <a:pt x="733860" y="3072336"/>
                </a:moveTo>
                <a:cubicBezTo>
                  <a:pt x="712449" y="3046538"/>
                  <a:pt x="725369" y="3014662"/>
                  <a:pt x="757237" y="3014662"/>
                </a:cubicBezTo>
                <a:cubicBezTo>
                  <a:pt x="779822" y="3014662"/>
                  <a:pt x="786464" y="3019264"/>
                  <a:pt x="788924" y="3036618"/>
                </a:cubicBezTo>
                <a:cubicBezTo>
                  <a:pt x="792335" y="3060674"/>
                  <a:pt x="776053" y="3086100"/>
                  <a:pt x="757237" y="3086100"/>
                </a:cubicBezTo>
                <a:cubicBezTo>
                  <a:pt x="750662" y="3086100"/>
                  <a:pt x="740142" y="3079906"/>
                  <a:pt x="733860" y="3072336"/>
                </a:cubicBezTo>
                <a:close/>
                <a:moveTo>
                  <a:pt x="1406860" y="3075175"/>
                </a:moveTo>
                <a:cubicBezTo>
                  <a:pt x="1379631" y="3059936"/>
                  <a:pt x="1370242" y="3032826"/>
                  <a:pt x="1382714" y="3005453"/>
                </a:cubicBezTo>
                <a:cubicBezTo>
                  <a:pt x="1406228" y="2953845"/>
                  <a:pt x="1476375" y="2971675"/>
                  <a:pt x="1476375" y="3029259"/>
                </a:cubicBezTo>
                <a:cubicBezTo>
                  <a:pt x="1476375" y="3066765"/>
                  <a:pt x="1437599" y="3092377"/>
                  <a:pt x="1406860" y="3075175"/>
                </a:cubicBezTo>
                <a:close/>
                <a:moveTo>
                  <a:pt x="1716405" y="3074670"/>
                </a:moveTo>
                <a:cubicBezTo>
                  <a:pt x="1700326" y="3058591"/>
                  <a:pt x="1702181" y="3014550"/>
                  <a:pt x="1719544" y="3000140"/>
                </a:cubicBezTo>
                <a:cubicBezTo>
                  <a:pt x="1736983" y="2985668"/>
                  <a:pt x="1778196" y="3000579"/>
                  <a:pt x="1787456" y="3024712"/>
                </a:cubicBezTo>
                <a:cubicBezTo>
                  <a:pt x="1803420" y="3066313"/>
                  <a:pt x="1747421" y="3105686"/>
                  <a:pt x="1716405" y="3074670"/>
                </a:cubicBezTo>
                <a:close/>
                <a:moveTo>
                  <a:pt x="2425700" y="3070225"/>
                </a:moveTo>
                <a:cubicBezTo>
                  <a:pt x="2413497" y="3058022"/>
                  <a:pt x="2419485" y="3030936"/>
                  <a:pt x="2435767" y="3024688"/>
                </a:cubicBezTo>
                <a:cubicBezTo>
                  <a:pt x="2454985" y="3017313"/>
                  <a:pt x="2477830" y="3042974"/>
                  <a:pt x="2470064" y="3063213"/>
                </a:cubicBezTo>
                <a:cubicBezTo>
                  <a:pt x="2464768" y="3077014"/>
                  <a:pt x="2436894" y="3081419"/>
                  <a:pt x="2425700" y="3070225"/>
                </a:cubicBezTo>
                <a:close/>
                <a:moveTo>
                  <a:pt x="1222275" y="3042276"/>
                </a:moveTo>
                <a:cubicBezTo>
                  <a:pt x="1216262" y="3026605"/>
                  <a:pt x="1236129" y="3007465"/>
                  <a:pt x="1249701" y="3015853"/>
                </a:cubicBezTo>
                <a:cubicBezTo>
                  <a:pt x="1253880" y="3018436"/>
                  <a:pt x="1257300" y="3028868"/>
                  <a:pt x="1257300" y="3039037"/>
                </a:cubicBezTo>
                <a:cubicBezTo>
                  <a:pt x="1257300" y="3061323"/>
                  <a:pt x="1230534" y="3063798"/>
                  <a:pt x="1222275" y="3042276"/>
                </a:cubicBezTo>
                <a:close/>
                <a:moveTo>
                  <a:pt x="2092213" y="3040106"/>
                </a:moveTo>
                <a:cubicBezTo>
                  <a:pt x="2057208" y="3001426"/>
                  <a:pt x="2086181" y="2940843"/>
                  <a:pt x="2139685" y="2940843"/>
                </a:cubicBezTo>
                <a:cubicBezTo>
                  <a:pt x="2185604" y="2940843"/>
                  <a:pt x="2205707" y="2993831"/>
                  <a:pt x="2175922" y="3036355"/>
                </a:cubicBezTo>
                <a:cubicBezTo>
                  <a:pt x="2157615" y="3062492"/>
                  <a:pt x="2114232" y="3064436"/>
                  <a:pt x="2092213" y="3040106"/>
                </a:cubicBezTo>
                <a:close/>
                <a:moveTo>
                  <a:pt x="1859021" y="2975046"/>
                </a:moveTo>
                <a:cubicBezTo>
                  <a:pt x="1863036" y="2954201"/>
                  <a:pt x="1890712" y="2951252"/>
                  <a:pt x="1890712" y="2971669"/>
                </a:cubicBezTo>
                <a:cubicBezTo>
                  <a:pt x="1890712" y="2979455"/>
                  <a:pt x="1882822" y="2987346"/>
                  <a:pt x="1873178" y="2989203"/>
                </a:cubicBezTo>
                <a:cubicBezTo>
                  <a:pt x="1860449" y="2991654"/>
                  <a:pt x="1856570" y="2987775"/>
                  <a:pt x="1859021" y="2975046"/>
                </a:cubicBezTo>
                <a:close/>
                <a:moveTo>
                  <a:pt x="2518581" y="2976958"/>
                </a:moveTo>
                <a:cubicBezTo>
                  <a:pt x="2503974" y="2966110"/>
                  <a:pt x="2502429" y="2959938"/>
                  <a:pt x="2510875" y="2946164"/>
                </a:cubicBezTo>
                <a:cubicBezTo>
                  <a:pt x="2525494" y="2922322"/>
                  <a:pt x="2556757" y="2924003"/>
                  <a:pt x="2560303" y="2948820"/>
                </a:cubicBezTo>
                <a:cubicBezTo>
                  <a:pt x="2564524" y="2978361"/>
                  <a:pt x="2541434" y="2993932"/>
                  <a:pt x="2518581" y="2976958"/>
                </a:cubicBezTo>
                <a:close/>
                <a:moveTo>
                  <a:pt x="1006474" y="2974975"/>
                </a:moveTo>
                <a:cubicBezTo>
                  <a:pt x="995207" y="2963707"/>
                  <a:pt x="999724" y="2926840"/>
                  <a:pt x="1013803" y="2915155"/>
                </a:cubicBezTo>
                <a:cubicBezTo>
                  <a:pt x="1031643" y="2900349"/>
                  <a:pt x="1066800" y="2917928"/>
                  <a:pt x="1066800" y="2941655"/>
                </a:cubicBezTo>
                <a:cubicBezTo>
                  <a:pt x="1066800" y="2971878"/>
                  <a:pt x="1025944" y="2994444"/>
                  <a:pt x="1006474" y="2974975"/>
                </a:cubicBezTo>
                <a:close/>
                <a:moveTo>
                  <a:pt x="2318289" y="2948691"/>
                </a:moveTo>
                <a:cubicBezTo>
                  <a:pt x="2309623" y="2926108"/>
                  <a:pt x="2321885" y="2903301"/>
                  <a:pt x="2340739" y="2906932"/>
                </a:cubicBezTo>
                <a:cubicBezTo>
                  <a:pt x="2351284" y="2908963"/>
                  <a:pt x="2357437" y="2918827"/>
                  <a:pt x="2357437" y="2933700"/>
                </a:cubicBezTo>
                <a:cubicBezTo>
                  <a:pt x="2357437" y="2960852"/>
                  <a:pt x="2327373" y="2972364"/>
                  <a:pt x="2318289" y="2948691"/>
                </a:cubicBezTo>
                <a:close/>
                <a:moveTo>
                  <a:pt x="1597818" y="2942462"/>
                </a:moveTo>
                <a:cubicBezTo>
                  <a:pt x="1574362" y="2928800"/>
                  <a:pt x="1575902" y="2880028"/>
                  <a:pt x="1600200" y="2867025"/>
                </a:cubicBezTo>
                <a:cubicBezTo>
                  <a:pt x="1643478" y="2843863"/>
                  <a:pt x="1678147" y="2902017"/>
                  <a:pt x="1642382" y="2937782"/>
                </a:cubicBezTo>
                <a:cubicBezTo>
                  <a:pt x="1625032" y="2955131"/>
                  <a:pt x="1620405" y="2955617"/>
                  <a:pt x="1597818" y="2942462"/>
                </a:cubicBezTo>
                <a:close/>
                <a:moveTo>
                  <a:pt x="620723" y="2899457"/>
                </a:moveTo>
                <a:cubicBezTo>
                  <a:pt x="570939" y="2864587"/>
                  <a:pt x="617592" y="2774355"/>
                  <a:pt x="670909" y="2802392"/>
                </a:cubicBezTo>
                <a:cubicBezTo>
                  <a:pt x="712785" y="2824412"/>
                  <a:pt x="716743" y="2865812"/>
                  <a:pt x="679752" y="2894908"/>
                </a:cubicBezTo>
                <a:cubicBezTo>
                  <a:pt x="649612" y="2918617"/>
                  <a:pt x="648230" y="2918723"/>
                  <a:pt x="620723" y="2899457"/>
                </a:cubicBezTo>
                <a:close/>
                <a:moveTo>
                  <a:pt x="1973580" y="2903220"/>
                </a:moveTo>
                <a:cubicBezTo>
                  <a:pt x="1950126" y="2879766"/>
                  <a:pt x="1973217" y="2841854"/>
                  <a:pt x="2003805" y="2853592"/>
                </a:cubicBezTo>
                <a:cubicBezTo>
                  <a:pt x="2028210" y="2862957"/>
                  <a:pt x="2017136" y="2914650"/>
                  <a:pt x="1990725" y="2914650"/>
                </a:cubicBezTo>
                <a:cubicBezTo>
                  <a:pt x="1987581" y="2914650"/>
                  <a:pt x="1979866" y="2909506"/>
                  <a:pt x="1973580" y="2903220"/>
                </a:cubicBezTo>
                <a:close/>
                <a:moveTo>
                  <a:pt x="873925" y="2888656"/>
                </a:moveTo>
                <a:cubicBezTo>
                  <a:pt x="852484" y="2883540"/>
                  <a:pt x="843050" y="2845931"/>
                  <a:pt x="856775" y="2820287"/>
                </a:cubicBezTo>
                <a:cubicBezTo>
                  <a:pt x="869141" y="2797181"/>
                  <a:pt x="906563" y="2793718"/>
                  <a:pt x="923489" y="2814113"/>
                </a:cubicBezTo>
                <a:cubicBezTo>
                  <a:pt x="949190" y="2845080"/>
                  <a:pt x="913878" y="2898188"/>
                  <a:pt x="873925" y="2888656"/>
                </a:cubicBezTo>
                <a:close/>
                <a:moveTo>
                  <a:pt x="1186542" y="2880632"/>
                </a:moveTo>
                <a:cubicBezTo>
                  <a:pt x="1178310" y="2872399"/>
                  <a:pt x="1171575" y="2853776"/>
                  <a:pt x="1171575" y="2839245"/>
                </a:cubicBezTo>
                <a:cubicBezTo>
                  <a:pt x="1171575" y="2784326"/>
                  <a:pt x="1242792" y="2759828"/>
                  <a:pt x="1272157" y="2804646"/>
                </a:cubicBezTo>
                <a:cubicBezTo>
                  <a:pt x="1308371" y="2859915"/>
                  <a:pt x="1232852" y="2926941"/>
                  <a:pt x="1186542" y="2880632"/>
                </a:cubicBezTo>
                <a:close/>
                <a:moveTo>
                  <a:pt x="1438256" y="2838415"/>
                </a:moveTo>
                <a:cubicBezTo>
                  <a:pt x="1430085" y="2823148"/>
                  <a:pt x="1430214" y="2814825"/>
                  <a:pt x="1438780" y="2804503"/>
                </a:cubicBezTo>
                <a:cubicBezTo>
                  <a:pt x="1465349" y="2772489"/>
                  <a:pt x="1510811" y="2802368"/>
                  <a:pt x="1488776" y="2837363"/>
                </a:cubicBezTo>
                <a:cubicBezTo>
                  <a:pt x="1474143" y="2860601"/>
                  <a:pt x="1450395" y="2861096"/>
                  <a:pt x="1438256" y="2838415"/>
                </a:cubicBezTo>
                <a:close/>
                <a:moveTo>
                  <a:pt x="1806236" y="2837342"/>
                </a:moveTo>
                <a:cubicBezTo>
                  <a:pt x="1795313" y="2821748"/>
                  <a:pt x="1794459" y="2812045"/>
                  <a:pt x="1802462" y="2794480"/>
                </a:cubicBezTo>
                <a:cubicBezTo>
                  <a:pt x="1820524" y="2754839"/>
                  <a:pt x="1876425" y="2770074"/>
                  <a:pt x="1876425" y="2814637"/>
                </a:cubicBezTo>
                <a:cubicBezTo>
                  <a:pt x="1876425" y="2857446"/>
                  <a:pt x="1830682" y="2872243"/>
                  <a:pt x="1806236" y="2837342"/>
                </a:cubicBezTo>
                <a:close/>
                <a:moveTo>
                  <a:pt x="2422517" y="2813539"/>
                </a:moveTo>
                <a:cubicBezTo>
                  <a:pt x="2407898" y="2791229"/>
                  <a:pt x="2407658" y="2786011"/>
                  <a:pt x="2420217" y="2763533"/>
                </a:cubicBezTo>
                <a:cubicBezTo>
                  <a:pt x="2447134" y="2715354"/>
                  <a:pt x="2514600" y="2728401"/>
                  <a:pt x="2514600" y="2781785"/>
                </a:cubicBezTo>
                <a:cubicBezTo>
                  <a:pt x="2514600" y="2837694"/>
                  <a:pt x="2452398" y="2859144"/>
                  <a:pt x="2422517" y="2813539"/>
                </a:cubicBezTo>
                <a:close/>
                <a:moveTo>
                  <a:pt x="2130826" y="2813451"/>
                </a:moveTo>
                <a:cubicBezTo>
                  <a:pt x="2120821" y="2803446"/>
                  <a:pt x="2122644" y="2773783"/>
                  <a:pt x="2133685" y="2766959"/>
                </a:cubicBezTo>
                <a:cubicBezTo>
                  <a:pt x="2152864" y="2755106"/>
                  <a:pt x="2182448" y="2772621"/>
                  <a:pt x="2179399" y="2794024"/>
                </a:cubicBezTo>
                <a:cubicBezTo>
                  <a:pt x="2176493" y="2814419"/>
                  <a:pt x="2144564" y="2827189"/>
                  <a:pt x="2130826" y="2813451"/>
                </a:cubicBezTo>
                <a:close/>
                <a:moveTo>
                  <a:pt x="2257794" y="2734365"/>
                </a:moveTo>
                <a:cubicBezTo>
                  <a:pt x="2240648" y="2702328"/>
                  <a:pt x="2266787" y="2669750"/>
                  <a:pt x="2299551" y="2682322"/>
                </a:cubicBezTo>
                <a:cubicBezTo>
                  <a:pt x="2332611" y="2695009"/>
                  <a:pt x="2321502" y="2752725"/>
                  <a:pt x="2286000" y="2752725"/>
                </a:cubicBezTo>
                <a:cubicBezTo>
                  <a:pt x="2275891" y="2752725"/>
                  <a:pt x="2263198" y="2744463"/>
                  <a:pt x="2257794" y="2734365"/>
                </a:cubicBezTo>
                <a:close/>
                <a:moveTo>
                  <a:pt x="1035049" y="2736850"/>
                </a:moveTo>
                <a:cubicBezTo>
                  <a:pt x="1022380" y="2724180"/>
                  <a:pt x="1029106" y="2686502"/>
                  <a:pt x="1045614" y="2677667"/>
                </a:cubicBezTo>
                <a:cubicBezTo>
                  <a:pt x="1080842" y="2658814"/>
                  <a:pt x="1112382" y="2703332"/>
                  <a:pt x="1083945" y="2731770"/>
                </a:cubicBezTo>
                <a:cubicBezTo>
                  <a:pt x="1071491" y="2744223"/>
                  <a:pt x="1045159" y="2746959"/>
                  <a:pt x="1035049" y="2736850"/>
                </a:cubicBezTo>
                <a:close/>
                <a:moveTo>
                  <a:pt x="719168" y="2705196"/>
                </a:moveTo>
                <a:cubicBezTo>
                  <a:pt x="711047" y="2679610"/>
                  <a:pt x="730491" y="2655694"/>
                  <a:pt x="756404" y="2659396"/>
                </a:cubicBezTo>
                <a:cubicBezTo>
                  <a:pt x="789149" y="2664075"/>
                  <a:pt x="784403" y="2718448"/>
                  <a:pt x="750911" y="2722322"/>
                </a:cubicBezTo>
                <a:cubicBezTo>
                  <a:pt x="731997" y="2724510"/>
                  <a:pt x="723913" y="2720148"/>
                  <a:pt x="719168" y="2705196"/>
                </a:cubicBezTo>
                <a:close/>
                <a:moveTo>
                  <a:pt x="1590675" y="2695575"/>
                </a:moveTo>
                <a:cubicBezTo>
                  <a:pt x="1554906" y="2659806"/>
                  <a:pt x="1578699" y="2600325"/>
                  <a:pt x="1628775" y="2600325"/>
                </a:cubicBezTo>
                <a:cubicBezTo>
                  <a:pt x="1681053" y="2600325"/>
                  <a:pt x="1700665" y="2653125"/>
                  <a:pt x="1662545" y="2691245"/>
                </a:cubicBezTo>
                <a:cubicBezTo>
                  <a:pt x="1634184" y="2719606"/>
                  <a:pt x="1615813" y="2720713"/>
                  <a:pt x="1590675" y="2695575"/>
                </a:cubicBezTo>
                <a:close/>
                <a:moveTo>
                  <a:pt x="587704" y="2699079"/>
                </a:moveTo>
                <a:cubicBezTo>
                  <a:pt x="574973" y="2686348"/>
                  <a:pt x="581101" y="2649958"/>
                  <a:pt x="597003" y="2643856"/>
                </a:cubicBezTo>
                <a:cubicBezTo>
                  <a:pt x="620771" y="2634735"/>
                  <a:pt x="645487" y="2662794"/>
                  <a:pt x="632230" y="2683847"/>
                </a:cubicBezTo>
                <a:cubicBezTo>
                  <a:pt x="620874" y="2701879"/>
                  <a:pt x="598245" y="2709620"/>
                  <a:pt x="587704" y="2699079"/>
                </a:cubicBezTo>
                <a:close/>
                <a:moveTo>
                  <a:pt x="1327685" y="2691505"/>
                </a:moveTo>
                <a:cubicBezTo>
                  <a:pt x="1324816" y="2684028"/>
                  <a:pt x="1323879" y="2667954"/>
                  <a:pt x="1325603" y="2655786"/>
                </a:cubicBezTo>
                <a:cubicBezTo>
                  <a:pt x="1330157" y="2623639"/>
                  <a:pt x="1384446" y="2623495"/>
                  <a:pt x="1388999" y="2655618"/>
                </a:cubicBezTo>
                <a:cubicBezTo>
                  <a:pt x="1394636" y="2695378"/>
                  <a:pt x="1341178" y="2726667"/>
                  <a:pt x="1327685" y="2691505"/>
                </a:cubicBezTo>
                <a:close/>
                <a:moveTo>
                  <a:pt x="1977117" y="2671082"/>
                </a:moveTo>
                <a:cubicBezTo>
                  <a:pt x="1944229" y="2638193"/>
                  <a:pt x="1968299" y="2578893"/>
                  <a:pt x="2014537" y="2578893"/>
                </a:cubicBezTo>
                <a:cubicBezTo>
                  <a:pt x="2062172" y="2578893"/>
                  <a:pt x="2084889" y="2638264"/>
                  <a:pt x="2049506" y="2670286"/>
                </a:cubicBezTo>
                <a:cubicBezTo>
                  <a:pt x="2027554" y="2690152"/>
                  <a:pt x="1996529" y="2690493"/>
                  <a:pt x="1977117" y="2671082"/>
                </a:cubicBezTo>
                <a:close/>
                <a:moveTo>
                  <a:pt x="1791842" y="2659610"/>
                </a:moveTo>
                <a:cubicBezTo>
                  <a:pt x="1781060" y="2639462"/>
                  <a:pt x="1794633" y="2609850"/>
                  <a:pt x="1814650" y="2609850"/>
                </a:cubicBezTo>
                <a:cubicBezTo>
                  <a:pt x="1834472" y="2609850"/>
                  <a:pt x="1848079" y="2640383"/>
                  <a:pt x="1837044" y="2660102"/>
                </a:cubicBezTo>
                <a:cubicBezTo>
                  <a:pt x="1825155" y="2681345"/>
                  <a:pt x="1803347" y="2681107"/>
                  <a:pt x="1791842" y="2659610"/>
                </a:cubicBezTo>
                <a:close/>
                <a:moveTo>
                  <a:pt x="875837" y="2608985"/>
                </a:moveTo>
                <a:cubicBezTo>
                  <a:pt x="852333" y="2565068"/>
                  <a:pt x="900302" y="2510812"/>
                  <a:pt x="942615" y="2533457"/>
                </a:cubicBezTo>
                <a:cubicBezTo>
                  <a:pt x="964677" y="2545264"/>
                  <a:pt x="969719" y="2598345"/>
                  <a:pt x="950595" y="2617470"/>
                </a:cubicBezTo>
                <a:cubicBezTo>
                  <a:pt x="931776" y="2636288"/>
                  <a:pt x="887776" y="2631294"/>
                  <a:pt x="875837" y="2608985"/>
                </a:cubicBezTo>
                <a:close/>
                <a:moveTo>
                  <a:pt x="2387929" y="2613354"/>
                </a:moveTo>
                <a:cubicBezTo>
                  <a:pt x="2370727" y="2596152"/>
                  <a:pt x="2381252" y="2560900"/>
                  <a:pt x="2402681" y="2563943"/>
                </a:cubicBezTo>
                <a:cubicBezTo>
                  <a:pt x="2418343" y="2566168"/>
                  <a:pt x="2424112" y="2573362"/>
                  <a:pt x="2424112" y="2590669"/>
                </a:cubicBezTo>
                <a:cubicBezTo>
                  <a:pt x="2424112" y="2613659"/>
                  <a:pt x="2402059" y="2627484"/>
                  <a:pt x="2387929" y="2613354"/>
                </a:cubicBezTo>
                <a:close/>
                <a:moveTo>
                  <a:pt x="1137976" y="2590511"/>
                </a:moveTo>
                <a:cubicBezTo>
                  <a:pt x="1102280" y="2551067"/>
                  <a:pt x="1155227" y="2490794"/>
                  <a:pt x="1195911" y="2524560"/>
                </a:cubicBezTo>
                <a:cubicBezTo>
                  <a:pt x="1214070" y="2539630"/>
                  <a:pt x="1213444" y="2576144"/>
                  <a:pt x="1194707" y="2594882"/>
                </a:cubicBezTo>
                <a:cubicBezTo>
                  <a:pt x="1174649" y="2614939"/>
                  <a:pt x="1158992" y="2613733"/>
                  <a:pt x="1137976" y="2590511"/>
                </a:cubicBezTo>
                <a:close/>
                <a:moveTo>
                  <a:pt x="2186667" y="2566307"/>
                </a:moveTo>
                <a:cubicBezTo>
                  <a:pt x="2166633" y="2546272"/>
                  <a:pt x="2167811" y="2528013"/>
                  <a:pt x="2190609" y="2505215"/>
                </a:cubicBezTo>
                <a:cubicBezTo>
                  <a:pt x="2217351" y="2478473"/>
                  <a:pt x="2257425" y="2496244"/>
                  <a:pt x="2257425" y="2534843"/>
                </a:cubicBezTo>
                <a:cubicBezTo>
                  <a:pt x="2257425" y="2575535"/>
                  <a:pt x="2214834" y="2594474"/>
                  <a:pt x="2186667" y="2566307"/>
                </a:cubicBezTo>
                <a:close/>
                <a:moveTo>
                  <a:pt x="2532379" y="2558477"/>
                </a:moveTo>
                <a:cubicBezTo>
                  <a:pt x="2517767" y="2526407"/>
                  <a:pt x="2543556" y="2483384"/>
                  <a:pt x="2574733" y="2487822"/>
                </a:cubicBezTo>
                <a:cubicBezTo>
                  <a:pt x="2592630" y="2490370"/>
                  <a:pt x="2595562" y="2496820"/>
                  <a:pt x="2595562" y="2533650"/>
                </a:cubicBezTo>
                <a:cubicBezTo>
                  <a:pt x="2595562" y="2573296"/>
                  <a:pt x="2593602" y="2576738"/>
                  <a:pt x="2569449" y="2579518"/>
                </a:cubicBezTo>
                <a:cubicBezTo>
                  <a:pt x="2549211" y="2581848"/>
                  <a:pt x="2540870" y="2577113"/>
                  <a:pt x="2532379" y="2558477"/>
                </a:cubicBezTo>
                <a:close/>
                <a:moveTo>
                  <a:pt x="574968" y="2538476"/>
                </a:moveTo>
                <a:cubicBezTo>
                  <a:pt x="571669" y="2529878"/>
                  <a:pt x="573537" y="2518277"/>
                  <a:pt x="579120" y="2512695"/>
                </a:cubicBezTo>
                <a:cubicBezTo>
                  <a:pt x="593632" y="2498182"/>
                  <a:pt x="621129" y="2511446"/>
                  <a:pt x="617338" y="2531130"/>
                </a:cubicBezTo>
                <a:cubicBezTo>
                  <a:pt x="613115" y="2553055"/>
                  <a:pt x="582594" y="2558347"/>
                  <a:pt x="574968" y="2538476"/>
                </a:cubicBezTo>
                <a:close/>
                <a:moveTo>
                  <a:pt x="1486269" y="2515290"/>
                </a:moveTo>
                <a:cubicBezTo>
                  <a:pt x="1473818" y="2492025"/>
                  <a:pt x="1482281" y="2469407"/>
                  <a:pt x="1506287" y="2461788"/>
                </a:cubicBezTo>
                <a:cubicBezTo>
                  <a:pt x="1541871" y="2450494"/>
                  <a:pt x="1567843" y="2495521"/>
                  <a:pt x="1541145" y="2522220"/>
                </a:cubicBezTo>
                <a:cubicBezTo>
                  <a:pt x="1524001" y="2539363"/>
                  <a:pt x="1497352" y="2535998"/>
                  <a:pt x="1486269" y="2515290"/>
                </a:cubicBezTo>
                <a:close/>
                <a:moveTo>
                  <a:pt x="1847950" y="2509958"/>
                </a:moveTo>
                <a:cubicBezTo>
                  <a:pt x="1832123" y="2490888"/>
                  <a:pt x="1842666" y="2466975"/>
                  <a:pt x="1866900" y="2466975"/>
                </a:cubicBezTo>
                <a:cubicBezTo>
                  <a:pt x="1877706" y="2466975"/>
                  <a:pt x="1889036" y="2473458"/>
                  <a:pt x="1892077" y="2481383"/>
                </a:cubicBezTo>
                <a:cubicBezTo>
                  <a:pt x="1897550" y="2495646"/>
                  <a:pt x="1880775" y="2524125"/>
                  <a:pt x="1866900" y="2524125"/>
                </a:cubicBezTo>
                <a:cubicBezTo>
                  <a:pt x="1862944" y="2524125"/>
                  <a:pt x="1854416" y="2517750"/>
                  <a:pt x="1847950" y="2509958"/>
                </a:cubicBezTo>
                <a:close/>
                <a:moveTo>
                  <a:pt x="710799" y="2500139"/>
                </a:moveTo>
                <a:cubicBezTo>
                  <a:pt x="692914" y="2482254"/>
                  <a:pt x="691253" y="2463804"/>
                  <a:pt x="705185" y="2437773"/>
                </a:cubicBezTo>
                <a:cubicBezTo>
                  <a:pt x="718110" y="2413621"/>
                  <a:pt x="754449" y="2414269"/>
                  <a:pt x="776876" y="2439050"/>
                </a:cubicBezTo>
                <a:cubicBezTo>
                  <a:pt x="812769" y="2478712"/>
                  <a:pt x="748650" y="2537989"/>
                  <a:pt x="710799" y="2500139"/>
                </a:cubicBezTo>
                <a:close/>
                <a:moveTo>
                  <a:pt x="1306585" y="2463979"/>
                </a:moveTo>
                <a:cubicBezTo>
                  <a:pt x="1279707" y="2435369"/>
                  <a:pt x="1280420" y="2414413"/>
                  <a:pt x="1309254" y="2385579"/>
                </a:cubicBezTo>
                <a:cubicBezTo>
                  <a:pt x="1350062" y="2344771"/>
                  <a:pt x="1400175" y="2363760"/>
                  <a:pt x="1400175" y="2420030"/>
                </a:cubicBezTo>
                <a:cubicBezTo>
                  <a:pt x="1400175" y="2477347"/>
                  <a:pt x="1343948" y="2503751"/>
                  <a:pt x="1306585" y="2463979"/>
                </a:cubicBezTo>
                <a:close/>
                <a:moveTo>
                  <a:pt x="1661236" y="2443162"/>
                </a:moveTo>
                <a:cubicBezTo>
                  <a:pt x="1629896" y="2395331"/>
                  <a:pt x="1694786" y="2345122"/>
                  <a:pt x="1727528" y="2391868"/>
                </a:cubicBezTo>
                <a:cubicBezTo>
                  <a:pt x="1743019" y="2413984"/>
                  <a:pt x="1738917" y="2436693"/>
                  <a:pt x="1716110" y="2455068"/>
                </a:cubicBezTo>
                <a:cubicBezTo>
                  <a:pt x="1693947" y="2472926"/>
                  <a:pt x="1678549" y="2469585"/>
                  <a:pt x="1661236" y="2443162"/>
                </a:cubicBezTo>
                <a:close/>
                <a:moveTo>
                  <a:pt x="2029194" y="2439090"/>
                </a:moveTo>
                <a:cubicBezTo>
                  <a:pt x="2017810" y="2417818"/>
                  <a:pt x="2024370" y="2394522"/>
                  <a:pt x="2043848" y="2387047"/>
                </a:cubicBezTo>
                <a:cubicBezTo>
                  <a:pt x="2063763" y="2379406"/>
                  <a:pt x="2084425" y="2389936"/>
                  <a:pt x="2091161" y="2411162"/>
                </a:cubicBezTo>
                <a:cubicBezTo>
                  <a:pt x="2103673" y="2450583"/>
                  <a:pt x="2048623" y="2475393"/>
                  <a:pt x="2029194" y="2439090"/>
                </a:cubicBezTo>
                <a:close/>
                <a:moveTo>
                  <a:pt x="2419729" y="2443620"/>
                </a:moveTo>
                <a:cubicBezTo>
                  <a:pt x="2401422" y="2421561"/>
                  <a:pt x="2411598" y="2395537"/>
                  <a:pt x="2438530" y="2395537"/>
                </a:cubicBezTo>
                <a:cubicBezTo>
                  <a:pt x="2456244" y="2395537"/>
                  <a:pt x="2463022" y="2401267"/>
                  <a:pt x="2465427" y="2418272"/>
                </a:cubicBezTo>
                <a:cubicBezTo>
                  <a:pt x="2470193" y="2451983"/>
                  <a:pt x="2440390" y="2468514"/>
                  <a:pt x="2419729" y="2443620"/>
                </a:cubicBezTo>
                <a:close/>
                <a:moveTo>
                  <a:pt x="1035379" y="2432379"/>
                </a:moveTo>
                <a:cubicBezTo>
                  <a:pt x="1022922" y="2419922"/>
                  <a:pt x="1028619" y="2380683"/>
                  <a:pt x="1043726" y="2374886"/>
                </a:cubicBezTo>
                <a:cubicBezTo>
                  <a:pt x="1066728" y="2366059"/>
                  <a:pt x="1092857" y="2396580"/>
                  <a:pt x="1079905" y="2417147"/>
                </a:cubicBezTo>
                <a:cubicBezTo>
                  <a:pt x="1068549" y="2435179"/>
                  <a:pt x="1045920" y="2442920"/>
                  <a:pt x="1035379" y="2432379"/>
                </a:cubicBezTo>
                <a:close/>
                <a:moveTo>
                  <a:pt x="561975" y="2352339"/>
                </a:moveTo>
                <a:cubicBezTo>
                  <a:pt x="561975" y="2306892"/>
                  <a:pt x="563001" y="2304928"/>
                  <a:pt x="581563" y="2314862"/>
                </a:cubicBezTo>
                <a:cubicBezTo>
                  <a:pt x="607832" y="2328921"/>
                  <a:pt x="614298" y="2349073"/>
                  <a:pt x="601531" y="2377094"/>
                </a:cubicBezTo>
                <a:cubicBezTo>
                  <a:pt x="582469" y="2418931"/>
                  <a:pt x="561975" y="2406105"/>
                  <a:pt x="561975" y="2352339"/>
                </a:cubicBezTo>
                <a:close/>
                <a:moveTo>
                  <a:pt x="2247427" y="2366393"/>
                </a:moveTo>
                <a:cubicBezTo>
                  <a:pt x="2226599" y="2341296"/>
                  <a:pt x="2247071" y="2300287"/>
                  <a:pt x="2280428" y="2300287"/>
                </a:cubicBezTo>
                <a:cubicBezTo>
                  <a:pt x="2316334" y="2300287"/>
                  <a:pt x="2331549" y="2323986"/>
                  <a:pt x="2316645" y="2356697"/>
                </a:cubicBezTo>
                <a:cubicBezTo>
                  <a:pt x="2303775" y="2384942"/>
                  <a:pt x="2267087" y="2390081"/>
                  <a:pt x="2247427" y="2366393"/>
                </a:cubicBezTo>
                <a:close/>
                <a:moveTo>
                  <a:pt x="848160" y="2348436"/>
                </a:moveTo>
                <a:cubicBezTo>
                  <a:pt x="821068" y="2315793"/>
                  <a:pt x="858433" y="2260609"/>
                  <a:pt x="892968" y="2282258"/>
                </a:cubicBezTo>
                <a:cubicBezTo>
                  <a:pt x="926957" y="2303565"/>
                  <a:pt x="914731" y="2362200"/>
                  <a:pt x="876300" y="2362200"/>
                </a:cubicBezTo>
                <a:cubicBezTo>
                  <a:pt x="867105" y="2362200"/>
                  <a:pt x="854442" y="2356006"/>
                  <a:pt x="848160" y="2348436"/>
                </a:cubicBezTo>
                <a:close/>
                <a:moveTo>
                  <a:pt x="1172010" y="2329386"/>
                </a:moveTo>
                <a:cubicBezTo>
                  <a:pt x="1150599" y="2303588"/>
                  <a:pt x="1163519" y="2271712"/>
                  <a:pt x="1195387" y="2271712"/>
                </a:cubicBezTo>
                <a:cubicBezTo>
                  <a:pt x="1217972" y="2271712"/>
                  <a:pt x="1224614" y="2276314"/>
                  <a:pt x="1227074" y="2293668"/>
                </a:cubicBezTo>
                <a:cubicBezTo>
                  <a:pt x="1230485" y="2317724"/>
                  <a:pt x="1214203" y="2343150"/>
                  <a:pt x="1195387" y="2343150"/>
                </a:cubicBezTo>
                <a:cubicBezTo>
                  <a:pt x="1188812" y="2343150"/>
                  <a:pt x="1178292" y="2336956"/>
                  <a:pt x="1172010" y="2329386"/>
                </a:cubicBezTo>
                <a:close/>
                <a:moveTo>
                  <a:pt x="1872342" y="2328182"/>
                </a:moveTo>
                <a:cubicBezTo>
                  <a:pt x="1839252" y="2295091"/>
                  <a:pt x="1866666" y="2238375"/>
                  <a:pt x="1915751" y="2238375"/>
                </a:cubicBezTo>
                <a:cubicBezTo>
                  <a:pt x="1960638" y="2238375"/>
                  <a:pt x="1976486" y="2280343"/>
                  <a:pt x="1947322" y="2321980"/>
                </a:cubicBezTo>
                <a:cubicBezTo>
                  <a:pt x="1930028" y="2346670"/>
                  <a:pt x="1893825" y="2349664"/>
                  <a:pt x="1872342" y="2328182"/>
                </a:cubicBezTo>
                <a:close/>
                <a:moveTo>
                  <a:pt x="1544955" y="2322195"/>
                </a:moveTo>
                <a:cubicBezTo>
                  <a:pt x="1516517" y="2293757"/>
                  <a:pt x="1548057" y="2249239"/>
                  <a:pt x="1583285" y="2268092"/>
                </a:cubicBezTo>
                <a:cubicBezTo>
                  <a:pt x="1605694" y="2280085"/>
                  <a:pt x="1604845" y="2311418"/>
                  <a:pt x="1581776" y="2323764"/>
                </a:cubicBezTo>
                <a:cubicBezTo>
                  <a:pt x="1558815" y="2336053"/>
                  <a:pt x="1558813" y="2336053"/>
                  <a:pt x="1544955" y="2322195"/>
                </a:cubicBezTo>
                <a:close/>
                <a:moveTo>
                  <a:pt x="705285" y="2281761"/>
                </a:moveTo>
                <a:cubicBezTo>
                  <a:pt x="685480" y="2257898"/>
                  <a:pt x="696873" y="2224458"/>
                  <a:pt x="725949" y="2221105"/>
                </a:cubicBezTo>
                <a:cubicBezTo>
                  <a:pt x="746956" y="2218683"/>
                  <a:pt x="752966" y="2222729"/>
                  <a:pt x="757968" y="2242660"/>
                </a:cubicBezTo>
                <a:cubicBezTo>
                  <a:pt x="768383" y="2284156"/>
                  <a:pt x="730566" y="2312224"/>
                  <a:pt x="705285" y="2281761"/>
                </a:cubicBezTo>
                <a:close/>
                <a:moveTo>
                  <a:pt x="2129517" y="2261507"/>
                </a:moveTo>
                <a:cubicBezTo>
                  <a:pt x="2095506" y="2227495"/>
                  <a:pt x="2124484" y="2179198"/>
                  <a:pt x="2167219" y="2198670"/>
                </a:cubicBezTo>
                <a:cubicBezTo>
                  <a:pt x="2195018" y="2211336"/>
                  <a:pt x="2197708" y="2238649"/>
                  <a:pt x="2173331" y="2260711"/>
                </a:cubicBezTo>
                <a:cubicBezTo>
                  <a:pt x="2151837" y="2280163"/>
                  <a:pt x="2148239" y="2280228"/>
                  <a:pt x="2129517" y="2261507"/>
                </a:cubicBezTo>
                <a:close/>
                <a:moveTo>
                  <a:pt x="2453449" y="2258267"/>
                </a:moveTo>
                <a:cubicBezTo>
                  <a:pt x="2416420" y="2217350"/>
                  <a:pt x="2451294" y="2159207"/>
                  <a:pt x="2502191" y="2177003"/>
                </a:cubicBezTo>
                <a:cubicBezTo>
                  <a:pt x="2549593" y="2193578"/>
                  <a:pt x="2536121" y="2276475"/>
                  <a:pt x="2486025" y="2276475"/>
                </a:cubicBezTo>
                <a:cubicBezTo>
                  <a:pt x="2477171" y="2276475"/>
                  <a:pt x="2462512" y="2268281"/>
                  <a:pt x="2453449" y="2258267"/>
                </a:cubicBezTo>
                <a:close/>
                <a:moveTo>
                  <a:pt x="1390750" y="2233733"/>
                </a:moveTo>
                <a:cubicBezTo>
                  <a:pt x="1374923" y="2214663"/>
                  <a:pt x="1385466" y="2190750"/>
                  <a:pt x="1409700" y="2190750"/>
                </a:cubicBezTo>
                <a:cubicBezTo>
                  <a:pt x="1420506" y="2190750"/>
                  <a:pt x="1431836" y="2197233"/>
                  <a:pt x="1434877" y="2205158"/>
                </a:cubicBezTo>
                <a:cubicBezTo>
                  <a:pt x="1440350" y="2219421"/>
                  <a:pt x="1423575" y="2247900"/>
                  <a:pt x="1409700" y="2247900"/>
                </a:cubicBezTo>
                <a:cubicBezTo>
                  <a:pt x="1405744" y="2247900"/>
                  <a:pt x="1397216" y="2241525"/>
                  <a:pt x="1390750" y="2233733"/>
                </a:cubicBezTo>
                <a:close/>
                <a:moveTo>
                  <a:pt x="1725930" y="2236470"/>
                </a:moveTo>
                <a:cubicBezTo>
                  <a:pt x="1702005" y="2212545"/>
                  <a:pt x="1719814" y="2171700"/>
                  <a:pt x="1754169" y="2171700"/>
                </a:cubicBezTo>
                <a:cubicBezTo>
                  <a:pt x="1768337" y="2171700"/>
                  <a:pt x="1790700" y="2197139"/>
                  <a:pt x="1790700" y="2213255"/>
                </a:cubicBezTo>
                <a:cubicBezTo>
                  <a:pt x="1790700" y="2238090"/>
                  <a:pt x="1744211" y="2254751"/>
                  <a:pt x="1725930" y="2236470"/>
                </a:cubicBezTo>
                <a:close/>
                <a:moveTo>
                  <a:pt x="977788" y="2201906"/>
                </a:moveTo>
                <a:cubicBezTo>
                  <a:pt x="946947" y="2167826"/>
                  <a:pt x="965421" y="2114550"/>
                  <a:pt x="1008080" y="2114550"/>
                </a:cubicBezTo>
                <a:cubicBezTo>
                  <a:pt x="1022564" y="2114550"/>
                  <a:pt x="1039736" y="2109228"/>
                  <a:pt x="1046241" y="2102723"/>
                </a:cubicBezTo>
                <a:cubicBezTo>
                  <a:pt x="1055660" y="2093304"/>
                  <a:pt x="1059897" y="2093789"/>
                  <a:pt x="1067050" y="2105104"/>
                </a:cubicBezTo>
                <a:cubicBezTo>
                  <a:pt x="1105010" y="2165147"/>
                  <a:pt x="1024014" y="2252985"/>
                  <a:pt x="977788" y="2201906"/>
                </a:cubicBezTo>
                <a:close/>
                <a:moveTo>
                  <a:pt x="2307431" y="2203450"/>
                </a:moveTo>
                <a:cubicBezTo>
                  <a:pt x="2291569" y="2197105"/>
                  <a:pt x="2292187" y="2165493"/>
                  <a:pt x="2308295" y="2159312"/>
                </a:cubicBezTo>
                <a:cubicBezTo>
                  <a:pt x="2327242" y="2152042"/>
                  <a:pt x="2345492" y="2166805"/>
                  <a:pt x="2341705" y="2186339"/>
                </a:cubicBezTo>
                <a:cubicBezTo>
                  <a:pt x="2338099" y="2204942"/>
                  <a:pt x="2326117" y="2210924"/>
                  <a:pt x="2307431" y="2203450"/>
                </a:cubicBezTo>
                <a:close/>
                <a:moveTo>
                  <a:pt x="561975" y="2114585"/>
                </a:moveTo>
                <a:cubicBezTo>
                  <a:pt x="561975" y="2059603"/>
                  <a:pt x="563248" y="2056258"/>
                  <a:pt x="583087" y="2059118"/>
                </a:cubicBezTo>
                <a:cubicBezTo>
                  <a:pt x="594700" y="2060792"/>
                  <a:pt x="610685" y="2073753"/>
                  <a:pt x="618611" y="2087919"/>
                </a:cubicBezTo>
                <a:cubicBezTo>
                  <a:pt x="631913" y="2111696"/>
                  <a:pt x="631494" y="2115724"/>
                  <a:pt x="613157" y="2140307"/>
                </a:cubicBezTo>
                <a:cubicBezTo>
                  <a:pt x="577046" y="2188718"/>
                  <a:pt x="561975" y="2181144"/>
                  <a:pt x="561975" y="2114585"/>
                </a:cubicBezTo>
                <a:close/>
                <a:moveTo>
                  <a:pt x="1520713" y="2135231"/>
                </a:moveTo>
                <a:cubicBezTo>
                  <a:pt x="1499097" y="2111345"/>
                  <a:pt x="1500517" y="2069967"/>
                  <a:pt x="1523373" y="2057735"/>
                </a:cubicBezTo>
                <a:cubicBezTo>
                  <a:pt x="1585840" y="2024303"/>
                  <a:pt x="1639492" y="2084782"/>
                  <a:pt x="1590675" y="2133600"/>
                </a:cubicBezTo>
                <a:cubicBezTo>
                  <a:pt x="1566946" y="2157328"/>
                  <a:pt x="1541253" y="2157927"/>
                  <a:pt x="1520713" y="2135231"/>
                </a:cubicBezTo>
                <a:close/>
                <a:moveTo>
                  <a:pt x="2584473" y="2137722"/>
                </a:moveTo>
                <a:cubicBezTo>
                  <a:pt x="2581323" y="2129511"/>
                  <a:pt x="2583600" y="2117939"/>
                  <a:pt x="2589535" y="2112004"/>
                </a:cubicBezTo>
                <a:cubicBezTo>
                  <a:pt x="2597571" y="2103968"/>
                  <a:pt x="2600325" y="2107777"/>
                  <a:pt x="2600325" y="2126932"/>
                </a:cubicBezTo>
                <a:cubicBezTo>
                  <a:pt x="2600325" y="2155590"/>
                  <a:pt x="2593193" y="2160444"/>
                  <a:pt x="2584473" y="2137722"/>
                </a:cubicBezTo>
                <a:close/>
                <a:moveTo>
                  <a:pt x="1994169" y="2128837"/>
                </a:moveTo>
                <a:cubicBezTo>
                  <a:pt x="1986623" y="2109173"/>
                  <a:pt x="1996854" y="2085975"/>
                  <a:pt x="2013072" y="2085975"/>
                </a:cubicBezTo>
                <a:cubicBezTo>
                  <a:pt x="2036551" y="2085975"/>
                  <a:pt x="2052075" y="2112299"/>
                  <a:pt x="2038350" y="2128837"/>
                </a:cubicBezTo>
                <a:cubicBezTo>
                  <a:pt x="2031828" y="2136695"/>
                  <a:pt x="2020453" y="2143125"/>
                  <a:pt x="2013072" y="2143125"/>
                </a:cubicBezTo>
                <a:cubicBezTo>
                  <a:pt x="2005691" y="2143125"/>
                  <a:pt x="1997184" y="2136695"/>
                  <a:pt x="1994169" y="2128837"/>
                </a:cubicBezTo>
                <a:close/>
                <a:moveTo>
                  <a:pt x="1243692" y="2109107"/>
                </a:moveTo>
                <a:cubicBezTo>
                  <a:pt x="1220095" y="2085509"/>
                  <a:pt x="1233061" y="2019300"/>
                  <a:pt x="1261279" y="2019300"/>
                </a:cubicBezTo>
                <a:cubicBezTo>
                  <a:pt x="1273079" y="2019300"/>
                  <a:pt x="1323975" y="2051304"/>
                  <a:pt x="1323975" y="2058723"/>
                </a:cubicBezTo>
                <a:cubicBezTo>
                  <a:pt x="1323975" y="2106257"/>
                  <a:pt x="1272897" y="2138312"/>
                  <a:pt x="1243692" y="2109107"/>
                </a:cubicBezTo>
                <a:close/>
                <a:moveTo>
                  <a:pt x="792480" y="2103120"/>
                </a:moveTo>
                <a:cubicBezTo>
                  <a:pt x="763607" y="2074247"/>
                  <a:pt x="802886" y="2022520"/>
                  <a:pt x="834046" y="2048380"/>
                </a:cubicBezTo>
                <a:cubicBezTo>
                  <a:pt x="858188" y="2068416"/>
                  <a:pt x="844482" y="2114550"/>
                  <a:pt x="814387" y="2114550"/>
                </a:cubicBezTo>
                <a:cubicBezTo>
                  <a:pt x="808624" y="2114550"/>
                  <a:pt x="798766" y="2109406"/>
                  <a:pt x="792480" y="2103120"/>
                </a:cubicBezTo>
                <a:close/>
                <a:moveTo>
                  <a:pt x="1768475" y="2060574"/>
                </a:moveTo>
                <a:cubicBezTo>
                  <a:pt x="1755536" y="2047636"/>
                  <a:pt x="1762695" y="2010139"/>
                  <a:pt x="1779859" y="2000954"/>
                </a:cubicBezTo>
                <a:cubicBezTo>
                  <a:pt x="1807294" y="1986271"/>
                  <a:pt x="1833305" y="2009575"/>
                  <a:pt x="1825260" y="2041630"/>
                </a:cubicBezTo>
                <a:cubicBezTo>
                  <a:pt x="1819116" y="2066112"/>
                  <a:pt x="1785295" y="2077395"/>
                  <a:pt x="1768475" y="2060574"/>
                </a:cubicBezTo>
                <a:close/>
                <a:moveTo>
                  <a:pt x="2200851" y="2048451"/>
                </a:moveTo>
                <a:cubicBezTo>
                  <a:pt x="2190057" y="2037657"/>
                  <a:pt x="2181225" y="2020252"/>
                  <a:pt x="2181225" y="2009775"/>
                </a:cubicBezTo>
                <a:cubicBezTo>
                  <a:pt x="2181225" y="1954696"/>
                  <a:pt x="2258783" y="1935251"/>
                  <a:pt x="2285699" y="1983581"/>
                </a:cubicBezTo>
                <a:cubicBezTo>
                  <a:pt x="2316936" y="2039669"/>
                  <a:pt x="2246172" y="2093772"/>
                  <a:pt x="2200851" y="2048451"/>
                </a:cubicBezTo>
                <a:close/>
                <a:moveTo>
                  <a:pt x="2429314" y="2053167"/>
                </a:moveTo>
                <a:cubicBezTo>
                  <a:pt x="2412023" y="2032332"/>
                  <a:pt x="2424350" y="2007808"/>
                  <a:pt x="2450263" y="2011488"/>
                </a:cubicBezTo>
                <a:cubicBezTo>
                  <a:pt x="2465969" y="2013718"/>
                  <a:pt x="2471737" y="2020898"/>
                  <a:pt x="2471737" y="2038219"/>
                </a:cubicBezTo>
                <a:cubicBezTo>
                  <a:pt x="2471737" y="2066010"/>
                  <a:pt x="2447160" y="2074670"/>
                  <a:pt x="2429314" y="2053167"/>
                </a:cubicBezTo>
                <a:close/>
                <a:moveTo>
                  <a:pt x="924025" y="1995608"/>
                </a:moveTo>
                <a:cubicBezTo>
                  <a:pt x="908198" y="1976538"/>
                  <a:pt x="918741" y="1952625"/>
                  <a:pt x="942975" y="1952625"/>
                </a:cubicBezTo>
                <a:cubicBezTo>
                  <a:pt x="953781" y="1952625"/>
                  <a:pt x="965111" y="1959108"/>
                  <a:pt x="968152" y="1967033"/>
                </a:cubicBezTo>
                <a:cubicBezTo>
                  <a:pt x="973625" y="1981296"/>
                  <a:pt x="956850" y="2009775"/>
                  <a:pt x="942975" y="2009775"/>
                </a:cubicBezTo>
                <a:cubicBezTo>
                  <a:pt x="939019" y="2009775"/>
                  <a:pt x="930491" y="2003400"/>
                  <a:pt x="924025" y="1995608"/>
                </a:cubicBezTo>
                <a:close/>
                <a:moveTo>
                  <a:pt x="1949338" y="1973306"/>
                </a:moveTo>
                <a:cubicBezTo>
                  <a:pt x="1919529" y="1940367"/>
                  <a:pt x="1935159" y="1895475"/>
                  <a:pt x="1976437" y="1895475"/>
                </a:cubicBezTo>
                <a:cubicBezTo>
                  <a:pt x="2003809" y="1895475"/>
                  <a:pt x="2019300" y="1913254"/>
                  <a:pt x="2019300" y="1944669"/>
                </a:cubicBezTo>
                <a:cubicBezTo>
                  <a:pt x="2019300" y="1986376"/>
                  <a:pt x="1976880" y="2003739"/>
                  <a:pt x="1949338" y="1973306"/>
                </a:cubicBezTo>
                <a:close/>
                <a:moveTo>
                  <a:pt x="1091292" y="1966232"/>
                </a:moveTo>
                <a:cubicBezTo>
                  <a:pt x="1073063" y="1948003"/>
                  <a:pt x="1072765" y="1942084"/>
                  <a:pt x="1088957" y="1919940"/>
                </a:cubicBezTo>
                <a:cubicBezTo>
                  <a:pt x="1106229" y="1896318"/>
                  <a:pt x="1143000" y="1907976"/>
                  <a:pt x="1143000" y="1937074"/>
                </a:cubicBezTo>
                <a:cubicBezTo>
                  <a:pt x="1143000" y="1976015"/>
                  <a:pt x="1116192" y="1991131"/>
                  <a:pt x="1091292" y="1966232"/>
                </a:cubicBezTo>
                <a:close/>
                <a:moveTo>
                  <a:pt x="600835" y="1958304"/>
                </a:moveTo>
                <a:cubicBezTo>
                  <a:pt x="581279" y="1934740"/>
                  <a:pt x="597272" y="1903379"/>
                  <a:pt x="627086" y="1906827"/>
                </a:cubicBezTo>
                <a:cubicBezTo>
                  <a:pt x="648279" y="1909278"/>
                  <a:pt x="652462" y="1914472"/>
                  <a:pt x="652462" y="1938337"/>
                </a:cubicBezTo>
                <a:cubicBezTo>
                  <a:pt x="652462" y="1971062"/>
                  <a:pt x="621395" y="1983077"/>
                  <a:pt x="600835" y="1958304"/>
                </a:cubicBezTo>
                <a:close/>
                <a:moveTo>
                  <a:pt x="1394360" y="1958080"/>
                </a:moveTo>
                <a:cubicBezTo>
                  <a:pt x="1383359" y="1929412"/>
                  <a:pt x="1394945" y="1900303"/>
                  <a:pt x="1418691" y="1896951"/>
                </a:cubicBezTo>
                <a:cubicBezTo>
                  <a:pt x="1458452" y="1891339"/>
                  <a:pt x="1477094" y="1941541"/>
                  <a:pt x="1443732" y="1964385"/>
                </a:cubicBezTo>
                <a:cubicBezTo>
                  <a:pt x="1426790" y="1975986"/>
                  <a:pt x="1399914" y="1972554"/>
                  <a:pt x="1394360" y="1958080"/>
                </a:cubicBezTo>
                <a:close/>
                <a:moveTo>
                  <a:pt x="1602581" y="1936750"/>
                </a:moveTo>
                <a:cubicBezTo>
                  <a:pt x="1585499" y="1929917"/>
                  <a:pt x="1587873" y="1886427"/>
                  <a:pt x="1605701" y="1879586"/>
                </a:cubicBezTo>
                <a:cubicBezTo>
                  <a:pt x="1628264" y="1870927"/>
                  <a:pt x="1654841" y="1901271"/>
                  <a:pt x="1642220" y="1921280"/>
                </a:cubicBezTo>
                <a:cubicBezTo>
                  <a:pt x="1630825" y="1939345"/>
                  <a:pt x="1619813" y="1943642"/>
                  <a:pt x="1602581" y="1936750"/>
                </a:cubicBezTo>
                <a:close/>
                <a:moveTo>
                  <a:pt x="2516147" y="1925208"/>
                </a:moveTo>
                <a:cubicBezTo>
                  <a:pt x="2493784" y="1911032"/>
                  <a:pt x="2506557" y="1871662"/>
                  <a:pt x="2533519" y="1871662"/>
                </a:cubicBezTo>
                <a:cubicBezTo>
                  <a:pt x="2560451" y="1871662"/>
                  <a:pt x="2570627" y="1897686"/>
                  <a:pt x="2552320" y="1919745"/>
                </a:cubicBezTo>
                <a:cubicBezTo>
                  <a:pt x="2539148" y="1935616"/>
                  <a:pt x="2533834" y="1936418"/>
                  <a:pt x="2516147" y="1925208"/>
                </a:cubicBezTo>
                <a:close/>
                <a:moveTo>
                  <a:pt x="747169" y="1900744"/>
                </a:moveTo>
                <a:cubicBezTo>
                  <a:pt x="716443" y="1853851"/>
                  <a:pt x="774449" y="1794985"/>
                  <a:pt x="813200" y="1833735"/>
                </a:cubicBezTo>
                <a:cubicBezTo>
                  <a:pt x="834061" y="1854597"/>
                  <a:pt x="832690" y="1881934"/>
                  <a:pt x="809625" y="1905000"/>
                </a:cubicBezTo>
                <a:cubicBezTo>
                  <a:pt x="784326" y="1930298"/>
                  <a:pt x="765701" y="1929029"/>
                  <a:pt x="747169" y="1900744"/>
                </a:cubicBezTo>
                <a:close/>
                <a:moveTo>
                  <a:pt x="2324535" y="1862661"/>
                </a:moveTo>
                <a:cubicBezTo>
                  <a:pt x="2297443" y="1830018"/>
                  <a:pt x="2334808" y="1774834"/>
                  <a:pt x="2369343" y="1796483"/>
                </a:cubicBezTo>
                <a:cubicBezTo>
                  <a:pt x="2403332" y="1817790"/>
                  <a:pt x="2391106" y="1876425"/>
                  <a:pt x="2352675" y="1876425"/>
                </a:cubicBezTo>
                <a:cubicBezTo>
                  <a:pt x="2343480" y="1876425"/>
                  <a:pt x="2330817" y="1870231"/>
                  <a:pt x="2324535" y="1862661"/>
                </a:cubicBezTo>
                <a:close/>
                <a:moveTo>
                  <a:pt x="2105404" y="1853070"/>
                </a:moveTo>
                <a:cubicBezTo>
                  <a:pt x="2087175" y="1831105"/>
                  <a:pt x="2097437" y="1805334"/>
                  <a:pt x="2125720" y="1802052"/>
                </a:cubicBezTo>
                <a:cubicBezTo>
                  <a:pt x="2144551" y="1799867"/>
                  <a:pt x="2152641" y="1804243"/>
                  <a:pt x="2157381" y="1819178"/>
                </a:cubicBezTo>
                <a:cubicBezTo>
                  <a:pt x="2169062" y="1855980"/>
                  <a:pt x="2129324" y="1881891"/>
                  <a:pt x="2105404" y="1853070"/>
                </a:cubicBezTo>
                <a:close/>
                <a:moveTo>
                  <a:pt x="1206388" y="1839956"/>
                </a:moveTo>
                <a:cubicBezTo>
                  <a:pt x="1172215" y="1802195"/>
                  <a:pt x="1198480" y="1743075"/>
                  <a:pt x="1249429" y="1743075"/>
                </a:cubicBezTo>
                <a:cubicBezTo>
                  <a:pt x="1284926" y="1743075"/>
                  <a:pt x="1308169" y="1773292"/>
                  <a:pt x="1300285" y="1809189"/>
                </a:cubicBezTo>
                <a:cubicBezTo>
                  <a:pt x="1289966" y="1856173"/>
                  <a:pt x="1236823" y="1873586"/>
                  <a:pt x="1206388" y="1839956"/>
                </a:cubicBezTo>
                <a:close/>
                <a:moveTo>
                  <a:pt x="1749313" y="1839956"/>
                </a:moveTo>
                <a:cubicBezTo>
                  <a:pt x="1727593" y="1815955"/>
                  <a:pt x="1729583" y="1785612"/>
                  <a:pt x="1754396" y="1762496"/>
                </a:cubicBezTo>
                <a:cubicBezTo>
                  <a:pt x="1808662" y="1711939"/>
                  <a:pt x="1875907" y="1774979"/>
                  <a:pt x="1833022" y="1836205"/>
                </a:cubicBezTo>
                <a:cubicBezTo>
                  <a:pt x="1814715" y="1862342"/>
                  <a:pt x="1771332" y="1864286"/>
                  <a:pt x="1749313" y="1839956"/>
                </a:cubicBezTo>
                <a:close/>
                <a:moveTo>
                  <a:pt x="914500" y="1805108"/>
                </a:moveTo>
                <a:cubicBezTo>
                  <a:pt x="898673" y="1786038"/>
                  <a:pt x="909216" y="1762125"/>
                  <a:pt x="933450" y="1762125"/>
                </a:cubicBezTo>
                <a:cubicBezTo>
                  <a:pt x="944256" y="1762125"/>
                  <a:pt x="955586" y="1768608"/>
                  <a:pt x="958627" y="1776533"/>
                </a:cubicBezTo>
                <a:cubicBezTo>
                  <a:pt x="964100" y="1790796"/>
                  <a:pt x="947325" y="1819275"/>
                  <a:pt x="933450" y="1819275"/>
                </a:cubicBezTo>
                <a:cubicBezTo>
                  <a:pt x="929494" y="1819275"/>
                  <a:pt x="920966" y="1812900"/>
                  <a:pt x="914500" y="1805108"/>
                </a:cubicBezTo>
                <a:close/>
                <a:moveTo>
                  <a:pt x="552450" y="1752301"/>
                </a:moveTo>
                <a:cubicBezTo>
                  <a:pt x="552450" y="1691619"/>
                  <a:pt x="560089" y="1684039"/>
                  <a:pt x="590550" y="1714500"/>
                </a:cubicBezTo>
                <a:cubicBezTo>
                  <a:pt x="621226" y="1745176"/>
                  <a:pt x="610678" y="1788910"/>
                  <a:pt x="569118" y="1803357"/>
                </a:cubicBezTo>
                <a:cubicBezTo>
                  <a:pt x="554458" y="1808453"/>
                  <a:pt x="552450" y="1802302"/>
                  <a:pt x="552450" y="1752301"/>
                </a:cubicBezTo>
                <a:close/>
                <a:moveTo>
                  <a:pt x="2565669" y="1766887"/>
                </a:moveTo>
                <a:cubicBezTo>
                  <a:pt x="2557162" y="1744719"/>
                  <a:pt x="2569151" y="1724025"/>
                  <a:pt x="2590501" y="1724025"/>
                </a:cubicBezTo>
                <a:cubicBezTo>
                  <a:pt x="2605649" y="1724025"/>
                  <a:pt x="2609850" y="1730227"/>
                  <a:pt x="2609850" y="1752600"/>
                </a:cubicBezTo>
                <a:cubicBezTo>
                  <a:pt x="2609850" y="1783944"/>
                  <a:pt x="2576369" y="1794771"/>
                  <a:pt x="2565669" y="1766887"/>
                </a:cubicBezTo>
                <a:close/>
                <a:moveTo>
                  <a:pt x="1442467" y="1748303"/>
                </a:moveTo>
                <a:cubicBezTo>
                  <a:pt x="1424984" y="1721622"/>
                  <a:pt x="1431079" y="1690446"/>
                  <a:pt x="1456430" y="1676878"/>
                </a:cubicBezTo>
                <a:cubicBezTo>
                  <a:pt x="1501755" y="1652621"/>
                  <a:pt x="1547810" y="1705567"/>
                  <a:pt x="1519270" y="1749123"/>
                </a:cubicBezTo>
                <a:cubicBezTo>
                  <a:pt x="1499631" y="1779097"/>
                  <a:pt x="1462383" y="1778699"/>
                  <a:pt x="1442467" y="1748303"/>
                </a:cubicBezTo>
                <a:close/>
                <a:moveTo>
                  <a:pt x="1635323" y="1765498"/>
                </a:moveTo>
                <a:cubicBezTo>
                  <a:pt x="1621840" y="1752015"/>
                  <a:pt x="1629470" y="1733550"/>
                  <a:pt x="1648523" y="1733550"/>
                </a:cubicBezTo>
                <a:cubicBezTo>
                  <a:pt x="1661838" y="1733550"/>
                  <a:pt x="1667268" y="1738722"/>
                  <a:pt x="1665192" y="1749429"/>
                </a:cubicBezTo>
                <a:cubicBezTo>
                  <a:pt x="1661792" y="1766960"/>
                  <a:pt x="1645532" y="1775707"/>
                  <a:pt x="1635323" y="1765498"/>
                </a:cubicBezTo>
                <a:close/>
                <a:moveTo>
                  <a:pt x="1953638" y="1735443"/>
                </a:moveTo>
                <a:cubicBezTo>
                  <a:pt x="1940908" y="1711658"/>
                  <a:pt x="1960936" y="1682460"/>
                  <a:pt x="1986592" y="1687400"/>
                </a:cubicBezTo>
                <a:cubicBezTo>
                  <a:pt x="2014485" y="1692772"/>
                  <a:pt x="2012469" y="1746775"/>
                  <a:pt x="1984225" y="1750796"/>
                </a:cubicBezTo>
                <a:cubicBezTo>
                  <a:pt x="1971312" y="1752635"/>
                  <a:pt x="1959726" y="1746819"/>
                  <a:pt x="1953638" y="1735443"/>
                </a:cubicBezTo>
                <a:close/>
                <a:moveTo>
                  <a:pt x="1038999" y="1729720"/>
                </a:moveTo>
                <a:cubicBezTo>
                  <a:pt x="1019563" y="1706301"/>
                  <a:pt x="1029851" y="1671637"/>
                  <a:pt x="1056236" y="1671637"/>
                </a:cubicBezTo>
                <a:cubicBezTo>
                  <a:pt x="1085893" y="1671637"/>
                  <a:pt x="1103956" y="1698756"/>
                  <a:pt x="1089542" y="1721643"/>
                </a:cubicBezTo>
                <a:cubicBezTo>
                  <a:pt x="1075639" y="1743720"/>
                  <a:pt x="1053548" y="1747250"/>
                  <a:pt x="1038999" y="1729720"/>
                </a:cubicBezTo>
                <a:close/>
                <a:moveTo>
                  <a:pt x="797326" y="1708551"/>
                </a:moveTo>
                <a:cubicBezTo>
                  <a:pt x="785847" y="1697072"/>
                  <a:pt x="789861" y="1669799"/>
                  <a:pt x="804862" y="1657350"/>
                </a:cubicBezTo>
                <a:cubicBezTo>
                  <a:pt x="823964" y="1641496"/>
                  <a:pt x="849783" y="1661994"/>
                  <a:pt x="845803" y="1689854"/>
                </a:cubicBezTo>
                <a:cubicBezTo>
                  <a:pt x="842986" y="1709568"/>
                  <a:pt x="810769" y="1721994"/>
                  <a:pt x="797326" y="1708551"/>
                </a:cubicBezTo>
                <a:close/>
                <a:moveTo>
                  <a:pt x="2177938" y="1697081"/>
                </a:moveTo>
                <a:cubicBezTo>
                  <a:pt x="2145002" y="1660686"/>
                  <a:pt x="2167370" y="1600200"/>
                  <a:pt x="2213766" y="1600200"/>
                </a:cubicBezTo>
                <a:cubicBezTo>
                  <a:pt x="2260492" y="1600200"/>
                  <a:pt x="2284704" y="1666905"/>
                  <a:pt x="2249531" y="1698736"/>
                </a:cubicBezTo>
                <a:cubicBezTo>
                  <a:pt x="2226679" y="1719416"/>
                  <a:pt x="2197542" y="1718743"/>
                  <a:pt x="2177938" y="1697081"/>
                </a:cubicBezTo>
                <a:close/>
                <a:moveTo>
                  <a:pt x="2426493" y="1675637"/>
                </a:moveTo>
                <a:cubicBezTo>
                  <a:pt x="2387587" y="1652976"/>
                  <a:pt x="2420224" y="1588860"/>
                  <a:pt x="2461169" y="1607516"/>
                </a:cubicBezTo>
                <a:cubicBezTo>
                  <a:pt x="2489350" y="1620356"/>
                  <a:pt x="2493706" y="1648307"/>
                  <a:pt x="2471057" y="1670957"/>
                </a:cubicBezTo>
                <a:cubicBezTo>
                  <a:pt x="2453707" y="1688306"/>
                  <a:pt x="2449080" y="1688792"/>
                  <a:pt x="2426493" y="1675637"/>
                </a:cubicBezTo>
                <a:close/>
                <a:moveTo>
                  <a:pt x="1178326" y="1632351"/>
                </a:moveTo>
                <a:cubicBezTo>
                  <a:pt x="1156559" y="1610584"/>
                  <a:pt x="1185042" y="1566425"/>
                  <a:pt x="1213745" y="1577439"/>
                </a:cubicBezTo>
                <a:cubicBezTo>
                  <a:pt x="1237076" y="1586392"/>
                  <a:pt x="1229821" y="1632698"/>
                  <a:pt x="1204520" y="1636320"/>
                </a:cubicBezTo>
                <a:cubicBezTo>
                  <a:pt x="1193827" y="1637851"/>
                  <a:pt x="1182040" y="1636065"/>
                  <a:pt x="1178326" y="1632351"/>
                </a:cubicBezTo>
                <a:close/>
                <a:moveTo>
                  <a:pt x="1700233" y="1625205"/>
                </a:moveTo>
                <a:cubicBezTo>
                  <a:pt x="1677864" y="1608849"/>
                  <a:pt x="1684816" y="1567701"/>
                  <a:pt x="1710570" y="1564021"/>
                </a:cubicBezTo>
                <a:cubicBezTo>
                  <a:pt x="1735811" y="1560415"/>
                  <a:pt x="1755960" y="1584132"/>
                  <a:pt x="1748261" y="1608387"/>
                </a:cubicBezTo>
                <a:cubicBezTo>
                  <a:pt x="1740508" y="1632817"/>
                  <a:pt x="1720314" y="1639889"/>
                  <a:pt x="1700233" y="1625205"/>
                </a:cubicBezTo>
                <a:close/>
                <a:moveTo>
                  <a:pt x="647700" y="1609725"/>
                </a:moveTo>
                <a:cubicBezTo>
                  <a:pt x="626242" y="1569631"/>
                  <a:pt x="676019" y="1532123"/>
                  <a:pt x="704747" y="1566738"/>
                </a:cubicBezTo>
                <a:cubicBezTo>
                  <a:pt x="711489" y="1574862"/>
                  <a:pt x="713940" y="1591110"/>
                  <a:pt x="710494" y="1604838"/>
                </a:cubicBezTo>
                <a:cubicBezTo>
                  <a:pt x="702940" y="1634937"/>
                  <a:pt x="662862" y="1638055"/>
                  <a:pt x="647700" y="1609725"/>
                </a:cubicBezTo>
                <a:close/>
                <a:moveTo>
                  <a:pt x="881602" y="1569505"/>
                </a:moveTo>
                <a:cubicBezTo>
                  <a:pt x="862135" y="1541713"/>
                  <a:pt x="862871" y="1531531"/>
                  <a:pt x="886516" y="1501472"/>
                </a:cubicBezTo>
                <a:cubicBezTo>
                  <a:pt x="921728" y="1456707"/>
                  <a:pt x="981075" y="1476824"/>
                  <a:pt x="981075" y="1533525"/>
                </a:cubicBezTo>
                <a:cubicBezTo>
                  <a:pt x="981075" y="1588174"/>
                  <a:pt x="912142" y="1613107"/>
                  <a:pt x="881602" y="1569505"/>
                </a:cubicBezTo>
                <a:close/>
                <a:moveTo>
                  <a:pt x="1329084" y="1572008"/>
                </a:moveTo>
                <a:cubicBezTo>
                  <a:pt x="1294454" y="1533742"/>
                  <a:pt x="1335389" y="1480473"/>
                  <a:pt x="1380765" y="1504757"/>
                </a:cubicBezTo>
                <a:cubicBezTo>
                  <a:pt x="1404963" y="1517707"/>
                  <a:pt x="1405990" y="1553884"/>
                  <a:pt x="1382756" y="1574911"/>
                </a:cubicBezTo>
                <a:cubicBezTo>
                  <a:pt x="1360169" y="1595352"/>
                  <a:pt x="1349697" y="1594785"/>
                  <a:pt x="1329084" y="1572008"/>
                </a:cubicBezTo>
                <a:close/>
                <a:moveTo>
                  <a:pt x="1509885" y="1575200"/>
                </a:moveTo>
                <a:cubicBezTo>
                  <a:pt x="1490961" y="1556276"/>
                  <a:pt x="1494361" y="1524835"/>
                  <a:pt x="1516856" y="1510733"/>
                </a:cubicBezTo>
                <a:cubicBezTo>
                  <a:pt x="1554170" y="1487343"/>
                  <a:pt x="1592138" y="1552118"/>
                  <a:pt x="1556421" y="1578235"/>
                </a:cubicBezTo>
                <a:cubicBezTo>
                  <a:pt x="1534454" y="1594297"/>
                  <a:pt x="1528602" y="1593916"/>
                  <a:pt x="1509885" y="1575200"/>
                </a:cubicBezTo>
                <a:close/>
                <a:moveTo>
                  <a:pt x="2600470" y="1574568"/>
                </a:moveTo>
                <a:cubicBezTo>
                  <a:pt x="2600390" y="1563090"/>
                  <a:pt x="2604611" y="1551050"/>
                  <a:pt x="2609850" y="1547812"/>
                </a:cubicBezTo>
                <a:cubicBezTo>
                  <a:pt x="2621977" y="1540317"/>
                  <a:pt x="2621977" y="1562384"/>
                  <a:pt x="2609850" y="1581150"/>
                </a:cubicBezTo>
                <a:cubicBezTo>
                  <a:pt x="2602343" y="1592765"/>
                  <a:pt x="2600589" y="1591534"/>
                  <a:pt x="2600470" y="1574568"/>
                </a:cubicBezTo>
                <a:close/>
                <a:moveTo>
                  <a:pt x="1878330" y="1569720"/>
                </a:moveTo>
                <a:cubicBezTo>
                  <a:pt x="1855107" y="1546497"/>
                  <a:pt x="1874879" y="1485900"/>
                  <a:pt x="1905680" y="1485900"/>
                </a:cubicBezTo>
                <a:cubicBezTo>
                  <a:pt x="1916386" y="1485900"/>
                  <a:pt x="1952625" y="1521027"/>
                  <a:pt x="1952625" y="1531405"/>
                </a:cubicBezTo>
                <a:cubicBezTo>
                  <a:pt x="1952625" y="1566410"/>
                  <a:pt x="1901424" y="1592814"/>
                  <a:pt x="1878330" y="1569720"/>
                </a:cubicBezTo>
                <a:close/>
                <a:moveTo>
                  <a:pt x="2070369" y="1509712"/>
                </a:moveTo>
                <a:cubicBezTo>
                  <a:pt x="2062010" y="1487928"/>
                  <a:pt x="2073720" y="1466850"/>
                  <a:pt x="2094181" y="1466850"/>
                </a:cubicBezTo>
                <a:cubicBezTo>
                  <a:pt x="2116710" y="1466850"/>
                  <a:pt x="2128277" y="1493171"/>
                  <a:pt x="2113548" y="1510919"/>
                </a:cubicBezTo>
                <a:cubicBezTo>
                  <a:pt x="2099217" y="1528186"/>
                  <a:pt x="2077222" y="1527572"/>
                  <a:pt x="2070369" y="1509712"/>
                </a:cubicBezTo>
                <a:close/>
                <a:moveTo>
                  <a:pt x="2300889" y="1506845"/>
                </a:moveTo>
                <a:cubicBezTo>
                  <a:pt x="2291207" y="1476340"/>
                  <a:pt x="2304701" y="1455971"/>
                  <a:pt x="2332460" y="1459190"/>
                </a:cubicBezTo>
                <a:cubicBezTo>
                  <a:pt x="2369764" y="1463516"/>
                  <a:pt x="2369419" y="1517851"/>
                  <a:pt x="2332061" y="1522172"/>
                </a:cubicBezTo>
                <a:cubicBezTo>
                  <a:pt x="2313822" y="1524282"/>
                  <a:pt x="2305055" y="1519971"/>
                  <a:pt x="2300889" y="1506845"/>
                </a:cubicBezTo>
                <a:close/>
                <a:moveTo>
                  <a:pt x="546553" y="1474901"/>
                </a:moveTo>
                <a:cubicBezTo>
                  <a:pt x="556953" y="1422899"/>
                  <a:pt x="584069" y="1402851"/>
                  <a:pt x="595460" y="1438741"/>
                </a:cubicBezTo>
                <a:cubicBezTo>
                  <a:pt x="602960" y="1462371"/>
                  <a:pt x="577456" y="1504950"/>
                  <a:pt x="555802" y="1504950"/>
                </a:cubicBezTo>
                <a:cubicBezTo>
                  <a:pt x="543762" y="1504950"/>
                  <a:pt x="541811" y="1498612"/>
                  <a:pt x="546553" y="1474901"/>
                </a:cubicBezTo>
                <a:close/>
                <a:moveTo>
                  <a:pt x="1060719" y="1490662"/>
                </a:moveTo>
                <a:cubicBezTo>
                  <a:pt x="1053173" y="1470998"/>
                  <a:pt x="1063404" y="1447800"/>
                  <a:pt x="1079622" y="1447800"/>
                </a:cubicBezTo>
                <a:cubicBezTo>
                  <a:pt x="1099119" y="1447800"/>
                  <a:pt x="1115707" y="1471475"/>
                  <a:pt x="1108807" y="1489455"/>
                </a:cubicBezTo>
                <a:cubicBezTo>
                  <a:pt x="1101340" y="1508914"/>
                  <a:pt x="1068044" y="1509750"/>
                  <a:pt x="1060719" y="1490662"/>
                </a:cubicBezTo>
                <a:close/>
                <a:moveTo>
                  <a:pt x="2492374" y="1450974"/>
                </a:moveTo>
                <a:cubicBezTo>
                  <a:pt x="2481107" y="1439707"/>
                  <a:pt x="2485624" y="1402840"/>
                  <a:pt x="2499703" y="1391155"/>
                </a:cubicBezTo>
                <a:cubicBezTo>
                  <a:pt x="2517543" y="1376349"/>
                  <a:pt x="2552700" y="1393928"/>
                  <a:pt x="2552700" y="1417655"/>
                </a:cubicBezTo>
                <a:cubicBezTo>
                  <a:pt x="2552700" y="1447878"/>
                  <a:pt x="2511844" y="1470444"/>
                  <a:pt x="2492374" y="1450974"/>
                </a:cubicBezTo>
                <a:close/>
                <a:moveTo>
                  <a:pt x="1229104" y="1433969"/>
                </a:moveTo>
                <a:cubicBezTo>
                  <a:pt x="1211781" y="1413096"/>
                  <a:pt x="1225958" y="1381125"/>
                  <a:pt x="1252537" y="1381125"/>
                </a:cubicBezTo>
                <a:cubicBezTo>
                  <a:pt x="1266876" y="1381125"/>
                  <a:pt x="1277316" y="1388216"/>
                  <a:pt x="1281257" y="1400632"/>
                </a:cubicBezTo>
                <a:cubicBezTo>
                  <a:pt x="1287922" y="1421630"/>
                  <a:pt x="1271988" y="1447800"/>
                  <a:pt x="1252537" y="1447800"/>
                </a:cubicBezTo>
                <a:cubicBezTo>
                  <a:pt x="1245962" y="1447800"/>
                  <a:pt x="1235417" y="1441576"/>
                  <a:pt x="1229104" y="1433969"/>
                </a:cubicBezTo>
                <a:close/>
                <a:moveTo>
                  <a:pt x="718032" y="1415018"/>
                </a:moveTo>
                <a:cubicBezTo>
                  <a:pt x="715134" y="1407466"/>
                  <a:pt x="714256" y="1393536"/>
                  <a:pt x="716081" y="1384062"/>
                </a:cubicBezTo>
                <a:cubicBezTo>
                  <a:pt x="720591" y="1360640"/>
                  <a:pt x="765292" y="1360558"/>
                  <a:pt x="769799" y="1383963"/>
                </a:cubicBezTo>
                <a:cubicBezTo>
                  <a:pt x="776351" y="1417983"/>
                  <a:pt x="729870" y="1445867"/>
                  <a:pt x="718032" y="1415018"/>
                </a:cubicBezTo>
                <a:close/>
                <a:moveTo>
                  <a:pt x="1714364" y="1411505"/>
                </a:moveTo>
                <a:cubicBezTo>
                  <a:pt x="1671310" y="1376642"/>
                  <a:pt x="1693292" y="1314450"/>
                  <a:pt x="1748668" y="1314450"/>
                </a:cubicBezTo>
                <a:cubicBezTo>
                  <a:pt x="1799177" y="1314450"/>
                  <a:pt x="1818832" y="1372042"/>
                  <a:pt x="1781175" y="1409700"/>
                </a:cubicBezTo>
                <a:cubicBezTo>
                  <a:pt x="1757606" y="1433268"/>
                  <a:pt x="1741769" y="1433696"/>
                  <a:pt x="1714364" y="1411505"/>
                </a:cubicBezTo>
                <a:close/>
                <a:moveTo>
                  <a:pt x="877313" y="1383018"/>
                </a:moveTo>
                <a:cubicBezTo>
                  <a:pt x="864583" y="1359233"/>
                  <a:pt x="884611" y="1330035"/>
                  <a:pt x="910267" y="1334975"/>
                </a:cubicBezTo>
                <a:cubicBezTo>
                  <a:pt x="938160" y="1340347"/>
                  <a:pt x="936144" y="1394350"/>
                  <a:pt x="907900" y="1398371"/>
                </a:cubicBezTo>
                <a:cubicBezTo>
                  <a:pt x="894987" y="1400210"/>
                  <a:pt x="883401" y="1394394"/>
                  <a:pt x="877313" y="1383018"/>
                </a:cubicBezTo>
                <a:close/>
                <a:moveTo>
                  <a:pt x="1365519" y="1385887"/>
                </a:moveTo>
                <a:cubicBezTo>
                  <a:pt x="1357973" y="1366223"/>
                  <a:pt x="1368204" y="1343025"/>
                  <a:pt x="1384422" y="1343025"/>
                </a:cubicBezTo>
                <a:cubicBezTo>
                  <a:pt x="1391803" y="1343025"/>
                  <a:pt x="1403178" y="1349454"/>
                  <a:pt x="1409700" y="1357312"/>
                </a:cubicBezTo>
                <a:cubicBezTo>
                  <a:pt x="1423425" y="1373850"/>
                  <a:pt x="1407901" y="1400175"/>
                  <a:pt x="1384422" y="1400175"/>
                </a:cubicBezTo>
                <a:cubicBezTo>
                  <a:pt x="1377041" y="1400175"/>
                  <a:pt x="1368534" y="1393745"/>
                  <a:pt x="1365519" y="1385887"/>
                </a:cubicBezTo>
                <a:close/>
                <a:moveTo>
                  <a:pt x="1533904" y="1386345"/>
                </a:moveTo>
                <a:cubicBezTo>
                  <a:pt x="1515675" y="1364380"/>
                  <a:pt x="1525937" y="1338609"/>
                  <a:pt x="1554220" y="1335327"/>
                </a:cubicBezTo>
                <a:cubicBezTo>
                  <a:pt x="1573051" y="1333142"/>
                  <a:pt x="1581141" y="1337518"/>
                  <a:pt x="1585881" y="1352453"/>
                </a:cubicBezTo>
                <a:cubicBezTo>
                  <a:pt x="1597562" y="1389255"/>
                  <a:pt x="1557824" y="1415166"/>
                  <a:pt x="1533904" y="1386345"/>
                </a:cubicBezTo>
                <a:close/>
                <a:moveTo>
                  <a:pt x="2164080" y="1388745"/>
                </a:moveTo>
                <a:cubicBezTo>
                  <a:pt x="2138286" y="1362951"/>
                  <a:pt x="2159256" y="1304925"/>
                  <a:pt x="2194371" y="1304925"/>
                </a:cubicBezTo>
                <a:cubicBezTo>
                  <a:pt x="2218725" y="1304925"/>
                  <a:pt x="2247900" y="1331783"/>
                  <a:pt x="2247900" y="1354204"/>
                </a:cubicBezTo>
                <a:cubicBezTo>
                  <a:pt x="2247900" y="1389132"/>
                  <a:pt x="2188814" y="1413479"/>
                  <a:pt x="2164080" y="1388745"/>
                </a:cubicBezTo>
                <a:close/>
                <a:moveTo>
                  <a:pt x="1947701" y="1342516"/>
                </a:moveTo>
                <a:cubicBezTo>
                  <a:pt x="1938609" y="1313870"/>
                  <a:pt x="1965451" y="1286809"/>
                  <a:pt x="1988522" y="1301362"/>
                </a:cubicBezTo>
                <a:cubicBezTo>
                  <a:pt x="1997591" y="1307082"/>
                  <a:pt x="2005012" y="1322012"/>
                  <a:pt x="2005012" y="1334538"/>
                </a:cubicBezTo>
                <a:cubicBezTo>
                  <a:pt x="2005012" y="1366451"/>
                  <a:pt x="1957401" y="1373079"/>
                  <a:pt x="1947701" y="1342516"/>
                </a:cubicBezTo>
                <a:close/>
                <a:moveTo>
                  <a:pt x="1102518" y="1332737"/>
                </a:moveTo>
                <a:cubicBezTo>
                  <a:pt x="1069146" y="1313299"/>
                  <a:pt x="1090491" y="1238250"/>
                  <a:pt x="1129392" y="1238250"/>
                </a:cubicBezTo>
                <a:cubicBezTo>
                  <a:pt x="1153885" y="1238250"/>
                  <a:pt x="1182646" y="1275396"/>
                  <a:pt x="1175862" y="1298268"/>
                </a:cubicBezTo>
                <a:cubicBezTo>
                  <a:pt x="1164395" y="1336933"/>
                  <a:pt x="1134137" y="1351153"/>
                  <a:pt x="1102518" y="1332737"/>
                </a:cubicBezTo>
                <a:close/>
                <a:moveTo>
                  <a:pt x="619504" y="1300620"/>
                </a:moveTo>
                <a:cubicBezTo>
                  <a:pt x="594285" y="1270232"/>
                  <a:pt x="631495" y="1222468"/>
                  <a:pt x="661189" y="1247112"/>
                </a:cubicBezTo>
                <a:cubicBezTo>
                  <a:pt x="679107" y="1261983"/>
                  <a:pt x="680750" y="1287114"/>
                  <a:pt x="664845" y="1303020"/>
                </a:cubicBezTo>
                <a:cubicBezTo>
                  <a:pt x="649573" y="1318291"/>
                  <a:pt x="633462" y="1317438"/>
                  <a:pt x="619504" y="1300620"/>
                </a:cubicBezTo>
                <a:close/>
                <a:moveTo>
                  <a:pt x="2394582" y="1307160"/>
                </a:moveTo>
                <a:cubicBezTo>
                  <a:pt x="2368606" y="1289816"/>
                  <a:pt x="2360356" y="1256769"/>
                  <a:pt x="2376030" y="1232848"/>
                </a:cubicBezTo>
                <a:cubicBezTo>
                  <a:pt x="2408299" y="1183599"/>
                  <a:pt x="2484090" y="1226106"/>
                  <a:pt x="2456701" y="1278092"/>
                </a:cubicBezTo>
                <a:cubicBezTo>
                  <a:pt x="2444192" y="1301834"/>
                  <a:pt x="2429801" y="1314158"/>
                  <a:pt x="2414587" y="1314158"/>
                </a:cubicBezTo>
                <a:cubicBezTo>
                  <a:pt x="2409348" y="1314158"/>
                  <a:pt x="2400346" y="1311009"/>
                  <a:pt x="2394582" y="1307160"/>
                </a:cubicBezTo>
                <a:close/>
                <a:moveTo>
                  <a:pt x="946632" y="1243568"/>
                </a:moveTo>
                <a:cubicBezTo>
                  <a:pt x="936487" y="1217129"/>
                  <a:pt x="947321" y="1195387"/>
                  <a:pt x="970642" y="1195387"/>
                </a:cubicBezTo>
                <a:cubicBezTo>
                  <a:pt x="1000688" y="1195387"/>
                  <a:pt x="1017708" y="1221825"/>
                  <a:pt x="1000787" y="1242214"/>
                </a:cubicBezTo>
                <a:cubicBezTo>
                  <a:pt x="985150" y="1261055"/>
                  <a:pt x="953645" y="1261843"/>
                  <a:pt x="946632" y="1243568"/>
                </a:cubicBezTo>
                <a:close/>
                <a:moveTo>
                  <a:pt x="1402080" y="1245870"/>
                </a:moveTo>
                <a:cubicBezTo>
                  <a:pt x="1374026" y="1217816"/>
                  <a:pt x="1394939" y="1162050"/>
                  <a:pt x="1433512" y="1162050"/>
                </a:cubicBezTo>
                <a:cubicBezTo>
                  <a:pt x="1460468" y="1162050"/>
                  <a:pt x="1476375" y="1179723"/>
                  <a:pt x="1476375" y="1209675"/>
                </a:cubicBezTo>
                <a:cubicBezTo>
                  <a:pt x="1476375" y="1239626"/>
                  <a:pt x="1460468" y="1257300"/>
                  <a:pt x="1433512" y="1257300"/>
                </a:cubicBezTo>
                <a:cubicBezTo>
                  <a:pt x="1422511" y="1257300"/>
                  <a:pt x="1408366" y="1252156"/>
                  <a:pt x="1402080" y="1245870"/>
                </a:cubicBezTo>
                <a:close/>
                <a:moveTo>
                  <a:pt x="1614342" y="1228267"/>
                </a:moveTo>
                <a:cubicBezTo>
                  <a:pt x="1608362" y="1209425"/>
                  <a:pt x="1623041" y="1181100"/>
                  <a:pt x="1638785" y="1181100"/>
                </a:cubicBezTo>
                <a:cubicBezTo>
                  <a:pt x="1658843" y="1181100"/>
                  <a:pt x="1676195" y="1211309"/>
                  <a:pt x="1666520" y="1229386"/>
                </a:cubicBezTo>
                <a:cubicBezTo>
                  <a:pt x="1653564" y="1253595"/>
                  <a:pt x="1622167" y="1252922"/>
                  <a:pt x="1614342" y="1228267"/>
                </a:cubicBezTo>
                <a:close/>
                <a:moveTo>
                  <a:pt x="1813407" y="1224518"/>
                </a:moveTo>
                <a:cubicBezTo>
                  <a:pt x="1804162" y="1200424"/>
                  <a:pt x="1814079" y="1176427"/>
                  <a:pt x="1834493" y="1173496"/>
                </a:cubicBezTo>
                <a:cubicBezTo>
                  <a:pt x="1860007" y="1169833"/>
                  <a:pt x="1879737" y="1193757"/>
                  <a:pt x="1871807" y="1218742"/>
                </a:cubicBezTo>
                <a:cubicBezTo>
                  <a:pt x="1864542" y="1241632"/>
                  <a:pt x="1821604" y="1245879"/>
                  <a:pt x="1813407" y="1224518"/>
                </a:cubicBezTo>
                <a:close/>
                <a:moveTo>
                  <a:pt x="1285875" y="1214999"/>
                </a:moveTo>
                <a:cubicBezTo>
                  <a:pt x="1285875" y="1195434"/>
                  <a:pt x="1305594" y="1185820"/>
                  <a:pt x="1314886" y="1200856"/>
                </a:cubicBezTo>
                <a:cubicBezTo>
                  <a:pt x="1319193" y="1207825"/>
                  <a:pt x="1320604" y="1216947"/>
                  <a:pt x="1318021" y="1221126"/>
                </a:cubicBezTo>
                <a:cubicBezTo>
                  <a:pt x="1310016" y="1234078"/>
                  <a:pt x="1285875" y="1229477"/>
                  <a:pt x="1285875" y="1214999"/>
                </a:cubicBezTo>
                <a:close/>
                <a:moveTo>
                  <a:pt x="758713" y="1201781"/>
                </a:moveTo>
                <a:cubicBezTo>
                  <a:pt x="722878" y="1162184"/>
                  <a:pt x="758324" y="1102807"/>
                  <a:pt x="807532" y="1120003"/>
                </a:cubicBezTo>
                <a:cubicBezTo>
                  <a:pt x="827551" y="1126999"/>
                  <a:pt x="834126" y="1136191"/>
                  <a:pt x="836468" y="1160462"/>
                </a:cubicBezTo>
                <a:cubicBezTo>
                  <a:pt x="841726" y="1214945"/>
                  <a:pt x="793715" y="1240457"/>
                  <a:pt x="758713" y="1201781"/>
                </a:cubicBezTo>
                <a:close/>
                <a:moveTo>
                  <a:pt x="2144672" y="1210833"/>
                </a:moveTo>
                <a:cubicBezTo>
                  <a:pt x="2122238" y="1196612"/>
                  <a:pt x="2135092" y="1157287"/>
                  <a:pt x="2162175" y="1157287"/>
                </a:cubicBezTo>
                <a:cubicBezTo>
                  <a:pt x="2180026" y="1157287"/>
                  <a:pt x="2186792" y="1162979"/>
                  <a:pt x="2189202" y="1180022"/>
                </a:cubicBezTo>
                <a:cubicBezTo>
                  <a:pt x="2191950" y="1199461"/>
                  <a:pt x="2178434" y="1218908"/>
                  <a:pt x="2162175" y="1218908"/>
                </a:cubicBezTo>
                <a:cubicBezTo>
                  <a:pt x="2159555" y="1218908"/>
                  <a:pt x="2151679" y="1215274"/>
                  <a:pt x="2144672" y="1210833"/>
                </a:cubicBezTo>
                <a:close/>
                <a:moveTo>
                  <a:pt x="1967592" y="1137557"/>
                </a:moveTo>
                <a:cubicBezTo>
                  <a:pt x="1943855" y="1113819"/>
                  <a:pt x="1948641" y="1069849"/>
                  <a:pt x="1976982" y="1051279"/>
                </a:cubicBezTo>
                <a:cubicBezTo>
                  <a:pt x="2023397" y="1020867"/>
                  <a:pt x="2075091" y="1081243"/>
                  <a:pt x="2043681" y="1129180"/>
                </a:cubicBezTo>
                <a:cubicBezTo>
                  <a:pt x="2026042" y="1156101"/>
                  <a:pt x="1990094" y="1160058"/>
                  <a:pt x="1967592" y="1137557"/>
                </a:cubicBezTo>
                <a:close/>
                <a:moveTo>
                  <a:pt x="2519938" y="1143931"/>
                </a:moveTo>
                <a:cubicBezTo>
                  <a:pt x="2511784" y="1130739"/>
                  <a:pt x="2522238" y="1095375"/>
                  <a:pt x="2534291" y="1095375"/>
                </a:cubicBezTo>
                <a:cubicBezTo>
                  <a:pt x="2545386" y="1095375"/>
                  <a:pt x="2545638" y="1124363"/>
                  <a:pt x="2534694" y="1141635"/>
                </a:cubicBezTo>
                <a:cubicBezTo>
                  <a:pt x="2528934" y="1150725"/>
                  <a:pt x="2524558" y="1151406"/>
                  <a:pt x="2519938" y="1143931"/>
                </a:cubicBezTo>
                <a:close/>
                <a:moveTo>
                  <a:pt x="1184986" y="1100137"/>
                </a:moveTo>
                <a:cubicBezTo>
                  <a:pt x="1170495" y="1078021"/>
                  <a:pt x="1170535" y="1074568"/>
                  <a:pt x="1185536" y="1051673"/>
                </a:cubicBezTo>
                <a:cubicBezTo>
                  <a:pt x="1211296" y="1012358"/>
                  <a:pt x="1266313" y="1032625"/>
                  <a:pt x="1266679" y="1081563"/>
                </a:cubicBezTo>
                <a:cubicBezTo>
                  <a:pt x="1267018" y="1126994"/>
                  <a:pt x="1210938" y="1139744"/>
                  <a:pt x="1184986" y="1100137"/>
                </a:cubicBezTo>
                <a:close/>
                <a:moveTo>
                  <a:pt x="2316845" y="1103360"/>
                </a:moveTo>
                <a:cubicBezTo>
                  <a:pt x="2300390" y="1086905"/>
                  <a:pt x="2302113" y="1072410"/>
                  <a:pt x="2322740" y="1053742"/>
                </a:cubicBezTo>
                <a:cubicBezTo>
                  <a:pt x="2347581" y="1031261"/>
                  <a:pt x="2392625" y="1064254"/>
                  <a:pt x="2375514" y="1092397"/>
                </a:cubicBezTo>
                <a:cubicBezTo>
                  <a:pt x="2362605" y="1113627"/>
                  <a:pt x="2332700" y="1119215"/>
                  <a:pt x="2316845" y="1103360"/>
                </a:cubicBezTo>
                <a:close/>
                <a:moveTo>
                  <a:pt x="1516380" y="1093470"/>
                </a:moveTo>
                <a:cubicBezTo>
                  <a:pt x="1487620" y="1064710"/>
                  <a:pt x="1516831" y="1019095"/>
                  <a:pt x="1551966" y="1037899"/>
                </a:cubicBezTo>
                <a:cubicBezTo>
                  <a:pt x="1582341" y="1054155"/>
                  <a:pt x="1571981" y="1104900"/>
                  <a:pt x="1538287" y="1104900"/>
                </a:cubicBezTo>
                <a:cubicBezTo>
                  <a:pt x="1532524" y="1104900"/>
                  <a:pt x="1522666" y="1099756"/>
                  <a:pt x="1516380" y="1093470"/>
                </a:cubicBezTo>
                <a:close/>
                <a:moveTo>
                  <a:pt x="966992" y="1079931"/>
                </a:moveTo>
                <a:cubicBezTo>
                  <a:pt x="937513" y="1050452"/>
                  <a:pt x="972315" y="1002994"/>
                  <a:pt x="1007268" y="1025007"/>
                </a:cubicBezTo>
                <a:cubicBezTo>
                  <a:pt x="1036459" y="1043389"/>
                  <a:pt x="1024144" y="1095375"/>
                  <a:pt x="990600" y="1095375"/>
                </a:cubicBezTo>
                <a:cubicBezTo>
                  <a:pt x="986109" y="1095375"/>
                  <a:pt x="975486" y="1088425"/>
                  <a:pt x="966992" y="1079931"/>
                </a:cubicBezTo>
                <a:close/>
                <a:moveTo>
                  <a:pt x="1716405" y="1074420"/>
                </a:moveTo>
                <a:cubicBezTo>
                  <a:pt x="1690218" y="1048233"/>
                  <a:pt x="1708850" y="990600"/>
                  <a:pt x="1743503" y="990600"/>
                </a:cubicBezTo>
                <a:cubicBezTo>
                  <a:pt x="1762862" y="990600"/>
                  <a:pt x="1790700" y="1020135"/>
                  <a:pt x="1790700" y="1040675"/>
                </a:cubicBezTo>
                <a:cubicBezTo>
                  <a:pt x="1790700" y="1076017"/>
                  <a:pt x="1740708" y="1098723"/>
                  <a:pt x="1716405" y="1074420"/>
                </a:cubicBezTo>
                <a:close/>
                <a:moveTo>
                  <a:pt x="1363622" y="1010808"/>
                </a:moveTo>
                <a:cubicBezTo>
                  <a:pt x="1341188" y="996587"/>
                  <a:pt x="1354042" y="957262"/>
                  <a:pt x="1381125" y="957262"/>
                </a:cubicBezTo>
                <a:cubicBezTo>
                  <a:pt x="1398976" y="957262"/>
                  <a:pt x="1405742" y="962954"/>
                  <a:pt x="1408152" y="979997"/>
                </a:cubicBezTo>
                <a:cubicBezTo>
                  <a:pt x="1410900" y="999436"/>
                  <a:pt x="1397384" y="1018883"/>
                  <a:pt x="1381125" y="1018883"/>
                </a:cubicBezTo>
                <a:cubicBezTo>
                  <a:pt x="1378505" y="1018883"/>
                  <a:pt x="1370629" y="1015249"/>
                  <a:pt x="1363622" y="1010808"/>
                </a:cubicBezTo>
                <a:close/>
                <a:moveTo>
                  <a:pt x="2196192" y="1004207"/>
                </a:moveTo>
                <a:cubicBezTo>
                  <a:pt x="2162768" y="970782"/>
                  <a:pt x="2182178" y="937486"/>
                  <a:pt x="2229082" y="947788"/>
                </a:cubicBezTo>
                <a:cubicBezTo>
                  <a:pt x="2262896" y="955215"/>
                  <a:pt x="2269027" y="993245"/>
                  <a:pt x="2239001" y="1009314"/>
                </a:cubicBezTo>
                <a:cubicBezTo>
                  <a:pt x="2215173" y="1022066"/>
                  <a:pt x="2213900" y="1021914"/>
                  <a:pt x="2196192" y="1004207"/>
                </a:cubicBezTo>
                <a:close/>
                <a:moveTo>
                  <a:pt x="733425" y="1000125"/>
                </a:moveTo>
                <a:cubicBezTo>
                  <a:pt x="752190" y="987997"/>
                  <a:pt x="774257" y="987997"/>
                  <a:pt x="766762" y="1000125"/>
                </a:cubicBezTo>
                <a:cubicBezTo>
                  <a:pt x="763524" y="1005363"/>
                  <a:pt x="751484" y="1009584"/>
                  <a:pt x="740006" y="1009504"/>
                </a:cubicBezTo>
                <a:cubicBezTo>
                  <a:pt x="723040" y="1009385"/>
                  <a:pt x="721809" y="1007631"/>
                  <a:pt x="733425" y="1000125"/>
                </a:cubicBezTo>
                <a:close/>
                <a:moveTo>
                  <a:pt x="1073479" y="956004"/>
                </a:moveTo>
                <a:cubicBezTo>
                  <a:pt x="1060085" y="942610"/>
                  <a:pt x="1067366" y="933450"/>
                  <a:pt x="1091406" y="933450"/>
                </a:cubicBezTo>
                <a:cubicBezTo>
                  <a:pt x="1106855" y="933450"/>
                  <a:pt x="1114537" y="937880"/>
                  <a:pt x="1112048" y="945356"/>
                </a:cubicBezTo>
                <a:cubicBezTo>
                  <a:pt x="1107463" y="959126"/>
                  <a:pt x="1083278" y="965803"/>
                  <a:pt x="1073479" y="956004"/>
                </a:cubicBezTo>
                <a:close/>
                <a:moveTo>
                  <a:pt x="1529119" y="927683"/>
                </a:moveTo>
                <a:cubicBezTo>
                  <a:pt x="1512949" y="911513"/>
                  <a:pt x="1516703" y="881427"/>
                  <a:pt x="1537660" y="859239"/>
                </a:cubicBezTo>
                <a:cubicBezTo>
                  <a:pt x="1556463" y="839332"/>
                  <a:pt x="1600200" y="860614"/>
                  <a:pt x="1600200" y="889671"/>
                </a:cubicBezTo>
                <a:cubicBezTo>
                  <a:pt x="1600200" y="934436"/>
                  <a:pt x="1558286" y="956851"/>
                  <a:pt x="1529119" y="927683"/>
                </a:cubicBezTo>
                <a:close/>
                <a:moveTo>
                  <a:pt x="1840706" y="936666"/>
                </a:moveTo>
                <a:cubicBezTo>
                  <a:pt x="1818605" y="927748"/>
                  <a:pt x="1828597" y="914400"/>
                  <a:pt x="1857375" y="914400"/>
                </a:cubicBezTo>
                <a:cubicBezTo>
                  <a:pt x="1887909" y="914400"/>
                  <a:pt x="1895760" y="927647"/>
                  <a:pt x="1870883" y="937193"/>
                </a:cubicBezTo>
                <a:cubicBezTo>
                  <a:pt x="1862596" y="940373"/>
                  <a:pt x="1855095" y="942636"/>
                  <a:pt x="1854214" y="942223"/>
                </a:cubicBezTo>
                <a:cubicBezTo>
                  <a:pt x="1853333" y="941809"/>
                  <a:pt x="1847254" y="939309"/>
                  <a:pt x="1840706" y="936666"/>
                </a:cubicBezTo>
                <a:close/>
                <a:moveTo>
                  <a:pt x="1574114" y="642937"/>
                </a:moveTo>
                <a:cubicBezTo>
                  <a:pt x="1579742" y="624601"/>
                  <a:pt x="1587913" y="609600"/>
                  <a:pt x="1592273" y="609600"/>
                </a:cubicBezTo>
                <a:cubicBezTo>
                  <a:pt x="1604386" y="609600"/>
                  <a:pt x="1601703" y="651911"/>
                  <a:pt x="1588770" y="664845"/>
                </a:cubicBezTo>
                <a:cubicBezTo>
                  <a:pt x="1568718" y="684896"/>
                  <a:pt x="1563590" y="677229"/>
                  <a:pt x="1574114" y="642937"/>
                </a:cubicBezTo>
                <a:close/>
              </a:path>
            </a:pathLst>
          </a:custGeom>
          <a:solidFill>
            <a:srgbClr val="F9C9DF">
              <a:alpha val="35000"/>
            </a:srgbClr>
          </a:solidFill>
          <a:ln>
            <a:noFill/>
          </a:ln>
        </p:spPr>
      </p:sp>
      <p:sp>
        <p:nvSpPr>
          <p:cNvPr id="12" name="TEXT: [what my day really looks like]"/>
          <p:cNvSpPr/>
          <p:nvPr/>
        </p:nvSpPr>
        <p:spPr>
          <a:xfrm rot="120000">
            <a:off x="2281238" y="1119188"/>
            <a:ext cx="7248525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[what my day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really looks like]</a:t>
            </a:r>
          </a:p>
        </p:txBody>
      </p:sp>
      <p:sp>
        <p:nvSpPr>
          <p:cNvPr id="13" name="TEXT: [7am to 9pm]"/>
          <p:cNvSpPr/>
          <p:nvPr/>
        </p:nvSpPr>
        <p:spPr>
          <a:xfrm rot="120000">
            <a:off x="604838" y="12334875"/>
            <a:ext cx="45053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[7am to 9pm]</a:t>
            </a:r>
          </a:p>
        </p:txBody>
      </p:sp>
      <p:sp>
        <p:nvSpPr>
          <p:cNvPr id="14" name="arrow"/>
          <p:cNvSpPr/>
          <p:nvPr/>
        </p:nvSpPr>
        <p:spPr>
          <a:xfrm rot="120000">
            <a:off x="5857875" y="124634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34568C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81050" y="2495550"/>
            <a:ext cx="8724900" cy="10248900"/>
          </a:xfrm>
          <a:prstGeom prst="rect">
            <a:avLst/>
          </a:prstGeom>
        </p:spPr>
      </p:pic>
      <p:sp>
        <p:nvSpPr>
          <p:cNvPr id="4" name="PHOTO: Midday"/>
          <p:cNvSpPr/>
          <p:nvPr/>
        </p:nvSpPr>
        <p:spPr>
          <a:xfrm rot="120000">
            <a:off x="1428750" y="3143250"/>
            <a:ext cx="7429500" cy="8953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rainbow" descr="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6229350" y="1228725"/>
            <a:ext cx="3924300" cy="3829050"/>
          </a:xfrm>
          <a:prstGeom prst="rect">
            <a:avLst/>
          </a:prstGeom>
        </p:spPr>
      </p:pic>
      <p:sp>
        <p:nvSpPr>
          <p:cNvPr id="6" name="TEXT: midday"/>
          <p:cNvSpPr/>
          <p:nvPr/>
        </p:nvSpPr>
        <p:spPr>
          <a:xfrm rot="180000">
            <a:off x="814388" y="1524000"/>
            <a:ext cx="4086225" cy="13335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l">
              <a:lnSpc>
                <a:spcPts val="8784"/>
              </a:lnSpc>
            </a:pPr>
            <a:r>
              <a:rPr b="1" sz="7200">
                <a:solidFill>
                  <a:srgbClr val="34568C"/>
                </a:solidFill>
                <a:latin typeface="Montserrat"/>
              </a:rPr>
              <a:t>midday</a:t>
            </a:r>
          </a:p>
        </p:txBody>
      </p:sp>
      <p:sp>
        <p:nvSpPr>
          <p:cNvPr id="7" name="TEXT: [12pm]"/>
          <p:cNvSpPr/>
          <p:nvPr/>
        </p:nvSpPr>
        <p:spPr>
          <a:xfrm rot="21480000">
            <a:off x="1509712" y="12306300"/>
            <a:ext cx="2695575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[12pm]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martwatch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2533650" y="2424112"/>
            <a:ext cx="6362700" cy="10772775"/>
          </a:xfrm>
          <a:prstGeom prst="rect">
            <a:avLst/>
          </a:prstGeom>
        </p:spPr>
      </p:pic>
      <p:sp>
        <p:nvSpPr>
          <p:cNvPr id="4" name="PHOTO: Afternoon (watch screen)"/>
          <p:cNvSpPr/>
          <p:nvPr/>
        </p:nvSpPr>
        <p:spPr>
          <a:xfrm rot="360000">
            <a:off x="3686175" y="5272087"/>
            <a:ext cx="3781425" cy="46196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hourglass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00000">
            <a:off x="133350" y="7777162"/>
            <a:ext cx="3543300" cy="6353175"/>
          </a:xfrm>
          <a:prstGeom prst="rect">
            <a:avLst/>
          </a:prstGeom>
        </p:spPr>
      </p:pic>
      <p:sp>
        <p:nvSpPr>
          <p:cNvPr id="6" name="hourglass pattern"/>
          <p:cNvSpPr/>
          <p:nvPr/>
        </p:nvSpPr>
        <p:spPr>
          <a:xfrm rot="-600000">
            <a:off x="133350" y="7777162"/>
            <a:ext cx="3543300" cy="6353175"/>
          </a:xfrm>
          <a:custGeom>
            <a:avLst/>
            <a:gdLst/>
            <a:ahLst/>
            <a:cxnLst/>
            <a:rect l="0" t="0" r="r" b="b"/>
            <a:pathLst>
              <a:path w="3543300" h="6353175">
                <a:moveTo>
                  <a:pt x="1462087" y="5791116"/>
                </a:moveTo>
                <a:cubicBezTo>
                  <a:pt x="1331289" y="5779042"/>
                  <a:pt x="1197559" y="5760767"/>
                  <a:pt x="1176337" y="5752066"/>
                </a:cubicBezTo>
                <a:cubicBezTo>
                  <a:pt x="1151698" y="5741964"/>
                  <a:pt x="1670504" y="5752418"/>
                  <a:pt x="1714500" y="5762910"/>
                </a:cubicBezTo>
                <a:cubicBezTo>
                  <a:pt x="1768537" y="5775797"/>
                  <a:pt x="2090416" y="5778605"/>
                  <a:pt x="2105934" y="5766326"/>
                </a:cubicBezTo>
                <a:cubicBezTo>
                  <a:pt x="2113913" y="5760012"/>
                  <a:pt x="2165438" y="5755399"/>
                  <a:pt x="2233612" y="5754896"/>
                </a:cubicBezTo>
                <a:cubicBezTo>
                  <a:pt x="2370588" y="5753885"/>
                  <a:pt x="2344896" y="5770789"/>
                  <a:pt x="2203699" y="5774577"/>
                </a:cubicBezTo>
                <a:cubicBezTo>
                  <a:pt x="2155815" y="5775861"/>
                  <a:pt x="2117901" y="5779055"/>
                  <a:pt x="2119446" y="5781675"/>
                </a:cubicBezTo>
                <a:cubicBezTo>
                  <a:pt x="2126972" y="5794432"/>
                  <a:pt x="1582698" y="5802250"/>
                  <a:pt x="1462087" y="5791116"/>
                </a:cubicBezTo>
                <a:close/>
                <a:moveTo>
                  <a:pt x="1509712" y="5657950"/>
                </a:moveTo>
                <a:cubicBezTo>
                  <a:pt x="1473041" y="5654020"/>
                  <a:pt x="1368028" y="5645993"/>
                  <a:pt x="1276350" y="5640113"/>
                </a:cubicBezTo>
                <a:cubicBezTo>
                  <a:pt x="1184671" y="5634233"/>
                  <a:pt x="1098946" y="5626749"/>
                  <a:pt x="1085850" y="5623482"/>
                </a:cubicBezTo>
                <a:cubicBezTo>
                  <a:pt x="1072753" y="5620216"/>
                  <a:pt x="984215" y="5618092"/>
                  <a:pt x="889099" y="5618763"/>
                </a:cubicBezTo>
                <a:lnTo>
                  <a:pt x="716161" y="5619983"/>
                </a:lnTo>
                <a:lnTo>
                  <a:pt x="675029" y="5588610"/>
                </a:lnTo>
                <a:cubicBezTo>
                  <a:pt x="622460" y="5548515"/>
                  <a:pt x="582131" y="5491076"/>
                  <a:pt x="574792" y="5445848"/>
                </a:cubicBezTo>
                <a:lnTo>
                  <a:pt x="569033" y="5410360"/>
                </a:lnTo>
                <a:lnTo>
                  <a:pt x="639323" y="5415422"/>
                </a:lnTo>
                <a:cubicBezTo>
                  <a:pt x="677982" y="5418205"/>
                  <a:pt x="820172" y="5422226"/>
                  <a:pt x="955301" y="5424358"/>
                </a:cubicBezTo>
                <a:cubicBezTo>
                  <a:pt x="1090430" y="5426489"/>
                  <a:pt x="1208302" y="5430406"/>
                  <a:pt x="1217238" y="5433062"/>
                </a:cubicBezTo>
                <a:cubicBezTo>
                  <a:pt x="1226175" y="5435718"/>
                  <a:pt x="1287065" y="5444701"/>
                  <a:pt x="1352550" y="5453025"/>
                </a:cubicBezTo>
                <a:cubicBezTo>
                  <a:pt x="1496821" y="5471363"/>
                  <a:pt x="1497812" y="5471515"/>
                  <a:pt x="1509712" y="5477189"/>
                </a:cubicBezTo>
                <a:cubicBezTo>
                  <a:pt x="1514951" y="5479687"/>
                  <a:pt x="1549241" y="5479252"/>
                  <a:pt x="1585912" y="5476222"/>
                </a:cubicBezTo>
                <a:cubicBezTo>
                  <a:pt x="1622583" y="5473192"/>
                  <a:pt x="1641053" y="5469957"/>
                  <a:pt x="1626955" y="5469031"/>
                </a:cubicBezTo>
                <a:cubicBezTo>
                  <a:pt x="1571958" y="5465422"/>
                  <a:pt x="1590628" y="5448298"/>
                  <a:pt x="1649644" y="5448221"/>
                </a:cubicBezTo>
                <a:cubicBezTo>
                  <a:pt x="1682695" y="5448178"/>
                  <a:pt x="1746170" y="5444088"/>
                  <a:pt x="1790700" y="5439131"/>
                </a:cubicBezTo>
                <a:cubicBezTo>
                  <a:pt x="2008476" y="5414890"/>
                  <a:pt x="2556836" y="5405863"/>
                  <a:pt x="2703632" y="5424103"/>
                </a:cubicBezTo>
                <a:cubicBezTo>
                  <a:pt x="2759446" y="5431037"/>
                  <a:pt x="2844760" y="5434668"/>
                  <a:pt x="2893218" y="5432169"/>
                </a:cubicBezTo>
                <a:cubicBezTo>
                  <a:pt x="2974857" y="5427961"/>
                  <a:pt x="2981325" y="5428948"/>
                  <a:pt x="2981325" y="5445624"/>
                </a:cubicBezTo>
                <a:cubicBezTo>
                  <a:pt x="2981325" y="5494163"/>
                  <a:pt x="2891740" y="5592473"/>
                  <a:pt x="2814637" y="5628547"/>
                </a:cubicBezTo>
                <a:cubicBezTo>
                  <a:pt x="2778665" y="5645377"/>
                  <a:pt x="2769089" y="5645642"/>
                  <a:pt x="2643187" y="5633303"/>
                </a:cubicBezTo>
                <a:cubicBezTo>
                  <a:pt x="2504034" y="5619664"/>
                  <a:pt x="1984568" y="5616757"/>
                  <a:pt x="1966912" y="5629518"/>
                </a:cubicBezTo>
                <a:cubicBezTo>
                  <a:pt x="1942602" y="5647088"/>
                  <a:pt x="1604537" y="5668111"/>
                  <a:pt x="1509712" y="5657950"/>
                </a:cubicBezTo>
                <a:close/>
                <a:moveTo>
                  <a:pt x="1601063" y="5496660"/>
                </a:moveTo>
                <a:cubicBezTo>
                  <a:pt x="1593680" y="5491986"/>
                  <a:pt x="1581893" y="5490367"/>
                  <a:pt x="1574870" y="5493062"/>
                </a:cubicBezTo>
                <a:cubicBezTo>
                  <a:pt x="1554728" y="5500791"/>
                  <a:pt x="1559849" y="5505462"/>
                  <a:pt x="1588293" y="5505304"/>
                </a:cubicBezTo>
                <a:cubicBezTo>
                  <a:pt x="1607356" y="5505197"/>
                  <a:pt x="1610833" y="5502844"/>
                  <a:pt x="1601063" y="5496660"/>
                </a:cubicBezTo>
                <a:close/>
                <a:moveTo>
                  <a:pt x="1197939" y="5470069"/>
                </a:moveTo>
                <a:cubicBezTo>
                  <a:pt x="1183626" y="5467895"/>
                  <a:pt x="1157909" y="5467852"/>
                  <a:pt x="1140789" y="5469971"/>
                </a:cubicBezTo>
                <a:cubicBezTo>
                  <a:pt x="1123669" y="5472091"/>
                  <a:pt x="1135380" y="5473870"/>
                  <a:pt x="1166812" y="5473923"/>
                </a:cubicBezTo>
                <a:cubicBezTo>
                  <a:pt x="1198245" y="5473976"/>
                  <a:pt x="1212252" y="5472242"/>
                  <a:pt x="1197939" y="5470069"/>
                </a:cubicBezTo>
                <a:close/>
                <a:moveTo>
                  <a:pt x="1519237" y="5457825"/>
                </a:moveTo>
                <a:lnTo>
                  <a:pt x="1481137" y="5451003"/>
                </a:lnTo>
                <a:lnTo>
                  <a:pt x="1526381" y="5449651"/>
                </a:lnTo>
                <a:cubicBezTo>
                  <a:pt x="1551265" y="5448908"/>
                  <a:pt x="1571625" y="5452586"/>
                  <a:pt x="1571625" y="5457825"/>
                </a:cubicBezTo>
                <a:cubicBezTo>
                  <a:pt x="1571625" y="5463063"/>
                  <a:pt x="1568410" y="5466741"/>
                  <a:pt x="1564481" y="5465998"/>
                </a:cubicBezTo>
                <a:cubicBezTo>
                  <a:pt x="1560552" y="5465254"/>
                  <a:pt x="1540192" y="5461576"/>
                  <a:pt x="1519237" y="5457825"/>
                </a:cubicBezTo>
                <a:close/>
                <a:moveTo>
                  <a:pt x="567465" y="5236800"/>
                </a:moveTo>
                <a:cubicBezTo>
                  <a:pt x="575538" y="5171756"/>
                  <a:pt x="598788" y="5118376"/>
                  <a:pt x="638985" y="5072594"/>
                </a:cubicBezTo>
                <a:lnTo>
                  <a:pt x="671121" y="5035994"/>
                </a:lnTo>
                <a:lnTo>
                  <a:pt x="995166" y="5042721"/>
                </a:lnTo>
                <a:cubicBezTo>
                  <a:pt x="1173391" y="5046420"/>
                  <a:pt x="1350356" y="5053702"/>
                  <a:pt x="1388421" y="5058902"/>
                </a:cubicBezTo>
                <a:cubicBezTo>
                  <a:pt x="1444282" y="5066532"/>
                  <a:pt x="1460180" y="5065805"/>
                  <a:pt x="1470854" y="5055131"/>
                </a:cubicBezTo>
                <a:cubicBezTo>
                  <a:pt x="1481269" y="5044716"/>
                  <a:pt x="1494896" y="5043844"/>
                  <a:pt x="1534995" y="5051028"/>
                </a:cubicBezTo>
                <a:cubicBezTo>
                  <a:pt x="1590691" y="5061006"/>
                  <a:pt x="1931025" y="5071850"/>
                  <a:pt x="2052637" y="5067521"/>
                </a:cubicBezTo>
                <a:cubicBezTo>
                  <a:pt x="2225527" y="5061367"/>
                  <a:pt x="2754229" y="5064159"/>
                  <a:pt x="2836455" y="5071660"/>
                </a:cubicBezTo>
                <a:cubicBezTo>
                  <a:pt x="2939368" y="5081047"/>
                  <a:pt x="2951296" y="5090896"/>
                  <a:pt x="2976379" y="5187195"/>
                </a:cubicBezTo>
                <a:cubicBezTo>
                  <a:pt x="3001431" y="5283377"/>
                  <a:pt x="3006654" y="5278583"/>
                  <a:pt x="2883693" y="5272281"/>
                </a:cubicBezTo>
                <a:cubicBezTo>
                  <a:pt x="2679426" y="5261811"/>
                  <a:pt x="1950109" y="5264106"/>
                  <a:pt x="1908460" y="5275349"/>
                </a:cubicBezTo>
                <a:cubicBezTo>
                  <a:pt x="1881074" y="5282742"/>
                  <a:pt x="1828793" y="5283470"/>
                  <a:pt x="1737010" y="5277738"/>
                </a:cubicBezTo>
                <a:cubicBezTo>
                  <a:pt x="1664384" y="5273202"/>
                  <a:pt x="1557813" y="5272479"/>
                  <a:pt x="1500187" y="5276133"/>
                </a:cubicBezTo>
                <a:cubicBezTo>
                  <a:pt x="1442561" y="5279786"/>
                  <a:pt x="1298971" y="5280858"/>
                  <a:pt x="1181100" y="5278516"/>
                </a:cubicBezTo>
                <a:cubicBezTo>
                  <a:pt x="897069" y="5272873"/>
                  <a:pt x="715423" y="5273747"/>
                  <a:pt x="630645" y="5281163"/>
                </a:cubicBezTo>
                <a:lnTo>
                  <a:pt x="561204" y="5287239"/>
                </a:lnTo>
                <a:lnTo>
                  <a:pt x="567465" y="5236800"/>
                </a:lnTo>
                <a:close/>
                <a:moveTo>
                  <a:pt x="812006" y="4937300"/>
                </a:moveTo>
                <a:cubicBezTo>
                  <a:pt x="786505" y="4931737"/>
                  <a:pt x="783900" y="4904110"/>
                  <a:pt x="805052" y="4863551"/>
                </a:cubicBezTo>
                <a:cubicBezTo>
                  <a:pt x="816664" y="4841286"/>
                  <a:pt x="817297" y="4830167"/>
                  <a:pt x="808362" y="4805458"/>
                </a:cubicBezTo>
                <a:cubicBezTo>
                  <a:pt x="802285" y="4788651"/>
                  <a:pt x="800142" y="4763626"/>
                  <a:pt x="803601" y="4749846"/>
                </a:cubicBezTo>
                <a:lnTo>
                  <a:pt x="809889" y="4724792"/>
                </a:lnTo>
                <a:lnTo>
                  <a:pt x="1007401" y="4723371"/>
                </a:lnTo>
                <a:cubicBezTo>
                  <a:pt x="1330465" y="4721048"/>
                  <a:pt x="1401787" y="4721356"/>
                  <a:pt x="1466850" y="4725356"/>
                </a:cubicBezTo>
                <a:cubicBezTo>
                  <a:pt x="1500901" y="4727449"/>
                  <a:pt x="1548050" y="4726497"/>
                  <a:pt x="1571625" y="4723240"/>
                </a:cubicBezTo>
                <a:cubicBezTo>
                  <a:pt x="1595199" y="4719984"/>
                  <a:pt x="1640543" y="4720895"/>
                  <a:pt x="1672389" y="4725266"/>
                </a:cubicBezTo>
                <a:cubicBezTo>
                  <a:pt x="1733823" y="4733698"/>
                  <a:pt x="1906355" y="4746000"/>
                  <a:pt x="1962150" y="4745926"/>
                </a:cubicBezTo>
                <a:cubicBezTo>
                  <a:pt x="2066615" y="4745789"/>
                  <a:pt x="2200275" y="4738766"/>
                  <a:pt x="2200275" y="4733415"/>
                </a:cubicBezTo>
                <a:cubicBezTo>
                  <a:pt x="2200275" y="4725661"/>
                  <a:pt x="2398020" y="4712342"/>
                  <a:pt x="2409333" y="4719333"/>
                </a:cubicBezTo>
                <a:cubicBezTo>
                  <a:pt x="2413880" y="4722143"/>
                  <a:pt x="2409074" y="4742088"/>
                  <a:pt x="2398654" y="4763656"/>
                </a:cubicBezTo>
                <a:cubicBezTo>
                  <a:pt x="2376895" y="4808691"/>
                  <a:pt x="2380755" y="4814992"/>
                  <a:pt x="2435104" y="4823161"/>
                </a:cubicBezTo>
                <a:cubicBezTo>
                  <a:pt x="2471917" y="4828693"/>
                  <a:pt x="2475999" y="4827011"/>
                  <a:pt x="2493736" y="4798997"/>
                </a:cubicBezTo>
                <a:cubicBezTo>
                  <a:pt x="2508734" y="4775309"/>
                  <a:pt x="2510530" y="4765249"/>
                  <a:pt x="2502154" y="4751838"/>
                </a:cubicBezTo>
                <a:cubicBezTo>
                  <a:pt x="2486778" y="4727216"/>
                  <a:pt x="2492148" y="4726059"/>
                  <a:pt x="2576512" y="4735818"/>
                </a:cubicBezTo>
                <a:cubicBezTo>
                  <a:pt x="2618422" y="4740665"/>
                  <a:pt x="2675215" y="4742942"/>
                  <a:pt x="2702718" y="4740876"/>
                </a:cubicBezTo>
                <a:cubicBezTo>
                  <a:pt x="2749667" y="4737349"/>
                  <a:pt x="2765388" y="4744024"/>
                  <a:pt x="2742889" y="4757929"/>
                </a:cubicBezTo>
                <a:cubicBezTo>
                  <a:pt x="2736658" y="4761780"/>
                  <a:pt x="2740149" y="4775490"/>
                  <a:pt x="2752414" y="4795334"/>
                </a:cubicBezTo>
                <a:cubicBezTo>
                  <a:pt x="2771651" y="4826461"/>
                  <a:pt x="2776774" y="4871459"/>
                  <a:pt x="2765761" y="4912558"/>
                </a:cubicBezTo>
                <a:cubicBezTo>
                  <a:pt x="2760085" y="4933738"/>
                  <a:pt x="2757986" y="4934014"/>
                  <a:pt x="2611109" y="4932914"/>
                </a:cubicBezTo>
                <a:cubicBezTo>
                  <a:pt x="2529216" y="4932300"/>
                  <a:pt x="2454260" y="4935057"/>
                  <a:pt x="2444541" y="4939040"/>
                </a:cubicBezTo>
                <a:cubicBezTo>
                  <a:pt x="2408995" y="4953607"/>
                  <a:pt x="2110813" y="4929170"/>
                  <a:pt x="2135230" y="4913690"/>
                </a:cubicBezTo>
                <a:cubicBezTo>
                  <a:pt x="2143253" y="4908604"/>
                  <a:pt x="2133940" y="4905858"/>
                  <a:pt x="2109787" y="4906190"/>
                </a:cubicBezTo>
                <a:cubicBezTo>
                  <a:pt x="2079853" y="4906601"/>
                  <a:pt x="2075770" y="4908468"/>
                  <a:pt x="2090737" y="4914900"/>
                </a:cubicBezTo>
                <a:cubicBezTo>
                  <a:pt x="2103452" y="4920363"/>
                  <a:pt x="2082706" y="4923308"/>
                  <a:pt x="2028348" y="4923755"/>
                </a:cubicBezTo>
                <a:cubicBezTo>
                  <a:pt x="1981190" y="4924143"/>
                  <a:pt x="1942524" y="4920039"/>
                  <a:pt x="1936492" y="4914007"/>
                </a:cubicBezTo>
                <a:cubicBezTo>
                  <a:pt x="1917207" y="4894722"/>
                  <a:pt x="1666291" y="4891898"/>
                  <a:pt x="1603143" y="4910256"/>
                </a:cubicBezTo>
                <a:cubicBezTo>
                  <a:pt x="1559653" y="4922899"/>
                  <a:pt x="1497303" y="4927022"/>
                  <a:pt x="1309740" y="4929657"/>
                </a:cubicBezTo>
                <a:cubicBezTo>
                  <a:pt x="1178742" y="4931498"/>
                  <a:pt x="1017984" y="4935023"/>
                  <a:pt x="952500" y="4937489"/>
                </a:cubicBezTo>
                <a:cubicBezTo>
                  <a:pt x="887015" y="4939956"/>
                  <a:pt x="823793" y="4939871"/>
                  <a:pt x="812006" y="4937300"/>
                </a:cubicBezTo>
                <a:close/>
                <a:moveTo>
                  <a:pt x="2350404" y="4746430"/>
                </a:moveTo>
                <a:cubicBezTo>
                  <a:pt x="2341298" y="4744046"/>
                  <a:pt x="2324153" y="4743960"/>
                  <a:pt x="2312304" y="4746238"/>
                </a:cubicBezTo>
                <a:cubicBezTo>
                  <a:pt x="2300456" y="4748516"/>
                  <a:pt x="2307907" y="4750467"/>
                  <a:pt x="2328862" y="4750572"/>
                </a:cubicBezTo>
                <a:cubicBezTo>
                  <a:pt x="2349817" y="4750678"/>
                  <a:pt x="2359511" y="4748814"/>
                  <a:pt x="2350404" y="4746430"/>
                </a:cubicBezTo>
                <a:close/>
                <a:moveTo>
                  <a:pt x="1256782" y="4606524"/>
                </a:moveTo>
                <a:cubicBezTo>
                  <a:pt x="1254447" y="4604254"/>
                  <a:pt x="1163348" y="4597717"/>
                  <a:pt x="1054339" y="4591999"/>
                </a:cubicBezTo>
                <a:cubicBezTo>
                  <a:pt x="837035" y="4580599"/>
                  <a:pt x="809789" y="4574297"/>
                  <a:pt x="833215" y="4540851"/>
                </a:cubicBezTo>
                <a:cubicBezTo>
                  <a:pt x="842926" y="4526987"/>
                  <a:pt x="847725" y="4497618"/>
                  <a:pt x="847725" y="4452048"/>
                </a:cubicBezTo>
                <a:lnTo>
                  <a:pt x="847725" y="4383959"/>
                </a:lnTo>
                <a:lnTo>
                  <a:pt x="923247" y="4377371"/>
                </a:lnTo>
                <a:cubicBezTo>
                  <a:pt x="1004376" y="4370294"/>
                  <a:pt x="1152095" y="4387043"/>
                  <a:pt x="1164285" y="4404700"/>
                </a:cubicBezTo>
                <a:cubicBezTo>
                  <a:pt x="1168845" y="4411305"/>
                  <a:pt x="1171334" y="4411431"/>
                  <a:pt x="1171429" y="4405060"/>
                </a:cubicBezTo>
                <a:cubicBezTo>
                  <a:pt x="1171514" y="4399364"/>
                  <a:pt x="1187955" y="4396846"/>
                  <a:pt x="1210822" y="4399026"/>
                </a:cubicBezTo>
                <a:cubicBezTo>
                  <a:pt x="1232853" y="4401127"/>
                  <a:pt x="1245088" y="4405848"/>
                  <a:pt x="1238714" y="4409787"/>
                </a:cubicBezTo>
                <a:cubicBezTo>
                  <a:pt x="1224027" y="4418865"/>
                  <a:pt x="1319990" y="4438053"/>
                  <a:pt x="1352120" y="4432463"/>
                </a:cubicBezTo>
                <a:cubicBezTo>
                  <a:pt x="1396015" y="4424826"/>
                  <a:pt x="1438275" y="4406443"/>
                  <a:pt x="1438275" y="4394984"/>
                </a:cubicBezTo>
                <a:cubicBezTo>
                  <a:pt x="1438275" y="4379281"/>
                  <a:pt x="1466955" y="4373081"/>
                  <a:pt x="1572615" y="4365946"/>
                </a:cubicBezTo>
                <a:cubicBezTo>
                  <a:pt x="1636870" y="4361607"/>
                  <a:pt x="1666092" y="4363002"/>
                  <a:pt x="1670808" y="4370634"/>
                </a:cubicBezTo>
                <a:cubicBezTo>
                  <a:pt x="1674502" y="4376610"/>
                  <a:pt x="1681810" y="4381500"/>
                  <a:pt x="1687049" y="4381500"/>
                </a:cubicBezTo>
                <a:cubicBezTo>
                  <a:pt x="1692288" y="4381500"/>
                  <a:pt x="1693925" y="4377213"/>
                  <a:pt x="1690687" y="4371975"/>
                </a:cubicBezTo>
                <a:cubicBezTo>
                  <a:pt x="1687404" y="4366663"/>
                  <a:pt x="1694530" y="4362514"/>
                  <a:pt x="1706794" y="4362595"/>
                </a:cubicBezTo>
                <a:cubicBezTo>
                  <a:pt x="1722134" y="4362697"/>
                  <a:pt x="1725018" y="4365131"/>
                  <a:pt x="1716329" y="4370642"/>
                </a:cubicBezTo>
                <a:cubicBezTo>
                  <a:pt x="1697727" y="4382440"/>
                  <a:pt x="1940776" y="4388942"/>
                  <a:pt x="2236973" y="4384570"/>
                </a:cubicBezTo>
                <a:lnTo>
                  <a:pt x="2497510" y="4380725"/>
                </a:lnTo>
                <a:lnTo>
                  <a:pt x="2490930" y="4437421"/>
                </a:lnTo>
                <a:cubicBezTo>
                  <a:pt x="2487310" y="4468604"/>
                  <a:pt x="2479263" y="4516999"/>
                  <a:pt x="2473046" y="4544965"/>
                </a:cubicBezTo>
                <a:lnTo>
                  <a:pt x="2461742" y="4595812"/>
                </a:lnTo>
                <a:lnTo>
                  <a:pt x="2085740" y="4592371"/>
                </a:lnTo>
                <a:cubicBezTo>
                  <a:pt x="1862546" y="4590328"/>
                  <a:pt x="1707426" y="4585252"/>
                  <a:pt x="1704050" y="4579879"/>
                </a:cubicBezTo>
                <a:cubicBezTo>
                  <a:pt x="1695840" y="4566811"/>
                  <a:pt x="1511684" y="4569339"/>
                  <a:pt x="1481856" y="4582930"/>
                </a:cubicBezTo>
                <a:cubicBezTo>
                  <a:pt x="1463756" y="4591177"/>
                  <a:pt x="1460170" y="4596502"/>
                  <a:pt x="1468960" y="4602081"/>
                </a:cubicBezTo>
                <a:cubicBezTo>
                  <a:pt x="1476525" y="4606881"/>
                  <a:pt x="1468510" y="4609808"/>
                  <a:pt x="1447800" y="4609808"/>
                </a:cubicBezTo>
                <a:cubicBezTo>
                  <a:pt x="1429464" y="4609808"/>
                  <a:pt x="1408146" y="4605813"/>
                  <a:pt x="1400426" y="4600931"/>
                </a:cubicBezTo>
                <a:cubicBezTo>
                  <a:pt x="1391169" y="4595077"/>
                  <a:pt x="1383922" y="4595938"/>
                  <a:pt x="1379140" y="4603459"/>
                </a:cubicBezTo>
                <a:cubicBezTo>
                  <a:pt x="1373607" y="4612162"/>
                  <a:pt x="1371857" y="4612043"/>
                  <a:pt x="1371745" y="4602956"/>
                </a:cubicBezTo>
                <a:cubicBezTo>
                  <a:pt x="1371665" y="4596407"/>
                  <a:pt x="1363027" y="4591050"/>
                  <a:pt x="1352550" y="4591050"/>
                </a:cubicBezTo>
                <a:cubicBezTo>
                  <a:pt x="1342072" y="4591050"/>
                  <a:pt x="1333500" y="4594498"/>
                  <a:pt x="1333500" y="4598712"/>
                </a:cubicBezTo>
                <a:cubicBezTo>
                  <a:pt x="1333500" y="4606696"/>
                  <a:pt x="1264214" y="4613751"/>
                  <a:pt x="1256782" y="4606524"/>
                </a:cubicBezTo>
                <a:close/>
                <a:moveTo>
                  <a:pt x="2514600" y="4492453"/>
                </a:moveTo>
                <a:cubicBezTo>
                  <a:pt x="2514600" y="4365233"/>
                  <a:pt x="2504426" y="4375515"/>
                  <a:pt x="2639511" y="4366212"/>
                </a:cubicBezTo>
                <a:lnTo>
                  <a:pt x="2736718" y="4359517"/>
                </a:lnTo>
                <a:lnTo>
                  <a:pt x="2730434" y="4433858"/>
                </a:lnTo>
                <a:cubicBezTo>
                  <a:pt x="2726977" y="4474745"/>
                  <a:pt x="2724150" y="4526071"/>
                  <a:pt x="2724150" y="4547916"/>
                </a:cubicBezTo>
                <a:cubicBezTo>
                  <a:pt x="2724150" y="4586411"/>
                  <a:pt x="2723197" y="4587628"/>
                  <a:pt x="2693193" y="4587458"/>
                </a:cubicBezTo>
                <a:cubicBezTo>
                  <a:pt x="2676167" y="4587362"/>
                  <a:pt x="2629019" y="4590453"/>
                  <a:pt x="2588418" y="4594326"/>
                </a:cubicBezTo>
                <a:lnTo>
                  <a:pt x="2514600" y="4601369"/>
                </a:lnTo>
                <a:lnTo>
                  <a:pt x="2514600" y="4492453"/>
                </a:lnTo>
                <a:close/>
                <a:moveTo>
                  <a:pt x="1126331" y="4546227"/>
                </a:moveTo>
                <a:cubicBezTo>
                  <a:pt x="1114544" y="4543957"/>
                  <a:pt x="1095255" y="4543957"/>
                  <a:pt x="1083468" y="4546227"/>
                </a:cubicBezTo>
                <a:cubicBezTo>
                  <a:pt x="1071681" y="4548498"/>
                  <a:pt x="1081325" y="4550355"/>
                  <a:pt x="1104900" y="4550355"/>
                </a:cubicBezTo>
                <a:cubicBezTo>
                  <a:pt x="1128474" y="4550355"/>
                  <a:pt x="1138118" y="4548498"/>
                  <a:pt x="1126331" y="4546227"/>
                </a:cubicBezTo>
                <a:close/>
                <a:moveTo>
                  <a:pt x="2136086" y="4259211"/>
                </a:moveTo>
                <a:cubicBezTo>
                  <a:pt x="2130480" y="4255747"/>
                  <a:pt x="2077264" y="4253386"/>
                  <a:pt x="2017828" y="4253966"/>
                </a:cubicBezTo>
                <a:cubicBezTo>
                  <a:pt x="1958392" y="4254546"/>
                  <a:pt x="1884045" y="4251457"/>
                  <a:pt x="1852612" y="4247103"/>
                </a:cubicBezTo>
                <a:cubicBezTo>
                  <a:pt x="1781227" y="4237213"/>
                  <a:pt x="1727665" y="4232342"/>
                  <a:pt x="1597818" y="4223931"/>
                </a:cubicBezTo>
                <a:cubicBezTo>
                  <a:pt x="1478783" y="4216221"/>
                  <a:pt x="1483876" y="4223705"/>
                  <a:pt x="1514621" y="4101687"/>
                </a:cubicBezTo>
                <a:cubicBezTo>
                  <a:pt x="1525018" y="4060423"/>
                  <a:pt x="1533525" y="4025062"/>
                  <a:pt x="1533525" y="4023106"/>
                </a:cubicBezTo>
                <a:cubicBezTo>
                  <a:pt x="1533525" y="4006341"/>
                  <a:pt x="1797848" y="4029069"/>
                  <a:pt x="1809048" y="4046797"/>
                </a:cubicBezTo>
                <a:cubicBezTo>
                  <a:pt x="1812053" y="4051554"/>
                  <a:pt x="1823085" y="4057588"/>
                  <a:pt x="1833562" y="4060205"/>
                </a:cubicBezTo>
                <a:cubicBezTo>
                  <a:pt x="1844771" y="4063006"/>
                  <a:pt x="1836930" y="4065810"/>
                  <a:pt x="1814512" y="4067019"/>
                </a:cubicBezTo>
                <a:cubicBezTo>
                  <a:pt x="1780793" y="4068837"/>
                  <a:pt x="1779150" y="4069950"/>
                  <a:pt x="1800225" y="4076700"/>
                </a:cubicBezTo>
                <a:cubicBezTo>
                  <a:pt x="1813321" y="4080894"/>
                  <a:pt x="1841182" y="4084256"/>
                  <a:pt x="1862137" y="4084170"/>
                </a:cubicBezTo>
                <a:cubicBezTo>
                  <a:pt x="1883092" y="4084085"/>
                  <a:pt x="1892736" y="4082054"/>
                  <a:pt x="1883568" y="4079659"/>
                </a:cubicBezTo>
                <a:cubicBezTo>
                  <a:pt x="1865582" y="4074958"/>
                  <a:pt x="1860406" y="4057650"/>
                  <a:pt x="1876987" y="4057650"/>
                </a:cubicBezTo>
                <a:cubicBezTo>
                  <a:pt x="1882535" y="4057650"/>
                  <a:pt x="1884425" y="4053363"/>
                  <a:pt x="1881187" y="4048125"/>
                </a:cubicBezTo>
                <a:cubicBezTo>
                  <a:pt x="1877748" y="4042559"/>
                  <a:pt x="1887538" y="4038600"/>
                  <a:pt x="1904736" y="4038600"/>
                </a:cubicBezTo>
                <a:cubicBezTo>
                  <a:pt x="1920926" y="4038600"/>
                  <a:pt x="1936315" y="4044183"/>
                  <a:pt x="1938934" y="4051008"/>
                </a:cubicBezTo>
                <a:cubicBezTo>
                  <a:pt x="1941553" y="4057832"/>
                  <a:pt x="1958554" y="4063837"/>
                  <a:pt x="1976714" y="4064352"/>
                </a:cubicBezTo>
                <a:cubicBezTo>
                  <a:pt x="1997942" y="4064954"/>
                  <a:pt x="2007481" y="4061645"/>
                  <a:pt x="2003429" y="4055087"/>
                </a:cubicBezTo>
                <a:cubicBezTo>
                  <a:pt x="1999116" y="4048109"/>
                  <a:pt x="2002883" y="4047655"/>
                  <a:pt x="2015356" y="4053650"/>
                </a:cubicBezTo>
                <a:cubicBezTo>
                  <a:pt x="2039494" y="4065251"/>
                  <a:pt x="2189046" y="4060061"/>
                  <a:pt x="2318906" y="4043115"/>
                </a:cubicBezTo>
                <a:cubicBezTo>
                  <a:pt x="2401037" y="4032397"/>
                  <a:pt x="2424870" y="4031987"/>
                  <a:pt x="2430861" y="4041192"/>
                </a:cubicBezTo>
                <a:cubicBezTo>
                  <a:pt x="2441419" y="4057416"/>
                  <a:pt x="2466289" y="4140993"/>
                  <a:pt x="2473040" y="4182943"/>
                </a:cubicBezTo>
                <a:lnTo>
                  <a:pt x="2478642" y="4217748"/>
                </a:lnTo>
                <a:lnTo>
                  <a:pt x="2403752" y="4224127"/>
                </a:lnTo>
                <a:cubicBezTo>
                  <a:pt x="2305588" y="4232489"/>
                  <a:pt x="2295565" y="4236881"/>
                  <a:pt x="2371725" y="4238162"/>
                </a:cubicBezTo>
                <a:cubicBezTo>
                  <a:pt x="2419647" y="4238968"/>
                  <a:pt x="2429775" y="4241451"/>
                  <a:pt x="2416543" y="4249150"/>
                </a:cubicBezTo>
                <a:cubicBezTo>
                  <a:pt x="2397436" y="4260269"/>
                  <a:pt x="2152041" y="4269072"/>
                  <a:pt x="2136086" y="4259211"/>
                </a:cubicBezTo>
                <a:close/>
                <a:moveTo>
                  <a:pt x="834174" y="4217193"/>
                </a:moveTo>
                <a:cubicBezTo>
                  <a:pt x="831761" y="4205406"/>
                  <a:pt x="827847" y="4157935"/>
                  <a:pt x="825477" y="4111701"/>
                </a:cubicBezTo>
                <a:lnTo>
                  <a:pt x="821168" y="4027640"/>
                </a:lnTo>
                <a:lnTo>
                  <a:pt x="893978" y="4032783"/>
                </a:lnTo>
                <a:cubicBezTo>
                  <a:pt x="934023" y="4035612"/>
                  <a:pt x="987197" y="4037859"/>
                  <a:pt x="1012143" y="4037776"/>
                </a:cubicBezTo>
                <a:cubicBezTo>
                  <a:pt x="1044438" y="4037668"/>
                  <a:pt x="1059131" y="4041879"/>
                  <a:pt x="1063168" y="4052399"/>
                </a:cubicBezTo>
                <a:cubicBezTo>
                  <a:pt x="1066286" y="4060526"/>
                  <a:pt x="1077205" y="4067175"/>
                  <a:pt x="1087431" y="4067175"/>
                </a:cubicBezTo>
                <a:cubicBezTo>
                  <a:pt x="1097657" y="4067175"/>
                  <a:pt x="1103375" y="4062888"/>
                  <a:pt x="1100137" y="4057650"/>
                </a:cubicBezTo>
                <a:cubicBezTo>
                  <a:pt x="1096899" y="4052411"/>
                  <a:pt x="1098789" y="4048125"/>
                  <a:pt x="1104337" y="4048125"/>
                </a:cubicBezTo>
                <a:cubicBezTo>
                  <a:pt x="1109885" y="4048125"/>
                  <a:pt x="1114425" y="4052557"/>
                  <a:pt x="1114425" y="4057975"/>
                </a:cubicBezTo>
                <a:cubicBezTo>
                  <a:pt x="1114425" y="4068657"/>
                  <a:pt x="1150069" y="4066456"/>
                  <a:pt x="1168961" y="4054609"/>
                </a:cubicBezTo>
                <a:cubicBezTo>
                  <a:pt x="1175381" y="4050582"/>
                  <a:pt x="1212984" y="4050219"/>
                  <a:pt x="1252523" y="4053802"/>
                </a:cubicBezTo>
                <a:cubicBezTo>
                  <a:pt x="1328993" y="4060732"/>
                  <a:pt x="1332382" y="4064743"/>
                  <a:pt x="1304062" y="4114800"/>
                </a:cubicBezTo>
                <a:cubicBezTo>
                  <a:pt x="1296877" y="4127500"/>
                  <a:pt x="1295930" y="4127500"/>
                  <a:pt x="1295543" y="4114800"/>
                </a:cubicBezTo>
                <a:cubicBezTo>
                  <a:pt x="1295156" y="4102100"/>
                  <a:pt x="1294082" y="4102100"/>
                  <a:pt x="1285875" y="4114800"/>
                </a:cubicBezTo>
                <a:cubicBezTo>
                  <a:pt x="1273304" y="4134251"/>
                  <a:pt x="1274093" y="4151745"/>
                  <a:pt x="1286733" y="4133850"/>
                </a:cubicBezTo>
                <a:cubicBezTo>
                  <a:pt x="1294180" y="4123307"/>
                  <a:pt x="1295163" y="4129529"/>
                  <a:pt x="1290485" y="4157589"/>
                </a:cubicBezTo>
                <a:cubicBezTo>
                  <a:pt x="1282116" y="4207790"/>
                  <a:pt x="1278910" y="4211754"/>
                  <a:pt x="1249205" y="4208638"/>
                </a:cubicBezTo>
                <a:cubicBezTo>
                  <a:pt x="1235315" y="4207181"/>
                  <a:pt x="1219667" y="4208326"/>
                  <a:pt x="1214431" y="4211182"/>
                </a:cubicBezTo>
                <a:cubicBezTo>
                  <a:pt x="1209196" y="4214038"/>
                  <a:pt x="1178109" y="4217209"/>
                  <a:pt x="1145350" y="4218227"/>
                </a:cubicBezTo>
                <a:cubicBezTo>
                  <a:pt x="1112590" y="4219246"/>
                  <a:pt x="1063785" y="4224252"/>
                  <a:pt x="1036893" y="4229352"/>
                </a:cubicBezTo>
                <a:cubicBezTo>
                  <a:pt x="1010002" y="4234452"/>
                  <a:pt x="954376" y="4238625"/>
                  <a:pt x="913281" y="4238625"/>
                </a:cubicBezTo>
                <a:cubicBezTo>
                  <a:pt x="843445" y="4238625"/>
                  <a:pt x="838276" y="4237224"/>
                  <a:pt x="834174" y="4217193"/>
                </a:cubicBezTo>
                <a:close/>
                <a:moveTo>
                  <a:pt x="2501306" y="4206725"/>
                </a:moveTo>
                <a:cubicBezTo>
                  <a:pt x="2498283" y="4195457"/>
                  <a:pt x="2495751" y="4148732"/>
                  <a:pt x="2495680" y="4102893"/>
                </a:cubicBezTo>
                <a:lnTo>
                  <a:pt x="2495550" y="4019550"/>
                </a:lnTo>
                <a:lnTo>
                  <a:pt x="2546500" y="4019550"/>
                </a:lnTo>
                <a:cubicBezTo>
                  <a:pt x="2574523" y="4019550"/>
                  <a:pt x="2630244" y="4022322"/>
                  <a:pt x="2670325" y="4025710"/>
                </a:cubicBezTo>
                <a:lnTo>
                  <a:pt x="2743200" y="4031870"/>
                </a:lnTo>
                <a:lnTo>
                  <a:pt x="2743200" y="4129729"/>
                </a:lnTo>
                <a:lnTo>
                  <a:pt x="2743200" y="4227588"/>
                </a:lnTo>
                <a:lnTo>
                  <a:pt x="2625001" y="4227401"/>
                </a:lnTo>
                <a:cubicBezTo>
                  <a:pt x="2512168" y="4227222"/>
                  <a:pt x="2506554" y="4226284"/>
                  <a:pt x="2501306" y="4206725"/>
                </a:cubicBezTo>
                <a:close/>
                <a:moveTo>
                  <a:pt x="1828800" y="3893978"/>
                </a:moveTo>
                <a:cubicBezTo>
                  <a:pt x="1799986" y="3889004"/>
                  <a:pt x="1721987" y="3886440"/>
                  <a:pt x="1655467" y="3888280"/>
                </a:cubicBezTo>
                <a:lnTo>
                  <a:pt x="1534522" y="3891626"/>
                </a:lnTo>
                <a:lnTo>
                  <a:pt x="1522973" y="3827000"/>
                </a:lnTo>
                <a:cubicBezTo>
                  <a:pt x="1510039" y="3754628"/>
                  <a:pt x="1506675" y="3751345"/>
                  <a:pt x="1483597" y="3788568"/>
                </a:cubicBezTo>
                <a:lnTo>
                  <a:pt x="1467356" y="3814762"/>
                </a:lnTo>
                <a:lnTo>
                  <a:pt x="1467103" y="3775471"/>
                </a:lnTo>
                <a:cubicBezTo>
                  <a:pt x="1466964" y="3753862"/>
                  <a:pt x="1469607" y="3722393"/>
                  <a:pt x="1472977" y="3705541"/>
                </a:cubicBezTo>
                <a:lnTo>
                  <a:pt x="1479105" y="3674902"/>
                </a:lnTo>
                <a:lnTo>
                  <a:pt x="1618234" y="3681209"/>
                </a:lnTo>
                <a:cubicBezTo>
                  <a:pt x="1694754" y="3684677"/>
                  <a:pt x="1864446" y="3688836"/>
                  <a:pt x="1995326" y="3690450"/>
                </a:cubicBezTo>
                <a:lnTo>
                  <a:pt x="2233289" y="3693384"/>
                </a:lnTo>
                <a:lnTo>
                  <a:pt x="2267762" y="3738403"/>
                </a:lnTo>
                <a:cubicBezTo>
                  <a:pt x="2309581" y="3793015"/>
                  <a:pt x="2366256" y="3885318"/>
                  <a:pt x="2361122" y="3890452"/>
                </a:cubicBezTo>
                <a:cubicBezTo>
                  <a:pt x="2359074" y="3892500"/>
                  <a:pt x="2344915" y="3897309"/>
                  <a:pt x="2329658" y="3901138"/>
                </a:cubicBezTo>
                <a:cubicBezTo>
                  <a:pt x="2306292" y="3907003"/>
                  <a:pt x="2302868" y="3905623"/>
                  <a:pt x="2307947" y="3892388"/>
                </a:cubicBezTo>
                <a:cubicBezTo>
                  <a:pt x="2314140" y="3876250"/>
                  <a:pt x="2304277" y="3871092"/>
                  <a:pt x="2291561" y="3883818"/>
                </a:cubicBezTo>
                <a:cubicBezTo>
                  <a:pt x="2287635" y="3887747"/>
                  <a:pt x="2272991" y="3891299"/>
                  <a:pt x="2259018" y="3891710"/>
                </a:cubicBezTo>
                <a:cubicBezTo>
                  <a:pt x="2245045" y="3892122"/>
                  <a:pt x="2223536" y="3895763"/>
                  <a:pt x="2211222" y="3899800"/>
                </a:cubicBezTo>
                <a:cubicBezTo>
                  <a:pt x="2198845" y="3903859"/>
                  <a:pt x="2184764" y="3903074"/>
                  <a:pt x="2179736" y="3898046"/>
                </a:cubicBezTo>
                <a:cubicBezTo>
                  <a:pt x="2174322" y="3892632"/>
                  <a:pt x="2154474" y="3892081"/>
                  <a:pt x="2130689" y="3896685"/>
                </a:cubicBezTo>
                <a:cubicBezTo>
                  <a:pt x="2077615" y="3906960"/>
                  <a:pt x="1894483" y="3905318"/>
                  <a:pt x="1828800" y="3893978"/>
                </a:cubicBezTo>
                <a:close/>
                <a:moveTo>
                  <a:pt x="914400" y="3882542"/>
                </a:moveTo>
                <a:lnTo>
                  <a:pt x="814387" y="3871912"/>
                </a:lnTo>
                <a:lnTo>
                  <a:pt x="807912" y="3767262"/>
                </a:lnTo>
                <a:cubicBezTo>
                  <a:pt x="804351" y="3709704"/>
                  <a:pt x="803303" y="3660746"/>
                  <a:pt x="805584" y="3658465"/>
                </a:cubicBezTo>
                <a:cubicBezTo>
                  <a:pt x="807864" y="3656185"/>
                  <a:pt x="842924" y="3659372"/>
                  <a:pt x="883496" y="3665547"/>
                </a:cubicBezTo>
                <a:cubicBezTo>
                  <a:pt x="924067" y="3671723"/>
                  <a:pt x="986805" y="3676747"/>
                  <a:pt x="1022913" y="3676712"/>
                </a:cubicBezTo>
                <a:lnTo>
                  <a:pt x="1088563" y="3676650"/>
                </a:lnTo>
                <a:lnTo>
                  <a:pt x="1082444" y="3735197"/>
                </a:lnTo>
                <a:cubicBezTo>
                  <a:pt x="1079078" y="3767398"/>
                  <a:pt x="1076325" y="3816690"/>
                  <a:pt x="1076325" y="3844734"/>
                </a:cubicBezTo>
                <a:lnTo>
                  <a:pt x="1076325" y="3895725"/>
                </a:lnTo>
                <a:lnTo>
                  <a:pt x="1045368" y="3894448"/>
                </a:lnTo>
                <a:cubicBezTo>
                  <a:pt x="1028342" y="3893746"/>
                  <a:pt x="969406" y="3888388"/>
                  <a:pt x="914400" y="3882542"/>
                </a:cubicBezTo>
                <a:close/>
                <a:moveTo>
                  <a:pt x="1150662" y="3861411"/>
                </a:moveTo>
                <a:cubicBezTo>
                  <a:pt x="1161117" y="3840993"/>
                  <a:pt x="1193691" y="3791448"/>
                  <a:pt x="1223049" y="3751310"/>
                </a:cubicBezTo>
                <a:cubicBezTo>
                  <a:pt x="1273533" y="3682292"/>
                  <a:pt x="1277847" y="3678793"/>
                  <a:pt x="1302583" y="3686792"/>
                </a:cubicBezTo>
                <a:cubicBezTo>
                  <a:pt x="1316968" y="3691443"/>
                  <a:pt x="1344810" y="3697688"/>
                  <a:pt x="1364456" y="3700669"/>
                </a:cubicBezTo>
                <a:cubicBezTo>
                  <a:pt x="1409018" y="3707429"/>
                  <a:pt x="1409014" y="3707470"/>
                  <a:pt x="1357212" y="3776475"/>
                </a:cubicBezTo>
                <a:cubicBezTo>
                  <a:pt x="1311982" y="3836724"/>
                  <a:pt x="1305762" y="3848117"/>
                  <a:pt x="1328320" y="3829396"/>
                </a:cubicBezTo>
                <a:cubicBezTo>
                  <a:pt x="1335948" y="3823065"/>
                  <a:pt x="1347122" y="3820932"/>
                  <a:pt x="1353149" y="3824658"/>
                </a:cubicBezTo>
                <a:cubicBezTo>
                  <a:pt x="1361117" y="3829582"/>
                  <a:pt x="1360581" y="3833666"/>
                  <a:pt x="1351185" y="3839619"/>
                </a:cubicBezTo>
                <a:cubicBezTo>
                  <a:pt x="1340644" y="3846299"/>
                  <a:pt x="1340895" y="3847862"/>
                  <a:pt x="1352550" y="3848100"/>
                </a:cubicBezTo>
                <a:cubicBezTo>
                  <a:pt x="1365250" y="3848359"/>
                  <a:pt x="1365250" y="3849417"/>
                  <a:pt x="1352550" y="3857625"/>
                </a:cubicBezTo>
                <a:cubicBezTo>
                  <a:pt x="1341103" y="3865022"/>
                  <a:pt x="1342996" y="3867193"/>
                  <a:pt x="1362075" y="3868544"/>
                </a:cubicBezTo>
                <a:cubicBezTo>
                  <a:pt x="1375171" y="3869471"/>
                  <a:pt x="1355883" y="3873355"/>
                  <a:pt x="1319212" y="3877175"/>
                </a:cubicBezTo>
                <a:cubicBezTo>
                  <a:pt x="1282541" y="3880996"/>
                  <a:pt x="1225338" y="3887364"/>
                  <a:pt x="1192095" y="3891328"/>
                </a:cubicBezTo>
                <a:lnTo>
                  <a:pt x="1131653" y="3898535"/>
                </a:lnTo>
                <a:lnTo>
                  <a:pt x="1150662" y="3861411"/>
                </a:lnTo>
                <a:close/>
                <a:moveTo>
                  <a:pt x="2609850" y="3880855"/>
                </a:moveTo>
                <a:cubicBezTo>
                  <a:pt x="2643828" y="3873400"/>
                  <a:pt x="2752725" y="3871685"/>
                  <a:pt x="2752725" y="3878604"/>
                </a:cubicBezTo>
                <a:cubicBezTo>
                  <a:pt x="2752725" y="3882782"/>
                  <a:pt x="2717363" y="3885702"/>
                  <a:pt x="2674143" y="3885095"/>
                </a:cubicBezTo>
                <a:cubicBezTo>
                  <a:pt x="2630924" y="3884487"/>
                  <a:pt x="2601991" y="3882579"/>
                  <a:pt x="2609850" y="3880855"/>
                </a:cubicBezTo>
                <a:close/>
                <a:moveTo>
                  <a:pt x="2482630" y="3846203"/>
                </a:moveTo>
                <a:cubicBezTo>
                  <a:pt x="2479401" y="3834149"/>
                  <a:pt x="2476701" y="3791069"/>
                  <a:pt x="2476630" y="3750468"/>
                </a:cubicBezTo>
                <a:lnTo>
                  <a:pt x="2476500" y="3676650"/>
                </a:lnTo>
                <a:lnTo>
                  <a:pt x="2550318" y="3677903"/>
                </a:lnTo>
                <a:cubicBezTo>
                  <a:pt x="2604263" y="3678820"/>
                  <a:pt x="2615162" y="3680851"/>
                  <a:pt x="2590800" y="3685447"/>
                </a:cubicBezTo>
                <a:lnTo>
                  <a:pt x="2557462" y="3691737"/>
                </a:lnTo>
                <a:lnTo>
                  <a:pt x="2588197" y="3696798"/>
                </a:lnTo>
                <a:cubicBezTo>
                  <a:pt x="2605101" y="3699582"/>
                  <a:pt x="2624389" y="3698397"/>
                  <a:pt x="2631059" y="3694163"/>
                </a:cubicBezTo>
                <a:cubicBezTo>
                  <a:pt x="2637729" y="3689930"/>
                  <a:pt x="2656046" y="3686784"/>
                  <a:pt x="2671762" y="3687172"/>
                </a:cubicBezTo>
                <a:cubicBezTo>
                  <a:pt x="2716507" y="3688277"/>
                  <a:pt x="2616217" y="3713913"/>
                  <a:pt x="2557462" y="3716389"/>
                </a:cubicBezTo>
                <a:cubicBezTo>
                  <a:pt x="2528855" y="3717595"/>
                  <a:pt x="2545972" y="3720521"/>
                  <a:pt x="2600325" y="3723716"/>
                </a:cubicBezTo>
                <a:cubicBezTo>
                  <a:pt x="2695501" y="3729313"/>
                  <a:pt x="2715480" y="3727182"/>
                  <a:pt x="2694210" y="3713705"/>
                </a:cubicBezTo>
                <a:cubicBezTo>
                  <a:pt x="2685657" y="3708285"/>
                  <a:pt x="2693367" y="3705467"/>
                  <a:pt x="2717006" y="3705370"/>
                </a:cubicBezTo>
                <a:cubicBezTo>
                  <a:pt x="2750150" y="3705235"/>
                  <a:pt x="2752725" y="3707227"/>
                  <a:pt x="2752725" y="3733006"/>
                </a:cubicBezTo>
                <a:cubicBezTo>
                  <a:pt x="2752725" y="3748285"/>
                  <a:pt x="2747367" y="3762949"/>
                  <a:pt x="2740818" y="3765591"/>
                </a:cubicBezTo>
                <a:cubicBezTo>
                  <a:pt x="2731293" y="3769435"/>
                  <a:pt x="2731293" y="3770546"/>
                  <a:pt x="2740818" y="3771148"/>
                </a:cubicBezTo>
                <a:cubicBezTo>
                  <a:pt x="2748408" y="3771627"/>
                  <a:pt x="2752725" y="3786956"/>
                  <a:pt x="2752725" y="3813426"/>
                </a:cubicBezTo>
                <a:lnTo>
                  <a:pt x="2752725" y="3854952"/>
                </a:lnTo>
                <a:lnTo>
                  <a:pt x="2650331" y="3854792"/>
                </a:lnTo>
                <a:cubicBezTo>
                  <a:pt x="2594014" y="3854705"/>
                  <a:pt x="2534564" y="3857667"/>
                  <a:pt x="2518218" y="3861376"/>
                </a:cubicBezTo>
                <a:cubicBezTo>
                  <a:pt x="2492459" y="3867221"/>
                  <a:pt x="2487718" y="3865200"/>
                  <a:pt x="2482630" y="3846203"/>
                </a:cubicBezTo>
                <a:close/>
                <a:moveTo>
                  <a:pt x="1407476" y="3540904"/>
                </a:moveTo>
                <a:cubicBezTo>
                  <a:pt x="1426472" y="3520683"/>
                  <a:pt x="1428750" y="3508369"/>
                  <a:pt x="1428750" y="3425874"/>
                </a:cubicBezTo>
                <a:lnTo>
                  <a:pt x="1428750" y="3333489"/>
                </a:lnTo>
                <a:lnTo>
                  <a:pt x="1578768" y="3334200"/>
                </a:lnTo>
                <a:cubicBezTo>
                  <a:pt x="1661279" y="3334591"/>
                  <a:pt x="1767795" y="3331939"/>
                  <a:pt x="1815471" y="3328308"/>
                </a:cubicBezTo>
                <a:cubicBezTo>
                  <a:pt x="1911828" y="3320969"/>
                  <a:pt x="1933575" y="3332781"/>
                  <a:pt x="1933575" y="3392457"/>
                </a:cubicBezTo>
                <a:cubicBezTo>
                  <a:pt x="1933575" y="3419721"/>
                  <a:pt x="1953473" y="3440742"/>
                  <a:pt x="1960194" y="3420579"/>
                </a:cubicBezTo>
                <a:cubicBezTo>
                  <a:pt x="1963072" y="3411945"/>
                  <a:pt x="1968793" y="3413009"/>
                  <a:pt x="1981545" y="3424550"/>
                </a:cubicBezTo>
                <a:cubicBezTo>
                  <a:pt x="1991126" y="3433220"/>
                  <a:pt x="1996819" y="3445907"/>
                  <a:pt x="1994195" y="3452743"/>
                </a:cubicBezTo>
                <a:cubicBezTo>
                  <a:pt x="1991572" y="3459579"/>
                  <a:pt x="1994004" y="3468002"/>
                  <a:pt x="1999600" y="3471461"/>
                </a:cubicBezTo>
                <a:cubicBezTo>
                  <a:pt x="2005196" y="3474919"/>
                  <a:pt x="2009775" y="3472552"/>
                  <a:pt x="2009775" y="3466200"/>
                </a:cubicBezTo>
                <a:cubicBezTo>
                  <a:pt x="2009775" y="3459849"/>
                  <a:pt x="2024776" y="3470099"/>
                  <a:pt x="2043112" y="3488979"/>
                </a:cubicBezTo>
                <a:cubicBezTo>
                  <a:pt x="2083307" y="3530367"/>
                  <a:pt x="2084479" y="3537029"/>
                  <a:pt x="2050256" y="3529608"/>
                </a:cubicBezTo>
                <a:cubicBezTo>
                  <a:pt x="1992217" y="3517023"/>
                  <a:pt x="1981384" y="3516245"/>
                  <a:pt x="1976404" y="3524302"/>
                </a:cubicBezTo>
                <a:cubicBezTo>
                  <a:pt x="1973532" y="3528950"/>
                  <a:pt x="1912364" y="3530192"/>
                  <a:pt x="1839612" y="3527081"/>
                </a:cubicBezTo>
                <a:cubicBezTo>
                  <a:pt x="1736992" y="3522692"/>
                  <a:pt x="1693523" y="3524806"/>
                  <a:pt x="1642201" y="3536684"/>
                </a:cubicBezTo>
                <a:cubicBezTo>
                  <a:pt x="1606003" y="3545061"/>
                  <a:pt x="1533595" y="3554533"/>
                  <a:pt x="1481294" y="3557732"/>
                </a:cubicBezTo>
                <a:lnTo>
                  <a:pt x="1386202" y="3563549"/>
                </a:lnTo>
                <a:lnTo>
                  <a:pt x="1407476" y="3540904"/>
                </a:lnTo>
                <a:close/>
                <a:moveTo>
                  <a:pt x="800125" y="3443287"/>
                </a:moveTo>
                <a:lnTo>
                  <a:pt x="800099" y="3348037"/>
                </a:lnTo>
                <a:lnTo>
                  <a:pt x="883135" y="3350008"/>
                </a:lnTo>
                <a:cubicBezTo>
                  <a:pt x="928804" y="3351092"/>
                  <a:pt x="968452" y="3348306"/>
                  <a:pt x="971241" y="3343816"/>
                </a:cubicBezTo>
                <a:cubicBezTo>
                  <a:pt x="979000" y="3331327"/>
                  <a:pt x="1000915" y="3329483"/>
                  <a:pt x="1045368" y="3337577"/>
                </a:cubicBezTo>
                <a:lnTo>
                  <a:pt x="1085850" y="3344949"/>
                </a:lnTo>
                <a:lnTo>
                  <a:pt x="1085850" y="3441824"/>
                </a:lnTo>
                <a:lnTo>
                  <a:pt x="1085850" y="3538699"/>
                </a:lnTo>
                <a:lnTo>
                  <a:pt x="943000" y="3538618"/>
                </a:lnTo>
                <a:lnTo>
                  <a:pt x="800150" y="3538537"/>
                </a:lnTo>
                <a:lnTo>
                  <a:pt x="800125" y="3443287"/>
                </a:lnTo>
                <a:close/>
                <a:moveTo>
                  <a:pt x="2578893" y="3536187"/>
                </a:moveTo>
                <a:lnTo>
                  <a:pt x="2466975" y="3533170"/>
                </a:lnTo>
                <a:lnTo>
                  <a:pt x="2466975" y="3439977"/>
                </a:lnTo>
                <a:lnTo>
                  <a:pt x="2466975" y="3346784"/>
                </a:lnTo>
                <a:lnTo>
                  <a:pt x="2588418" y="3335457"/>
                </a:lnTo>
                <a:cubicBezTo>
                  <a:pt x="2773382" y="3318206"/>
                  <a:pt x="2752725" y="3305846"/>
                  <a:pt x="2752725" y="3433762"/>
                </a:cubicBezTo>
                <a:lnTo>
                  <a:pt x="2752725" y="3543300"/>
                </a:lnTo>
                <a:lnTo>
                  <a:pt x="2721768" y="3541251"/>
                </a:lnTo>
                <a:cubicBezTo>
                  <a:pt x="2704742" y="3540125"/>
                  <a:pt x="2640449" y="3537846"/>
                  <a:pt x="2578893" y="3536187"/>
                </a:cubicBezTo>
                <a:close/>
                <a:moveTo>
                  <a:pt x="928687" y="3333750"/>
                </a:moveTo>
                <a:cubicBezTo>
                  <a:pt x="931925" y="3328511"/>
                  <a:pt x="941003" y="3324225"/>
                  <a:pt x="948861" y="3324225"/>
                </a:cubicBezTo>
                <a:cubicBezTo>
                  <a:pt x="956719" y="3324225"/>
                  <a:pt x="960500" y="3328511"/>
                  <a:pt x="957262" y="3333750"/>
                </a:cubicBezTo>
                <a:cubicBezTo>
                  <a:pt x="954024" y="3338988"/>
                  <a:pt x="944946" y="3343275"/>
                  <a:pt x="937088" y="3343275"/>
                </a:cubicBezTo>
                <a:cubicBezTo>
                  <a:pt x="929230" y="3343275"/>
                  <a:pt x="925449" y="3338988"/>
                  <a:pt x="928687" y="3333750"/>
                </a:cubicBezTo>
                <a:close/>
                <a:moveTo>
                  <a:pt x="809471" y="3201987"/>
                </a:moveTo>
                <a:cubicBezTo>
                  <a:pt x="804182" y="3200195"/>
                  <a:pt x="800100" y="3158290"/>
                  <a:pt x="800100" y="3105807"/>
                </a:cubicBezTo>
                <a:lnTo>
                  <a:pt x="800100" y="3012803"/>
                </a:lnTo>
                <a:lnTo>
                  <a:pt x="916781" y="3005895"/>
                </a:lnTo>
                <a:cubicBezTo>
                  <a:pt x="980955" y="3002096"/>
                  <a:pt x="1044178" y="2998228"/>
                  <a:pt x="1057275" y="2997300"/>
                </a:cubicBezTo>
                <a:lnTo>
                  <a:pt x="1081087" y="2995612"/>
                </a:lnTo>
                <a:lnTo>
                  <a:pt x="1083785" y="3097500"/>
                </a:lnTo>
                <a:lnTo>
                  <a:pt x="1086484" y="3199388"/>
                </a:lnTo>
                <a:lnTo>
                  <a:pt x="952663" y="3202275"/>
                </a:lnTo>
                <a:cubicBezTo>
                  <a:pt x="879061" y="3203863"/>
                  <a:pt x="814625" y="3203733"/>
                  <a:pt x="809471" y="3201987"/>
                </a:cubicBezTo>
                <a:close/>
                <a:moveTo>
                  <a:pt x="1433763" y="3191280"/>
                </a:moveTo>
                <a:cubicBezTo>
                  <a:pt x="1429852" y="3184952"/>
                  <a:pt x="1444243" y="3181053"/>
                  <a:pt x="1473431" y="3180531"/>
                </a:cubicBezTo>
                <a:cubicBezTo>
                  <a:pt x="1498624" y="3180081"/>
                  <a:pt x="1533275" y="3178687"/>
                  <a:pt x="1550434" y="3177433"/>
                </a:cubicBezTo>
                <a:cubicBezTo>
                  <a:pt x="1567592" y="3176179"/>
                  <a:pt x="1578307" y="3178458"/>
                  <a:pt x="1574246" y="3182496"/>
                </a:cubicBezTo>
                <a:cubicBezTo>
                  <a:pt x="1561907" y="3194766"/>
                  <a:pt x="1440604" y="3202350"/>
                  <a:pt x="1433763" y="3191280"/>
                </a:cubicBezTo>
                <a:close/>
                <a:moveTo>
                  <a:pt x="2466975" y="3087532"/>
                </a:moveTo>
                <a:lnTo>
                  <a:pt x="2466975" y="2974664"/>
                </a:lnTo>
                <a:lnTo>
                  <a:pt x="2569368" y="2968562"/>
                </a:lnTo>
                <a:cubicBezTo>
                  <a:pt x="2625685" y="2965206"/>
                  <a:pt x="2687259" y="2965029"/>
                  <a:pt x="2706200" y="2968168"/>
                </a:cubicBezTo>
                <a:lnTo>
                  <a:pt x="2740639" y="2973876"/>
                </a:lnTo>
                <a:lnTo>
                  <a:pt x="2746614" y="3037132"/>
                </a:lnTo>
                <a:cubicBezTo>
                  <a:pt x="2749900" y="3071922"/>
                  <a:pt x="2752620" y="3118618"/>
                  <a:pt x="2752657" y="3140900"/>
                </a:cubicBezTo>
                <a:lnTo>
                  <a:pt x="2752725" y="3181413"/>
                </a:lnTo>
                <a:lnTo>
                  <a:pt x="2683668" y="3180725"/>
                </a:lnTo>
                <a:cubicBezTo>
                  <a:pt x="2645687" y="3180347"/>
                  <a:pt x="2584608" y="3184534"/>
                  <a:pt x="2547937" y="3190030"/>
                </a:cubicBezTo>
                <a:cubicBezTo>
                  <a:pt x="2511266" y="3195526"/>
                  <a:pt x="2478047" y="3200107"/>
                  <a:pt x="2474118" y="3200211"/>
                </a:cubicBezTo>
                <a:cubicBezTo>
                  <a:pt x="2470189" y="3200315"/>
                  <a:pt x="2466975" y="3149609"/>
                  <a:pt x="2466975" y="3087532"/>
                </a:cubicBezTo>
                <a:close/>
                <a:moveTo>
                  <a:pt x="1422920" y="3158190"/>
                </a:moveTo>
                <a:cubicBezTo>
                  <a:pt x="1420390" y="3151598"/>
                  <a:pt x="1421738" y="3108035"/>
                  <a:pt x="1425916" y="3061383"/>
                </a:cubicBezTo>
                <a:lnTo>
                  <a:pt x="1433512" y="2976562"/>
                </a:lnTo>
                <a:lnTo>
                  <a:pt x="1481137" y="2970199"/>
                </a:lnTo>
                <a:cubicBezTo>
                  <a:pt x="1557886" y="2959945"/>
                  <a:pt x="1981200" y="2948986"/>
                  <a:pt x="1981200" y="2957253"/>
                </a:cubicBezTo>
                <a:cubicBezTo>
                  <a:pt x="1981200" y="2961405"/>
                  <a:pt x="1971971" y="2972806"/>
                  <a:pt x="1960692" y="2982589"/>
                </a:cubicBezTo>
                <a:lnTo>
                  <a:pt x="1940185" y="3000375"/>
                </a:lnTo>
                <a:lnTo>
                  <a:pt x="1972598" y="2999270"/>
                </a:lnTo>
                <a:cubicBezTo>
                  <a:pt x="1990426" y="2998662"/>
                  <a:pt x="1997459" y="2996194"/>
                  <a:pt x="1988227" y="2993786"/>
                </a:cubicBezTo>
                <a:cubicBezTo>
                  <a:pt x="1960187" y="2986472"/>
                  <a:pt x="1980037" y="2971778"/>
                  <a:pt x="2017480" y="2972131"/>
                </a:cubicBezTo>
                <a:lnTo>
                  <a:pt x="2052637" y="2972463"/>
                </a:lnTo>
                <a:lnTo>
                  <a:pt x="1992852" y="3029281"/>
                </a:lnTo>
                <a:cubicBezTo>
                  <a:pt x="1959971" y="3060531"/>
                  <a:pt x="1935567" y="3086100"/>
                  <a:pt x="1938622" y="3086100"/>
                </a:cubicBezTo>
                <a:cubicBezTo>
                  <a:pt x="1952542" y="3086100"/>
                  <a:pt x="1906990" y="3146455"/>
                  <a:pt x="1884041" y="3158417"/>
                </a:cubicBezTo>
                <a:cubicBezTo>
                  <a:pt x="1854417" y="3173860"/>
                  <a:pt x="1844521" y="3175391"/>
                  <a:pt x="1851942" y="3163384"/>
                </a:cubicBezTo>
                <a:cubicBezTo>
                  <a:pt x="1865972" y="3140683"/>
                  <a:pt x="1703243" y="3141973"/>
                  <a:pt x="1463853" y="3166460"/>
                </a:cubicBezTo>
                <a:cubicBezTo>
                  <a:pt x="1440490" y="3168850"/>
                  <a:pt x="1425877" y="3165898"/>
                  <a:pt x="1422920" y="3158190"/>
                </a:cubicBezTo>
                <a:close/>
                <a:moveTo>
                  <a:pt x="1896247" y="3109090"/>
                </a:moveTo>
                <a:cubicBezTo>
                  <a:pt x="1898442" y="3111280"/>
                  <a:pt x="1900855" y="3102717"/>
                  <a:pt x="1901611" y="3090061"/>
                </a:cubicBezTo>
                <a:cubicBezTo>
                  <a:pt x="1902471" y="3075655"/>
                  <a:pt x="1897808" y="3067050"/>
                  <a:pt x="1889142" y="3067050"/>
                </a:cubicBezTo>
                <a:cubicBezTo>
                  <a:pt x="1881529" y="3067050"/>
                  <a:pt x="1878066" y="3071524"/>
                  <a:pt x="1881446" y="3076993"/>
                </a:cubicBezTo>
                <a:cubicBezTo>
                  <a:pt x="1884826" y="3082463"/>
                  <a:pt x="1880129" y="3098536"/>
                  <a:pt x="1871009" y="3112712"/>
                </a:cubicBezTo>
                <a:cubicBezTo>
                  <a:pt x="1854602" y="3138213"/>
                  <a:pt x="1854627" y="3138310"/>
                  <a:pt x="1873342" y="3121797"/>
                </a:cubicBezTo>
                <a:cubicBezTo>
                  <a:pt x="1883746" y="3112618"/>
                  <a:pt x="1894053" y="3106900"/>
                  <a:pt x="1896247" y="3109090"/>
                </a:cubicBezTo>
                <a:close/>
                <a:moveTo>
                  <a:pt x="809692" y="2807493"/>
                </a:moveTo>
                <a:cubicBezTo>
                  <a:pt x="809729" y="2779990"/>
                  <a:pt x="812399" y="2729626"/>
                  <a:pt x="815626" y="2695575"/>
                </a:cubicBezTo>
                <a:lnTo>
                  <a:pt x="821491" y="2633662"/>
                </a:lnTo>
                <a:lnTo>
                  <a:pt x="942904" y="2630844"/>
                </a:lnTo>
                <a:lnTo>
                  <a:pt x="1064316" y="2628025"/>
                </a:lnTo>
                <a:lnTo>
                  <a:pt x="1069027" y="2735619"/>
                </a:lnTo>
                <a:cubicBezTo>
                  <a:pt x="1071619" y="2794795"/>
                  <a:pt x="1071924" y="2846427"/>
                  <a:pt x="1069707" y="2850356"/>
                </a:cubicBezTo>
                <a:cubicBezTo>
                  <a:pt x="1067489" y="2854285"/>
                  <a:pt x="1008064" y="2857500"/>
                  <a:pt x="937650" y="2857500"/>
                </a:cubicBezTo>
                <a:lnTo>
                  <a:pt x="809625" y="2857500"/>
                </a:lnTo>
                <a:lnTo>
                  <a:pt x="809692" y="2807493"/>
                </a:lnTo>
                <a:close/>
                <a:moveTo>
                  <a:pt x="1329636" y="2831227"/>
                </a:moveTo>
                <a:cubicBezTo>
                  <a:pt x="1314414" y="2829107"/>
                  <a:pt x="1293992" y="2818078"/>
                  <a:pt x="1284255" y="2806718"/>
                </a:cubicBezTo>
                <a:cubicBezTo>
                  <a:pt x="1252539" y="2769716"/>
                  <a:pt x="1162050" y="2640499"/>
                  <a:pt x="1162050" y="2632212"/>
                </a:cubicBezTo>
                <a:cubicBezTo>
                  <a:pt x="1162050" y="2619870"/>
                  <a:pt x="1206413" y="2620603"/>
                  <a:pt x="1292612" y="2634368"/>
                </a:cubicBezTo>
                <a:cubicBezTo>
                  <a:pt x="1341222" y="2642131"/>
                  <a:pt x="1381508" y="2643778"/>
                  <a:pt x="1399137" y="2638722"/>
                </a:cubicBezTo>
                <a:cubicBezTo>
                  <a:pt x="1431129" y="2629547"/>
                  <a:pt x="1545115" y="2637126"/>
                  <a:pt x="1552886" y="2648945"/>
                </a:cubicBezTo>
                <a:cubicBezTo>
                  <a:pt x="1564411" y="2666476"/>
                  <a:pt x="2101878" y="2658732"/>
                  <a:pt x="2235993" y="2639102"/>
                </a:cubicBezTo>
                <a:cubicBezTo>
                  <a:pt x="2263497" y="2635077"/>
                  <a:pt x="2286000" y="2635140"/>
                  <a:pt x="2286000" y="2639242"/>
                </a:cubicBezTo>
                <a:cubicBezTo>
                  <a:pt x="2286000" y="2649509"/>
                  <a:pt x="2180318" y="2780609"/>
                  <a:pt x="2148449" y="2809875"/>
                </a:cubicBezTo>
                <a:cubicBezTo>
                  <a:pt x="2117832" y="2837991"/>
                  <a:pt x="2056690" y="2840001"/>
                  <a:pt x="1838325" y="2820069"/>
                </a:cubicBezTo>
                <a:cubicBezTo>
                  <a:pt x="1744715" y="2811524"/>
                  <a:pt x="1695487" y="2811083"/>
                  <a:pt x="1657350" y="2818445"/>
                </a:cubicBezTo>
                <a:cubicBezTo>
                  <a:pt x="1602386" y="2829056"/>
                  <a:pt x="1377133" y="2837842"/>
                  <a:pt x="1329636" y="2831227"/>
                </a:cubicBezTo>
                <a:close/>
                <a:moveTo>
                  <a:pt x="2600325" y="2822521"/>
                </a:moveTo>
                <a:cubicBezTo>
                  <a:pt x="2576750" y="2820830"/>
                  <a:pt x="2539094" y="2817007"/>
                  <a:pt x="2516643" y="2814026"/>
                </a:cubicBezTo>
                <a:lnTo>
                  <a:pt x="2475825" y="2808606"/>
                </a:lnTo>
                <a:lnTo>
                  <a:pt x="2478543" y="2716372"/>
                </a:lnTo>
                <a:lnTo>
                  <a:pt x="2481262" y="2624137"/>
                </a:lnTo>
                <a:lnTo>
                  <a:pt x="2509837" y="2625859"/>
                </a:lnTo>
                <a:cubicBezTo>
                  <a:pt x="2525553" y="2626805"/>
                  <a:pt x="2582346" y="2628009"/>
                  <a:pt x="2636043" y="2628532"/>
                </a:cubicBezTo>
                <a:lnTo>
                  <a:pt x="2733675" y="2629485"/>
                </a:lnTo>
                <a:lnTo>
                  <a:pt x="2733675" y="2729205"/>
                </a:lnTo>
                <a:lnTo>
                  <a:pt x="2733675" y="2828925"/>
                </a:lnTo>
                <a:lnTo>
                  <a:pt x="2688431" y="2827260"/>
                </a:lnTo>
                <a:cubicBezTo>
                  <a:pt x="2663547" y="2826345"/>
                  <a:pt x="2623899" y="2824213"/>
                  <a:pt x="2600325" y="2822521"/>
                </a:cubicBezTo>
                <a:close/>
                <a:moveTo>
                  <a:pt x="983637" y="2612774"/>
                </a:moveTo>
                <a:cubicBezTo>
                  <a:pt x="992905" y="2610359"/>
                  <a:pt x="1005763" y="2610518"/>
                  <a:pt x="1012212" y="2613127"/>
                </a:cubicBezTo>
                <a:cubicBezTo>
                  <a:pt x="1018661" y="2615736"/>
                  <a:pt x="1011078" y="2617712"/>
                  <a:pt x="995362" y="2617518"/>
                </a:cubicBezTo>
                <a:cubicBezTo>
                  <a:pt x="979646" y="2617323"/>
                  <a:pt x="974370" y="2615189"/>
                  <a:pt x="983637" y="2612774"/>
                </a:cubicBezTo>
                <a:close/>
                <a:moveTo>
                  <a:pt x="859631" y="2603284"/>
                </a:moveTo>
                <a:cubicBezTo>
                  <a:pt x="868799" y="2600888"/>
                  <a:pt x="883800" y="2600888"/>
                  <a:pt x="892968" y="2603284"/>
                </a:cubicBezTo>
                <a:cubicBezTo>
                  <a:pt x="902136" y="2605679"/>
                  <a:pt x="894635" y="2607640"/>
                  <a:pt x="876300" y="2607640"/>
                </a:cubicBezTo>
                <a:cubicBezTo>
                  <a:pt x="857964" y="2607640"/>
                  <a:pt x="850463" y="2605679"/>
                  <a:pt x="859631" y="2603284"/>
                </a:cubicBezTo>
                <a:close/>
                <a:moveTo>
                  <a:pt x="823955" y="2505145"/>
                </a:moveTo>
                <a:cubicBezTo>
                  <a:pt x="821205" y="2500695"/>
                  <a:pt x="821769" y="2454117"/>
                  <a:pt x="825208" y="2401637"/>
                </a:cubicBezTo>
                <a:lnTo>
                  <a:pt x="831461" y="2306220"/>
                </a:lnTo>
                <a:lnTo>
                  <a:pt x="932462" y="2303254"/>
                </a:lnTo>
                <a:cubicBezTo>
                  <a:pt x="988012" y="2301622"/>
                  <a:pt x="1035605" y="2302931"/>
                  <a:pt x="1038225" y="2306163"/>
                </a:cubicBezTo>
                <a:cubicBezTo>
                  <a:pt x="1043052" y="2312119"/>
                  <a:pt x="1465874" y="2309503"/>
                  <a:pt x="1836143" y="2301226"/>
                </a:cubicBezTo>
                <a:cubicBezTo>
                  <a:pt x="1961141" y="2298432"/>
                  <a:pt x="2036633" y="2300121"/>
                  <a:pt x="2033225" y="2305636"/>
                </a:cubicBezTo>
                <a:cubicBezTo>
                  <a:pt x="2025413" y="2318276"/>
                  <a:pt x="2041875" y="2316764"/>
                  <a:pt x="2055003" y="2303636"/>
                </a:cubicBezTo>
                <a:cubicBezTo>
                  <a:pt x="2068531" y="2290108"/>
                  <a:pt x="2190033" y="2290998"/>
                  <a:pt x="2203761" y="2304726"/>
                </a:cubicBezTo>
                <a:cubicBezTo>
                  <a:pt x="2209178" y="2310143"/>
                  <a:pt x="2223639" y="2314575"/>
                  <a:pt x="2235896" y="2314575"/>
                </a:cubicBezTo>
                <a:cubicBezTo>
                  <a:pt x="2306398" y="2314575"/>
                  <a:pt x="2405906" y="2408269"/>
                  <a:pt x="2388898" y="2458639"/>
                </a:cubicBezTo>
                <a:lnTo>
                  <a:pt x="2380457" y="2483641"/>
                </a:lnTo>
                <a:lnTo>
                  <a:pt x="2154634" y="2490776"/>
                </a:lnTo>
                <a:cubicBezTo>
                  <a:pt x="1848099" y="2500460"/>
                  <a:pt x="1680800" y="2500697"/>
                  <a:pt x="1500187" y="2491703"/>
                </a:cubicBezTo>
                <a:cubicBezTo>
                  <a:pt x="1416367" y="2487529"/>
                  <a:pt x="1288498" y="2483461"/>
                  <a:pt x="1216033" y="2482663"/>
                </a:cubicBezTo>
                <a:cubicBezTo>
                  <a:pt x="1086062" y="2481233"/>
                  <a:pt x="1084102" y="2480891"/>
                  <a:pt x="1071115" y="2457425"/>
                </a:cubicBezTo>
                <a:lnTo>
                  <a:pt x="1057950" y="2433637"/>
                </a:lnTo>
                <a:lnTo>
                  <a:pt x="1057612" y="2464010"/>
                </a:lnTo>
                <a:cubicBezTo>
                  <a:pt x="1057295" y="2492519"/>
                  <a:pt x="1054791" y="2494696"/>
                  <a:pt x="1016793" y="2499502"/>
                </a:cubicBezTo>
                <a:cubicBezTo>
                  <a:pt x="934587" y="2509900"/>
                  <a:pt x="828807" y="2512995"/>
                  <a:pt x="823955" y="2505145"/>
                </a:cubicBezTo>
                <a:close/>
                <a:moveTo>
                  <a:pt x="2488443" y="2488430"/>
                </a:moveTo>
                <a:cubicBezTo>
                  <a:pt x="2484493" y="2487133"/>
                  <a:pt x="2483405" y="2444271"/>
                  <a:pt x="2486025" y="2393180"/>
                </a:cubicBezTo>
                <a:cubicBezTo>
                  <a:pt x="2491484" y="2286701"/>
                  <a:pt x="2474390" y="2297676"/>
                  <a:pt x="2617113" y="2309013"/>
                </a:cubicBezTo>
                <a:cubicBezTo>
                  <a:pt x="2729917" y="2317973"/>
                  <a:pt x="2724150" y="2312482"/>
                  <a:pt x="2724150" y="2410925"/>
                </a:cubicBezTo>
                <a:lnTo>
                  <a:pt x="2724150" y="2495712"/>
                </a:lnTo>
                <a:lnTo>
                  <a:pt x="2609886" y="2493250"/>
                </a:lnTo>
                <a:cubicBezTo>
                  <a:pt x="2547042" y="2491895"/>
                  <a:pt x="2492392" y="2489726"/>
                  <a:pt x="2488443" y="2488430"/>
                </a:cubicBezTo>
                <a:close/>
                <a:moveTo>
                  <a:pt x="1936137" y="2336902"/>
                </a:moveTo>
                <a:cubicBezTo>
                  <a:pt x="1929688" y="2334293"/>
                  <a:pt x="1916830" y="2334134"/>
                  <a:pt x="1907562" y="2336549"/>
                </a:cubicBezTo>
                <a:cubicBezTo>
                  <a:pt x="1898295" y="2338964"/>
                  <a:pt x="1903571" y="2341098"/>
                  <a:pt x="1919287" y="2341293"/>
                </a:cubicBezTo>
                <a:cubicBezTo>
                  <a:pt x="1935003" y="2341487"/>
                  <a:pt x="1942586" y="2339511"/>
                  <a:pt x="1936137" y="2336902"/>
                </a:cubicBezTo>
                <a:close/>
                <a:moveTo>
                  <a:pt x="1425588" y="2163220"/>
                </a:moveTo>
                <a:cubicBezTo>
                  <a:pt x="1415991" y="2159587"/>
                  <a:pt x="1331338" y="2157317"/>
                  <a:pt x="1237469" y="2158175"/>
                </a:cubicBezTo>
                <a:cubicBezTo>
                  <a:pt x="1143601" y="2159032"/>
                  <a:pt x="1066800" y="2158634"/>
                  <a:pt x="1066800" y="2157288"/>
                </a:cubicBezTo>
                <a:cubicBezTo>
                  <a:pt x="1066800" y="2155943"/>
                  <a:pt x="1089302" y="2147720"/>
                  <a:pt x="1116806" y="2139015"/>
                </a:cubicBezTo>
                <a:cubicBezTo>
                  <a:pt x="1144309" y="2130310"/>
                  <a:pt x="1173241" y="2120476"/>
                  <a:pt x="1181100" y="2117161"/>
                </a:cubicBezTo>
                <a:cubicBezTo>
                  <a:pt x="1206548" y="2106426"/>
                  <a:pt x="1328146" y="2094320"/>
                  <a:pt x="1407318" y="2094641"/>
                </a:cubicBezTo>
                <a:cubicBezTo>
                  <a:pt x="1441470" y="2094779"/>
                  <a:pt x="1447800" y="2091833"/>
                  <a:pt x="1447800" y="2075803"/>
                </a:cubicBezTo>
                <a:cubicBezTo>
                  <a:pt x="1447800" y="2065352"/>
                  <a:pt x="1454229" y="2054334"/>
                  <a:pt x="1462087" y="2051319"/>
                </a:cubicBezTo>
                <a:cubicBezTo>
                  <a:pt x="1469945" y="2048304"/>
                  <a:pt x="1476375" y="2036115"/>
                  <a:pt x="1476375" y="2024234"/>
                </a:cubicBezTo>
                <a:cubicBezTo>
                  <a:pt x="1476375" y="1954237"/>
                  <a:pt x="1484854" y="1943100"/>
                  <a:pt x="1538148" y="1943100"/>
                </a:cubicBezTo>
                <a:cubicBezTo>
                  <a:pt x="1565575" y="1943100"/>
                  <a:pt x="1607311" y="1945744"/>
                  <a:pt x="1630893" y="1948977"/>
                </a:cubicBezTo>
                <a:lnTo>
                  <a:pt x="1673771" y="1954854"/>
                </a:lnTo>
                <a:lnTo>
                  <a:pt x="1675631" y="2032001"/>
                </a:lnTo>
                <a:cubicBezTo>
                  <a:pt x="1677804" y="2122181"/>
                  <a:pt x="1682120" y="2129438"/>
                  <a:pt x="1738619" y="2137910"/>
                </a:cubicBezTo>
                <a:cubicBezTo>
                  <a:pt x="1762024" y="2141420"/>
                  <a:pt x="1781170" y="2149387"/>
                  <a:pt x="1781165" y="2155614"/>
                </a:cubicBezTo>
                <a:cubicBezTo>
                  <a:pt x="1781154" y="2168257"/>
                  <a:pt x="1457203" y="2175186"/>
                  <a:pt x="1425588" y="2163220"/>
                </a:cubicBezTo>
                <a:close/>
                <a:moveTo>
                  <a:pt x="2658223" y="2160573"/>
                </a:moveTo>
                <a:cubicBezTo>
                  <a:pt x="2640299" y="2155450"/>
                  <a:pt x="2594078" y="2152643"/>
                  <a:pt x="2555509" y="2154335"/>
                </a:cubicBezTo>
                <a:lnTo>
                  <a:pt x="2485385" y="2157412"/>
                </a:lnTo>
                <a:lnTo>
                  <a:pt x="2488086" y="2057400"/>
                </a:lnTo>
                <a:lnTo>
                  <a:pt x="2490787" y="1957387"/>
                </a:lnTo>
                <a:lnTo>
                  <a:pt x="2597920" y="1957387"/>
                </a:lnTo>
                <a:lnTo>
                  <a:pt x="2705053" y="1957387"/>
                </a:lnTo>
                <a:lnTo>
                  <a:pt x="2710366" y="1985962"/>
                </a:lnTo>
                <a:cubicBezTo>
                  <a:pt x="2718529" y="2029869"/>
                  <a:pt x="2711063" y="2165126"/>
                  <a:pt x="2700337" y="2167648"/>
                </a:cubicBezTo>
                <a:cubicBezTo>
                  <a:pt x="2695098" y="2168880"/>
                  <a:pt x="2676147" y="2165696"/>
                  <a:pt x="2658223" y="2160573"/>
                </a:cubicBezTo>
                <a:close/>
                <a:moveTo>
                  <a:pt x="862012" y="2155383"/>
                </a:moveTo>
                <a:cubicBezTo>
                  <a:pt x="828615" y="2147350"/>
                  <a:pt x="826162" y="2137075"/>
                  <a:pt x="833153" y="2034514"/>
                </a:cubicBezTo>
                <a:lnTo>
                  <a:pt x="840004" y="1933991"/>
                </a:lnTo>
                <a:lnTo>
                  <a:pt x="889108" y="1938603"/>
                </a:lnTo>
                <a:cubicBezTo>
                  <a:pt x="916115" y="1941140"/>
                  <a:pt x="960146" y="1945570"/>
                  <a:pt x="986954" y="1948448"/>
                </a:cubicBezTo>
                <a:lnTo>
                  <a:pt x="1035696" y="1953679"/>
                </a:lnTo>
                <a:lnTo>
                  <a:pt x="1041640" y="2003158"/>
                </a:lnTo>
                <a:cubicBezTo>
                  <a:pt x="1044909" y="2030372"/>
                  <a:pt x="1047621" y="2077283"/>
                  <a:pt x="1047667" y="2107406"/>
                </a:cubicBezTo>
                <a:lnTo>
                  <a:pt x="1047750" y="2162175"/>
                </a:lnTo>
                <a:lnTo>
                  <a:pt x="964406" y="2161070"/>
                </a:lnTo>
                <a:cubicBezTo>
                  <a:pt x="918567" y="2160462"/>
                  <a:pt x="872490" y="2157903"/>
                  <a:pt x="862012" y="2155383"/>
                </a:cubicBezTo>
                <a:close/>
                <a:moveTo>
                  <a:pt x="2555081" y="1807094"/>
                </a:moveTo>
                <a:lnTo>
                  <a:pt x="2495550" y="1797566"/>
                </a:lnTo>
                <a:lnTo>
                  <a:pt x="2495550" y="1723171"/>
                </a:lnTo>
                <a:lnTo>
                  <a:pt x="2495550" y="1648775"/>
                </a:lnTo>
                <a:lnTo>
                  <a:pt x="2550318" y="1645338"/>
                </a:lnTo>
                <a:lnTo>
                  <a:pt x="2605087" y="1641902"/>
                </a:lnTo>
                <a:lnTo>
                  <a:pt x="2550318" y="1640101"/>
                </a:lnTo>
                <a:cubicBezTo>
                  <a:pt x="2501779" y="1638504"/>
                  <a:pt x="2495550" y="1636047"/>
                  <a:pt x="2495550" y="1618493"/>
                </a:cubicBezTo>
                <a:cubicBezTo>
                  <a:pt x="2495550" y="1601855"/>
                  <a:pt x="2499741" y="1599597"/>
                  <a:pt x="2521743" y="1604378"/>
                </a:cubicBezTo>
                <a:cubicBezTo>
                  <a:pt x="2536150" y="1607509"/>
                  <a:pt x="2582535" y="1610780"/>
                  <a:pt x="2624821" y="1611648"/>
                </a:cubicBezTo>
                <a:lnTo>
                  <a:pt x="2701706" y="1613225"/>
                </a:lnTo>
                <a:lnTo>
                  <a:pt x="2703976" y="1716250"/>
                </a:lnTo>
                <a:lnTo>
                  <a:pt x="2706245" y="1819275"/>
                </a:lnTo>
                <a:lnTo>
                  <a:pt x="2660429" y="1817948"/>
                </a:lnTo>
                <a:cubicBezTo>
                  <a:pt x="2635230" y="1817219"/>
                  <a:pt x="2587823" y="1812335"/>
                  <a:pt x="2555081" y="1807094"/>
                </a:cubicBezTo>
                <a:close/>
                <a:moveTo>
                  <a:pt x="835758" y="1794608"/>
                </a:moveTo>
                <a:cubicBezTo>
                  <a:pt x="831862" y="1790712"/>
                  <a:pt x="828675" y="1780331"/>
                  <a:pt x="828675" y="1771538"/>
                </a:cubicBezTo>
                <a:cubicBezTo>
                  <a:pt x="828675" y="1762746"/>
                  <a:pt x="820102" y="1747794"/>
                  <a:pt x="809625" y="1738312"/>
                </a:cubicBezTo>
                <a:cubicBezTo>
                  <a:pt x="782807" y="1714042"/>
                  <a:pt x="784031" y="1656031"/>
                  <a:pt x="812006" y="1625488"/>
                </a:cubicBezTo>
                <a:cubicBezTo>
                  <a:pt x="831592" y="1604103"/>
                  <a:pt x="842581" y="1601621"/>
                  <a:pt x="939678" y="1596657"/>
                </a:cubicBezTo>
                <a:lnTo>
                  <a:pt x="1045919" y="1591225"/>
                </a:lnTo>
                <a:lnTo>
                  <a:pt x="1062385" y="1616354"/>
                </a:lnTo>
                <a:cubicBezTo>
                  <a:pt x="1085766" y="1652039"/>
                  <a:pt x="1084570" y="1703673"/>
                  <a:pt x="1059418" y="1744369"/>
                </a:cubicBezTo>
                <a:cubicBezTo>
                  <a:pt x="1039670" y="1776322"/>
                  <a:pt x="1034037" y="1779154"/>
                  <a:pt x="978676" y="1784969"/>
                </a:cubicBezTo>
                <a:cubicBezTo>
                  <a:pt x="945943" y="1788407"/>
                  <a:pt x="901990" y="1793576"/>
                  <a:pt x="881002" y="1796456"/>
                </a:cubicBezTo>
                <a:cubicBezTo>
                  <a:pt x="860014" y="1799335"/>
                  <a:pt x="839654" y="1798504"/>
                  <a:pt x="835758" y="1794608"/>
                </a:cubicBezTo>
                <a:close/>
                <a:moveTo>
                  <a:pt x="1530350" y="1793874"/>
                </a:moveTo>
                <a:cubicBezTo>
                  <a:pt x="1526857" y="1790382"/>
                  <a:pt x="1524000" y="1779448"/>
                  <a:pt x="1524000" y="1769576"/>
                </a:cubicBezTo>
                <a:cubicBezTo>
                  <a:pt x="1524000" y="1758331"/>
                  <a:pt x="1512438" y="1746795"/>
                  <a:pt x="1493043" y="1738688"/>
                </a:cubicBezTo>
                <a:cubicBezTo>
                  <a:pt x="1462105" y="1725756"/>
                  <a:pt x="1462087" y="1725708"/>
                  <a:pt x="1462087" y="1655830"/>
                </a:cubicBezTo>
                <a:lnTo>
                  <a:pt x="1462087" y="1585912"/>
                </a:lnTo>
                <a:lnTo>
                  <a:pt x="1566862" y="1585912"/>
                </a:lnTo>
                <a:lnTo>
                  <a:pt x="1671637" y="1585912"/>
                </a:lnTo>
                <a:lnTo>
                  <a:pt x="1674330" y="1693068"/>
                </a:lnTo>
                <a:lnTo>
                  <a:pt x="1677023" y="1800225"/>
                </a:lnTo>
                <a:lnTo>
                  <a:pt x="1606861" y="1800225"/>
                </a:lnTo>
                <a:cubicBezTo>
                  <a:pt x="1568272" y="1800225"/>
                  <a:pt x="1533842" y="1797367"/>
                  <a:pt x="1530350" y="1793874"/>
                </a:cubicBezTo>
                <a:close/>
                <a:moveTo>
                  <a:pt x="1509712" y="1486754"/>
                </a:moveTo>
                <a:cubicBezTo>
                  <a:pt x="1446818" y="1481456"/>
                  <a:pt x="1442875" y="1479742"/>
                  <a:pt x="1440177" y="1456540"/>
                </a:cubicBezTo>
                <a:lnTo>
                  <a:pt x="1437317" y="1431942"/>
                </a:lnTo>
                <a:lnTo>
                  <a:pt x="1262395" y="1419757"/>
                </a:lnTo>
                <a:cubicBezTo>
                  <a:pt x="1088504" y="1407644"/>
                  <a:pt x="1066800" y="1409079"/>
                  <a:pt x="1066800" y="1432689"/>
                </a:cubicBezTo>
                <a:cubicBezTo>
                  <a:pt x="1066800" y="1442131"/>
                  <a:pt x="1036675" y="1445263"/>
                  <a:pt x="938483" y="1446030"/>
                </a:cubicBezTo>
                <a:cubicBezTo>
                  <a:pt x="792862" y="1447167"/>
                  <a:pt x="781050" y="1441423"/>
                  <a:pt x="781050" y="1369480"/>
                </a:cubicBezTo>
                <a:cubicBezTo>
                  <a:pt x="781050" y="1349691"/>
                  <a:pt x="777092" y="1333500"/>
                  <a:pt x="772255" y="1333500"/>
                </a:cubicBezTo>
                <a:cubicBezTo>
                  <a:pt x="757116" y="1333500"/>
                  <a:pt x="707355" y="1286959"/>
                  <a:pt x="702453" y="1268215"/>
                </a:cubicBezTo>
                <a:cubicBezTo>
                  <a:pt x="697950" y="1250995"/>
                  <a:pt x="707148" y="1250442"/>
                  <a:pt x="949534" y="1253354"/>
                </a:cubicBezTo>
                <a:cubicBezTo>
                  <a:pt x="1088001" y="1255017"/>
                  <a:pt x="1208536" y="1258530"/>
                  <a:pt x="1217389" y="1261160"/>
                </a:cubicBezTo>
                <a:cubicBezTo>
                  <a:pt x="1226243" y="1263789"/>
                  <a:pt x="1287065" y="1272751"/>
                  <a:pt x="1352550" y="1281075"/>
                </a:cubicBezTo>
                <a:cubicBezTo>
                  <a:pt x="1496821" y="1299413"/>
                  <a:pt x="1497812" y="1299565"/>
                  <a:pt x="1509712" y="1305239"/>
                </a:cubicBezTo>
                <a:cubicBezTo>
                  <a:pt x="1514951" y="1307737"/>
                  <a:pt x="1549241" y="1307302"/>
                  <a:pt x="1585912" y="1304272"/>
                </a:cubicBezTo>
                <a:cubicBezTo>
                  <a:pt x="1622583" y="1301242"/>
                  <a:pt x="1641053" y="1298007"/>
                  <a:pt x="1626955" y="1297081"/>
                </a:cubicBezTo>
                <a:cubicBezTo>
                  <a:pt x="1571958" y="1293472"/>
                  <a:pt x="1590628" y="1276348"/>
                  <a:pt x="1649644" y="1276271"/>
                </a:cubicBezTo>
                <a:cubicBezTo>
                  <a:pt x="1682695" y="1276228"/>
                  <a:pt x="1746170" y="1272138"/>
                  <a:pt x="1790700" y="1267181"/>
                </a:cubicBezTo>
                <a:cubicBezTo>
                  <a:pt x="1978870" y="1246236"/>
                  <a:pt x="2588882" y="1235249"/>
                  <a:pt x="2697956" y="1250841"/>
                </a:cubicBezTo>
                <a:lnTo>
                  <a:pt x="2752725" y="1258670"/>
                </a:lnTo>
                <a:lnTo>
                  <a:pt x="2752725" y="1303491"/>
                </a:lnTo>
                <a:cubicBezTo>
                  <a:pt x="2752725" y="1329052"/>
                  <a:pt x="2746214" y="1357606"/>
                  <a:pt x="2737572" y="1369944"/>
                </a:cubicBezTo>
                <a:cubicBezTo>
                  <a:pt x="2723679" y="1389779"/>
                  <a:pt x="2723747" y="1394375"/>
                  <a:pt x="2738386" y="1425225"/>
                </a:cubicBezTo>
                <a:cubicBezTo>
                  <a:pt x="2747167" y="1443730"/>
                  <a:pt x="2751897" y="1461327"/>
                  <a:pt x="2748897" y="1464327"/>
                </a:cubicBezTo>
                <a:cubicBezTo>
                  <a:pt x="2740149" y="1473075"/>
                  <a:pt x="2457450" y="1445783"/>
                  <a:pt x="2457450" y="1436192"/>
                </a:cubicBezTo>
                <a:cubicBezTo>
                  <a:pt x="2457450" y="1431410"/>
                  <a:pt x="2461437" y="1420047"/>
                  <a:pt x="2466310" y="1410941"/>
                </a:cubicBezTo>
                <a:cubicBezTo>
                  <a:pt x="2488248" y="1369949"/>
                  <a:pt x="2467236" y="1366794"/>
                  <a:pt x="2317667" y="1388620"/>
                </a:cubicBezTo>
                <a:cubicBezTo>
                  <a:pt x="2155571" y="1412274"/>
                  <a:pt x="1958703" y="1428750"/>
                  <a:pt x="1838151" y="1428750"/>
                </a:cubicBezTo>
                <a:cubicBezTo>
                  <a:pt x="1735752" y="1428750"/>
                  <a:pt x="1695150" y="1435935"/>
                  <a:pt x="1701661" y="1452903"/>
                </a:cubicBezTo>
                <a:cubicBezTo>
                  <a:pt x="1714646" y="1486742"/>
                  <a:pt x="1648346" y="1498434"/>
                  <a:pt x="1509712" y="1486754"/>
                </a:cubicBezTo>
                <a:close/>
                <a:moveTo>
                  <a:pt x="1601063" y="1324710"/>
                </a:moveTo>
                <a:cubicBezTo>
                  <a:pt x="1593680" y="1320036"/>
                  <a:pt x="1581893" y="1318417"/>
                  <a:pt x="1574870" y="1321112"/>
                </a:cubicBezTo>
                <a:cubicBezTo>
                  <a:pt x="1554728" y="1328841"/>
                  <a:pt x="1559849" y="1333512"/>
                  <a:pt x="1588293" y="1333354"/>
                </a:cubicBezTo>
                <a:cubicBezTo>
                  <a:pt x="1607356" y="1333247"/>
                  <a:pt x="1610833" y="1330894"/>
                  <a:pt x="1601063" y="1324710"/>
                </a:cubicBezTo>
                <a:close/>
                <a:moveTo>
                  <a:pt x="1197939" y="1298119"/>
                </a:moveTo>
                <a:cubicBezTo>
                  <a:pt x="1183626" y="1295945"/>
                  <a:pt x="1157909" y="1295902"/>
                  <a:pt x="1140789" y="1298021"/>
                </a:cubicBezTo>
                <a:cubicBezTo>
                  <a:pt x="1123669" y="1300141"/>
                  <a:pt x="1135380" y="1301920"/>
                  <a:pt x="1166812" y="1301973"/>
                </a:cubicBezTo>
                <a:cubicBezTo>
                  <a:pt x="1198245" y="1302026"/>
                  <a:pt x="1212252" y="1300292"/>
                  <a:pt x="1197939" y="1298119"/>
                </a:cubicBezTo>
                <a:close/>
                <a:moveTo>
                  <a:pt x="1519237" y="1285875"/>
                </a:moveTo>
                <a:lnTo>
                  <a:pt x="1481137" y="1279053"/>
                </a:lnTo>
                <a:lnTo>
                  <a:pt x="1526381" y="1277701"/>
                </a:lnTo>
                <a:cubicBezTo>
                  <a:pt x="1551265" y="1276958"/>
                  <a:pt x="1571625" y="1280636"/>
                  <a:pt x="1571625" y="1285875"/>
                </a:cubicBezTo>
                <a:cubicBezTo>
                  <a:pt x="1571625" y="1291113"/>
                  <a:pt x="1568410" y="1294791"/>
                  <a:pt x="1564481" y="1294048"/>
                </a:cubicBezTo>
                <a:cubicBezTo>
                  <a:pt x="1560552" y="1293304"/>
                  <a:pt x="1540192" y="1289626"/>
                  <a:pt x="1519237" y="1285875"/>
                </a:cubicBezTo>
                <a:close/>
                <a:moveTo>
                  <a:pt x="563476" y="1084038"/>
                </a:moveTo>
                <a:cubicBezTo>
                  <a:pt x="558043" y="1066699"/>
                  <a:pt x="550724" y="1015411"/>
                  <a:pt x="547210" y="970066"/>
                </a:cubicBezTo>
                <a:cubicBezTo>
                  <a:pt x="541033" y="890352"/>
                  <a:pt x="541558" y="887226"/>
                  <a:pt x="563059" y="875719"/>
                </a:cubicBezTo>
                <a:cubicBezTo>
                  <a:pt x="589585" y="861523"/>
                  <a:pt x="1272415" y="870645"/>
                  <a:pt x="1388146" y="886741"/>
                </a:cubicBezTo>
                <a:cubicBezTo>
                  <a:pt x="1444425" y="894569"/>
                  <a:pt x="1460142" y="893893"/>
                  <a:pt x="1470854" y="883181"/>
                </a:cubicBezTo>
                <a:cubicBezTo>
                  <a:pt x="1481269" y="872766"/>
                  <a:pt x="1494896" y="871894"/>
                  <a:pt x="1534995" y="879078"/>
                </a:cubicBezTo>
                <a:cubicBezTo>
                  <a:pt x="1590691" y="889056"/>
                  <a:pt x="1931025" y="899900"/>
                  <a:pt x="2052637" y="895571"/>
                </a:cubicBezTo>
                <a:cubicBezTo>
                  <a:pt x="2221906" y="889546"/>
                  <a:pt x="2754270" y="892466"/>
                  <a:pt x="2846776" y="899927"/>
                </a:cubicBezTo>
                <a:lnTo>
                  <a:pt x="2945590" y="907896"/>
                </a:lnTo>
                <a:lnTo>
                  <a:pt x="2940910" y="966197"/>
                </a:lnTo>
                <a:cubicBezTo>
                  <a:pt x="2938336" y="998262"/>
                  <a:pt x="2927548" y="1041516"/>
                  <a:pt x="2916936" y="1062317"/>
                </a:cubicBezTo>
                <a:cubicBezTo>
                  <a:pt x="2897811" y="1099806"/>
                  <a:pt x="2897196" y="1100119"/>
                  <a:pt x="2846615" y="1098088"/>
                </a:cubicBezTo>
                <a:cubicBezTo>
                  <a:pt x="2644533" y="1089976"/>
                  <a:pt x="1954539" y="1089889"/>
                  <a:pt x="1938887" y="1097974"/>
                </a:cubicBezTo>
                <a:cubicBezTo>
                  <a:pt x="1919007" y="1108243"/>
                  <a:pt x="1902205" y="1108708"/>
                  <a:pt x="1619250" y="1106822"/>
                </a:cubicBezTo>
                <a:cubicBezTo>
                  <a:pt x="1517094" y="1106142"/>
                  <a:pt x="1347787" y="1105779"/>
                  <a:pt x="1243012" y="1106017"/>
                </a:cubicBezTo>
                <a:cubicBezTo>
                  <a:pt x="1138237" y="1106255"/>
                  <a:pt x="968930" y="1105403"/>
                  <a:pt x="866775" y="1104123"/>
                </a:cubicBezTo>
                <a:cubicBezTo>
                  <a:pt x="764619" y="1102844"/>
                  <a:pt x="656808" y="1104895"/>
                  <a:pt x="627195" y="1108680"/>
                </a:cubicBezTo>
                <a:lnTo>
                  <a:pt x="573353" y="1115564"/>
                </a:lnTo>
                <a:lnTo>
                  <a:pt x="563476" y="1084038"/>
                </a:lnTo>
                <a:close/>
                <a:moveTo>
                  <a:pt x="827605" y="767478"/>
                </a:moveTo>
                <a:cubicBezTo>
                  <a:pt x="824397" y="764161"/>
                  <a:pt x="771764" y="761368"/>
                  <a:pt x="710642" y="761270"/>
                </a:cubicBezTo>
                <a:cubicBezTo>
                  <a:pt x="641211" y="761158"/>
                  <a:pt x="601657" y="757620"/>
                  <a:pt x="605230" y="751839"/>
                </a:cubicBezTo>
                <a:cubicBezTo>
                  <a:pt x="623320" y="722568"/>
                  <a:pt x="785679" y="664058"/>
                  <a:pt x="942975" y="630124"/>
                </a:cubicBezTo>
                <a:cubicBezTo>
                  <a:pt x="1135220" y="588650"/>
                  <a:pt x="1593475" y="544178"/>
                  <a:pt x="1700212" y="556636"/>
                </a:cubicBezTo>
                <a:cubicBezTo>
                  <a:pt x="1764271" y="564113"/>
                  <a:pt x="1920854" y="574717"/>
                  <a:pt x="1962150" y="574374"/>
                </a:cubicBezTo>
                <a:cubicBezTo>
                  <a:pt x="2096084" y="573264"/>
                  <a:pt x="2197495" y="566636"/>
                  <a:pt x="2208449" y="558278"/>
                </a:cubicBezTo>
                <a:cubicBezTo>
                  <a:pt x="2217876" y="551084"/>
                  <a:pt x="2224621" y="552831"/>
                  <a:pt x="2233312" y="564715"/>
                </a:cubicBezTo>
                <a:cubicBezTo>
                  <a:pt x="2239871" y="573685"/>
                  <a:pt x="2251194" y="580959"/>
                  <a:pt x="2258475" y="580879"/>
                </a:cubicBezTo>
                <a:cubicBezTo>
                  <a:pt x="2269072" y="580762"/>
                  <a:pt x="2268863" y="578892"/>
                  <a:pt x="2257425" y="571500"/>
                </a:cubicBezTo>
                <a:cubicBezTo>
                  <a:pt x="2247412" y="565029"/>
                  <a:pt x="2260237" y="562598"/>
                  <a:pt x="2300287" y="563374"/>
                </a:cubicBezTo>
                <a:cubicBezTo>
                  <a:pt x="2348070" y="564301"/>
                  <a:pt x="2351973" y="565521"/>
                  <a:pt x="2324100" y="570821"/>
                </a:cubicBezTo>
                <a:cubicBezTo>
                  <a:pt x="2303648" y="574709"/>
                  <a:pt x="2329421" y="577319"/>
                  <a:pt x="2390775" y="577572"/>
                </a:cubicBezTo>
                <a:cubicBezTo>
                  <a:pt x="2538796" y="578182"/>
                  <a:pt x="2759527" y="624292"/>
                  <a:pt x="2849908" y="673484"/>
                </a:cubicBezTo>
                <a:cubicBezTo>
                  <a:pt x="2894908" y="697975"/>
                  <a:pt x="2931516" y="738779"/>
                  <a:pt x="2919383" y="750920"/>
                </a:cubicBezTo>
                <a:cubicBezTo>
                  <a:pt x="2915910" y="754394"/>
                  <a:pt x="2811370" y="758130"/>
                  <a:pt x="2687071" y="759222"/>
                </a:cubicBezTo>
                <a:cubicBezTo>
                  <a:pt x="2562772" y="760314"/>
                  <a:pt x="2453377" y="764160"/>
                  <a:pt x="2443971" y="767770"/>
                </a:cubicBezTo>
                <a:cubicBezTo>
                  <a:pt x="2407571" y="781737"/>
                  <a:pt x="2111510" y="756777"/>
                  <a:pt x="2135230" y="741740"/>
                </a:cubicBezTo>
                <a:cubicBezTo>
                  <a:pt x="2143253" y="736654"/>
                  <a:pt x="2133940" y="733908"/>
                  <a:pt x="2109787" y="734240"/>
                </a:cubicBezTo>
                <a:cubicBezTo>
                  <a:pt x="2079853" y="734651"/>
                  <a:pt x="2075770" y="736518"/>
                  <a:pt x="2090737" y="742950"/>
                </a:cubicBezTo>
                <a:cubicBezTo>
                  <a:pt x="2103452" y="748413"/>
                  <a:pt x="2082706" y="751358"/>
                  <a:pt x="2028348" y="751805"/>
                </a:cubicBezTo>
                <a:cubicBezTo>
                  <a:pt x="1981190" y="752193"/>
                  <a:pt x="1942524" y="748089"/>
                  <a:pt x="1936492" y="742057"/>
                </a:cubicBezTo>
                <a:cubicBezTo>
                  <a:pt x="1917207" y="722772"/>
                  <a:pt x="1666291" y="719948"/>
                  <a:pt x="1603143" y="738306"/>
                </a:cubicBezTo>
                <a:cubicBezTo>
                  <a:pt x="1559653" y="750949"/>
                  <a:pt x="1497303" y="755072"/>
                  <a:pt x="1309740" y="757707"/>
                </a:cubicBezTo>
                <a:cubicBezTo>
                  <a:pt x="1178742" y="759548"/>
                  <a:pt x="1017984" y="763856"/>
                  <a:pt x="952500" y="767281"/>
                </a:cubicBezTo>
                <a:cubicBezTo>
                  <a:pt x="887015" y="770705"/>
                  <a:pt x="830813" y="770794"/>
                  <a:pt x="827605" y="767478"/>
                </a:cubicBezTo>
                <a:close/>
              </a:path>
            </a:pathLst>
          </a:custGeom>
          <a:solidFill>
            <a:srgbClr val="F9C9DF">
              <a:alpha val="50000"/>
            </a:srgbClr>
          </a:solidFill>
          <a:ln>
            <a:noFill/>
          </a:ln>
        </p:spPr>
      </p:sp>
      <p:sp>
        <p:nvSpPr>
          <p:cNvPr id="7" name="TEXT: afternoon"/>
          <p:cNvSpPr/>
          <p:nvPr/>
        </p:nvSpPr>
        <p:spPr>
          <a:xfrm rot="180000">
            <a:off x="957262" y="1457325"/>
            <a:ext cx="4943475" cy="127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l">
              <a:lnSpc>
                <a:spcPts val="8418"/>
              </a:lnSpc>
            </a:pPr>
            <a:r>
              <a:rPr b="1" sz="6900">
                <a:solidFill>
                  <a:srgbClr val="34568C"/>
                </a:solidFill>
                <a:latin typeface="Montserrat"/>
              </a:rPr>
              <a:t>afternoon</a:t>
            </a:r>
          </a:p>
        </p:txBody>
      </p:sp>
      <p:sp>
        <p:nvSpPr>
          <p:cNvPr id="8" name="TEXT: [4pm]"/>
          <p:cNvSpPr/>
          <p:nvPr/>
        </p:nvSpPr>
        <p:spPr>
          <a:xfrm rot="21480000">
            <a:off x="6848475" y="12115800"/>
            <a:ext cx="2305050" cy="9144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[4pm]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4381500"/>
            <a:ext cx="6858000" cy="6858000"/>
          </a:xfrm>
          <a:prstGeom prst="rect">
            <a:avLst/>
          </a:prstGeom>
        </p:spPr>
      </p:pic>
      <p:sp>
        <p:nvSpPr>
          <p:cNvPr id="4" name="PHOTO: Night"/>
          <p:cNvSpPr/>
          <p:nvPr/>
        </p:nvSpPr>
        <p:spPr>
          <a:xfrm rot="0">
            <a:off x="2286000" y="4953000"/>
            <a:ext cx="5715000" cy="5715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night"/>
          <p:cNvSpPr txBox="1"/>
          <p:nvPr/>
        </p:nvSpPr>
        <p:spPr>
          <a:xfrm rot="120000">
            <a:off x="2157412" y="1257300"/>
            <a:ext cx="5972175" cy="2628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0" i="0">
                <a:solidFill>
                  <a:srgbClr val="F9C9DF"/>
                </a:solidFill>
                <a:latin typeface="DM Serif Display"/>
              </a:rPr>
              <a:t>night</a:t>
            </a:r>
          </a:p>
        </p:txBody>
      </p:sp>
      <p:pic>
        <p:nvPicPr>
          <p:cNvPr id="6" name="gold star" descr="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162300"/>
            <a:ext cx="1752600" cy="1676400"/>
          </a:xfrm>
          <a:prstGeom prst="rect">
            <a:avLst/>
          </a:prstGeom>
        </p:spPr>
      </p:pic>
      <p:pic>
        <p:nvPicPr>
          <p:cNvPr id="7" name="gold star" descr="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152900"/>
            <a:ext cx="1676400" cy="1600200"/>
          </a:xfrm>
          <a:prstGeom prst="rect">
            <a:avLst/>
          </a:prstGeom>
        </p:spPr>
      </p:pic>
      <p:pic>
        <p:nvPicPr>
          <p:cNvPr id="8" name="gold star" descr="0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150" y="10477500"/>
            <a:ext cx="1600200" cy="1524000"/>
          </a:xfrm>
          <a:prstGeom prst="rect">
            <a:avLst/>
          </a:prstGeom>
        </p:spPr>
      </p:pic>
      <p:pic>
        <p:nvPicPr>
          <p:cNvPr id="9" name="candle" descr="0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40000">
            <a:off x="466725" y="9129712"/>
            <a:ext cx="3257550" cy="4219575"/>
          </a:xfrm>
          <a:prstGeom prst="rect">
            <a:avLst/>
          </a:prstGeom>
        </p:spPr>
      </p:pic>
      <p:sp>
        <p:nvSpPr>
          <p:cNvPr id="10" name="candle pattern"/>
          <p:cNvSpPr/>
          <p:nvPr/>
        </p:nvSpPr>
        <p:spPr>
          <a:xfrm rot="240000">
            <a:off x="466725" y="9129712"/>
            <a:ext cx="3257550" cy="4219575"/>
          </a:xfrm>
          <a:custGeom>
            <a:avLst/>
            <a:gdLst/>
            <a:ahLst/>
            <a:cxnLst/>
            <a:rect l="0" t="0" r="r" b="b"/>
            <a:pathLst>
              <a:path w="3257550" h="4219575">
                <a:moveTo>
                  <a:pt x="1724025" y="3638550"/>
                </a:moveTo>
                <a:cubicBezTo>
                  <a:pt x="1681344" y="3595869"/>
                  <a:pt x="1722741" y="3526390"/>
                  <a:pt x="1773811" y="3554988"/>
                </a:cubicBezTo>
                <a:cubicBezTo>
                  <a:pt x="1816810" y="3579066"/>
                  <a:pt x="1820191" y="3600399"/>
                  <a:pt x="1786370" y="3634220"/>
                </a:cubicBezTo>
                <a:cubicBezTo>
                  <a:pt x="1758028" y="3662562"/>
                  <a:pt x="1748686" y="3663211"/>
                  <a:pt x="1724025" y="3638550"/>
                </a:cubicBezTo>
                <a:close/>
                <a:moveTo>
                  <a:pt x="1945990" y="3641868"/>
                </a:moveTo>
                <a:cubicBezTo>
                  <a:pt x="1929257" y="3598262"/>
                  <a:pt x="2020596" y="3571969"/>
                  <a:pt x="2040101" y="3614777"/>
                </a:cubicBezTo>
                <a:cubicBezTo>
                  <a:pt x="2053543" y="3644279"/>
                  <a:pt x="2053351" y="3644439"/>
                  <a:pt x="1997151" y="3650480"/>
                </a:cubicBezTo>
                <a:cubicBezTo>
                  <a:pt x="1962767" y="3654177"/>
                  <a:pt x="1949881" y="3652007"/>
                  <a:pt x="1945990" y="3641868"/>
                </a:cubicBezTo>
                <a:close/>
                <a:moveTo>
                  <a:pt x="1224673" y="3610760"/>
                </a:moveTo>
                <a:cubicBezTo>
                  <a:pt x="1202560" y="3586325"/>
                  <a:pt x="1208760" y="3554196"/>
                  <a:pt x="1240086" y="3530896"/>
                </a:cubicBezTo>
                <a:cubicBezTo>
                  <a:pt x="1274274" y="3505467"/>
                  <a:pt x="1314450" y="3527357"/>
                  <a:pt x="1314450" y="3571414"/>
                </a:cubicBezTo>
                <a:cubicBezTo>
                  <a:pt x="1314450" y="3623974"/>
                  <a:pt x="1258731" y="3648393"/>
                  <a:pt x="1224673" y="3610760"/>
                </a:cubicBezTo>
                <a:close/>
                <a:moveTo>
                  <a:pt x="1482725" y="3603625"/>
                </a:moveTo>
                <a:cubicBezTo>
                  <a:pt x="1471429" y="3592329"/>
                  <a:pt x="1475993" y="3545948"/>
                  <a:pt x="1489503" y="3534736"/>
                </a:cubicBezTo>
                <a:cubicBezTo>
                  <a:pt x="1525117" y="3505180"/>
                  <a:pt x="1574049" y="3565640"/>
                  <a:pt x="1541145" y="3598545"/>
                </a:cubicBezTo>
                <a:cubicBezTo>
                  <a:pt x="1528824" y="3610865"/>
                  <a:pt x="1493074" y="3613974"/>
                  <a:pt x="1482725" y="3603625"/>
                </a:cubicBezTo>
                <a:close/>
                <a:moveTo>
                  <a:pt x="2183495" y="3598910"/>
                </a:moveTo>
                <a:cubicBezTo>
                  <a:pt x="2157591" y="3573006"/>
                  <a:pt x="2180691" y="3528606"/>
                  <a:pt x="2216486" y="3535500"/>
                </a:cubicBezTo>
                <a:cubicBezTo>
                  <a:pt x="2242501" y="3540510"/>
                  <a:pt x="2240712" y="3604194"/>
                  <a:pt x="2214451" y="3607958"/>
                </a:cubicBezTo>
                <a:cubicBezTo>
                  <a:pt x="2203912" y="3609469"/>
                  <a:pt x="2189982" y="3605397"/>
                  <a:pt x="2183495" y="3598910"/>
                </a:cubicBezTo>
                <a:close/>
                <a:moveTo>
                  <a:pt x="1005108" y="3534019"/>
                </a:moveTo>
                <a:cubicBezTo>
                  <a:pt x="989171" y="3516408"/>
                  <a:pt x="989091" y="3513683"/>
                  <a:pt x="1003851" y="3491156"/>
                </a:cubicBezTo>
                <a:cubicBezTo>
                  <a:pt x="1021727" y="3463875"/>
                  <a:pt x="1023105" y="3463435"/>
                  <a:pt x="1048376" y="3476960"/>
                </a:cubicBezTo>
                <a:cubicBezTo>
                  <a:pt x="1080682" y="3494250"/>
                  <a:pt x="1063437" y="3552825"/>
                  <a:pt x="1026039" y="3552825"/>
                </a:cubicBezTo>
                <a:cubicBezTo>
                  <a:pt x="1023888" y="3552825"/>
                  <a:pt x="1014468" y="3544362"/>
                  <a:pt x="1005108" y="3534019"/>
                </a:cubicBezTo>
                <a:close/>
                <a:moveTo>
                  <a:pt x="786352" y="3512605"/>
                </a:moveTo>
                <a:cubicBezTo>
                  <a:pt x="766023" y="3483582"/>
                  <a:pt x="767660" y="3470098"/>
                  <a:pt x="794808" y="3442950"/>
                </a:cubicBezTo>
                <a:cubicBezTo>
                  <a:pt x="828465" y="3409293"/>
                  <a:pt x="876300" y="3432057"/>
                  <a:pt x="876300" y="3481731"/>
                </a:cubicBezTo>
                <a:cubicBezTo>
                  <a:pt x="876300" y="3528730"/>
                  <a:pt x="812891" y="3550494"/>
                  <a:pt x="786352" y="3512605"/>
                </a:cubicBezTo>
                <a:close/>
                <a:moveTo>
                  <a:pt x="2374039" y="3494179"/>
                </a:moveTo>
                <a:cubicBezTo>
                  <a:pt x="2342294" y="3462434"/>
                  <a:pt x="2377575" y="3391928"/>
                  <a:pt x="2418677" y="3404974"/>
                </a:cubicBezTo>
                <a:cubicBezTo>
                  <a:pt x="2449265" y="3414682"/>
                  <a:pt x="2460606" y="3443610"/>
                  <a:pt x="2445905" y="3474425"/>
                </a:cubicBezTo>
                <a:cubicBezTo>
                  <a:pt x="2432189" y="3503178"/>
                  <a:pt x="2393635" y="3513775"/>
                  <a:pt x="2374039" y="3494179"/>
                </a:cubicBezTo>
                <a:close/>
                <a:moveTo>
                  <a:pt x="1870600" y="3482055"/>
                </a:moveTo>
                <a:cubicBezTo>
                  <a:pt x="1861117" y="3457341"/>
                  <a:pt x="1874409" y="3436914"/>
                  <a:pt x="1897813" y="3440238"/>
                </a:cubicBezTo>
                <a:cubicBezTo>
                  <a:pt x="1913555" y="3442473"/>
                  <a:pt x="1919287" y="3449643"/>
                  <a:pt x="1919287" y="3467100"/>
                </a:cubicBezTo>
                <a:cubicBezTo>
                  <a:pt x="1919287" y="3495216"/>
                  <a:pt x="1880252" y="3507207"/>
                  <a:pt x="1870600" y="3482055"/>
                </a:cubicBezTo>
                <a:close/>
                <a:moveTo>
                  <a:pt x="2059339" y="3461671"/>
                </a:moveTo>
                <a:cubicBezTo>
                  <a:pt x="2012149" y="3428617"/>
                  <a:pt x="2053927" y="3356653"/>
                  <a:pt x="2102015" y="3388161"/>
                </a:cubicBezTo>
                <a:cubicBezTo>
                  <a:pt x="2129959" y="3406471"/>
                  <a:pt x="2128856" y="3444354"/>
                  <a:pt x="2099820" y="3463512"/>
                </a:cubicBezTo>
                <a:cubicBezTo>
                  <a:pt x="2083244" y="3474449"/>
                  <a:pt x="2077189" y="3474173"/>
                  <a:pt x="2059339" y="3461671"/>
                </a:cubicBezTo>
                <a:close/>
                <a:moveTo>
                  <a:pt x="1356250" y="3453480"/>
                </a:moveTo>
                <a:cubicBezTo>
                  <a:pt x="1346767" y="3428766"/>
                  <a:pt x="1360059" y="3408339"/>
                  <a:pt x="1383463" y="3411663"/>
                </a:cubicBezTo>
                <a:cubicBezTo>
                  <a:pt x="1399205" y="3413898"/>
                  <a:pt x="1404937" y="3421068"/>
                  <a:pt x="1404937" y="3438525"/>
                </a:cubicBezTo>
                <a:cubicBezTo>
                  <a:pt x="1404937" y="3466641"/>
                  <a:pt x="1365902" y="3478632"/>
                  <a:pt x="1356250" y="3453480"/>
                </a:cubicBezTo>
                <a:close/>
                <a:moveTo>
                  <a:pt x="1638402" y="3452936"/>
                </a:moveTo>
                <a:cubicBezTo>
                  <a:pt x="1631531" y="3444656"/>
                  <a:pt x="1629206" y="3428578"/>
                  <a:pt x="1632806" y="3414235"/>
                </a:cubicBezTo>
                <a:cubicBezTo>
                  <a:pt x="1641119" y="3381111"/>
                  <a:pt x="1689001" y="3383766"/>
                  <a:pt x="1693799" y="3417618"/>
                </a:cubicBezTo>
                <a:cubicBezTo>
                  <a:pt x="1699554" y="3458212"/>
                  <a:pt x="1662426" y="3481882"/>
                  <a:pt x="1638402" y="3452936"/>
                </a:cubicBezTo>
                <a:close/>
                <a:moveTo>
                  <a:pt x="1206829" y="3432504"/>
                </a:moveTo>
                <a:cubicBezTo>
                  <a:pt x="1195898" y="3421573"/>
                  <a:pt x="1199225" y="3393999"/>
                  <a:pt x="1212837" y="3382702"/>
                </a:cubicBezTo>
                <a:cubicBezTo>
                  <a:pt x="1233228" y="3365779"/>
                  <a:pt x="1265374" y="3393898"/>
                  <a:pt x="1251516" y="3416535"/>
                </a:cubicBezTo>
                <a:cubicBezTo>
                  <a:pt x="1240105" y="3435175"/>
                  <a:pt x="1217557" y="3443232"/>
                  <a:pt x="1206829" y="3432504"/>
                </a:cubicBezTo>
                <a:close/>
                <a:moveTo>
                  <a:pt x="2573655" y="3417570"/>
                </a:moveTo>
                <a:cubicBezTo>
                  <a:pt x="2567368" y="3411283"/>
                  <a:pt x="2562225" y="3397138"/>
                  <a:pt x="2562225" y="3386137"/>
                </a:cubicBezTo>
                <a:cubicBezTo>
                  <a:pt x="2562225" y="3375136"/>
                  <a:pt x="2567368" y="3360991"/>
                  <a:pt x="2573655" y="3354705"/>
                </a:cubicBezTo>
                <a:cubicBezTo>
                  <a:pt x="2598639" y="3329720"/>
                  <a:pt x="2647950" y="3347706"/>
                  <a:pt x="2647950" y="3381803"/>
                </a:cubicBezTo>
                <a:cubicBezTo>
                  <a:pt x="2647950" y="3416438"/>
                  <a:pt x="2597034" y="3440949"/>
                  <a:pt x="2573655" y="3417570"/>
                </a:cubicBezTo>
                <a:close/>
                <a:moveTo>
                  <a:pt x="657225" y="3390900"/>
                </a:moveTo>
                <a:cubicBezTo>
                  <a:pt x="657225" y="3385661"/>
                  <a:pt x="663654" y="3381375"/>
                  <a:pt x="671512" y="3381375"/>
                </a:cubicBezTo>
                <a:cubicBezTo>
                  <a:pt x="679370" y="3381375"/>
                  <a:pt x="685800" y="3385661"/>
                  <a:pt x="685800" y="3390900"/>
                </a:cubicBezTo>
                <a:cubicBezTo>
                  <a:pt x="685800" y="3396138"/>
                  <a:pt x="679370" y="3400425"/>
                  <a:pt x="671512" y="3400425"/>
                </a:cubicBezTo>
                <a:cubicBezTo>
                  <a:pt x="663654" y="3400425"/>
                  <a:pt x="657225" y="3396138"/>
                  <a:pt x="657225" y="3390900"/>
                </a:cubicBezTo>
                <a:close/>
                <a:moveTo>
                  <a:pt x="2229690" y="3372690"/>
                </a:moveTo>
                <a:cubicBezTo>
                  <a:pt x="2204347" y="3347347"/>
                  <a:pt x="2217107" y="3314700"/>
                  <a:pt x="2252355" y="3314700"/>
                </a:cubicBezTo>
                <a:cubicBezTo>
                  <a:pt x="2284439" y="3314700"/>
                  <a:pt x="2294058" y="3348975"/>
                  <a:pt x="2269005" y="3374027"/>
                </a:cubicBezTo>
                <a:cubicBezTo>
                  <a:pt x="2250037" y="3392996"/>
                  <a:pt x="2249994" y="3392994"/>
                  <a:pt x="2229690" y="3372690"/>
                </a:cubicBezTo>
                <a:close/>
                <a:moveTo>
                  <a:pt x="1486002" y="3357686"/>
                </a:moveTo>
                <a:cubicBezTo>
                  <a:pt x="1479135" y="3349412"/>
                  <a:pt x="1476806" y="3333327"/>
                  <a:pt x="1480400" y="3319007"/>
                </a:cubicBezTo>
                <a:cubicBezTo>
                  <a:pt x="1488886" y="3285198"/>
                  <a:pt x="1546041" y="3287922"/>
                  <a:pt x="1550924" y="3322368"/>
                </a:cubicBezTo>
                <a:cubicBezTo>
                  <a:pt x="1556868" y="3364292"/>
                  <a:pt x="1511822" y="3388797"/>
                  <a:pt x="1486002" y="3357686"/>
                </a:cubicBezTo>
                <a:close/>
                <a:moveTo>
                  <a:pt x="1049655" y="3341370"/>
                </a:moveTo>
                <a:cubicBezTo>
                  <a:pt x="1027395" y="3319110"/>
                  <a:pt x="1045926" y="3257550"/>
                  <a:pt x="1074885" y="3257550"/>
                </a:cubicBezTo>
                <a:cubicBezTo>
                  <a:pt x="1091545" y="3257550"/>
                  <a:pt x="1123950" y="3288911"/>
                  <a:pt x="1123950" y="3305034"/>
                </a:cubicBezTo>
                <a:cubicBezTo>
                  <a:pt x="1123950" y="3342656"/>
                  <a:pt x="1074920" y="3366635"/>
                  <a:pt x="1049655" y="3341370"/>
                </a:cubicBezTo>
                <a:close/>
                <a:moveTo>
                  <a:pt x="882649" y="3336925"/>
                </a:moveTo>
                <a:cubicBezTo>
                  <a:pt x="872649" y="3326924"/>
                  <a:pt x="875236" y="3297431"/>
                  <a:pt x="886739" y="3290322"/>
                </a:cubicBezTo>
                <a:cubicBezTo>
                  <a:pt x="901559" y="3281162"/>
                  <a:pt x="927665" y="3310262"/>
                  <a:pt x="920763" y="3328248"/>
                </a:cubicBezTo>
                <a:cubicBezTo>
                  <a:pt x="914872" y="3343600"/>
                  <a:pt x="894062" y="3348337"/>
                  <a:pt x="882649" y="3336925"/>
                </a:cubicBezTo>
                <a:close/>
                <a:moveTo>
                  <a:pt x="1971775" y="3310058"/>
                </a:moveTo>
                <a:cubicBezTo>
                  <a:pt x="1955948" y="3290988"/>
                  <a:pt x="1966491" y="3267075"/>
                  <a:pt x="1990725" y="3267075"/>
                </a:cubicBezTo>
                <a:cubicBezTo>
                  <a:pt x="2001531" y="3267075"/>
                  <a:pt x="2012861" y="3273558"/>
                  <a:pt x="2015902" y="3281483"/>
                </a:cubicBezTo>
                <a:cubicBezTo>
                  <a:pt x="2021375" y="3295746"/>
                  <a:pt x="2004600" y="3324225"/>
                  <a:pt x="1990725" y="3324225"/>
                </a:cubicBezTo>
                <a:cubicBezTo>
                  <a:pt x="1986769" y="3324225"/>
                  <a:pt x="1978241" y="3317850"/>
                  <a:pt x="1971775" y="3310058"/>
                </a:cubicBezTo>
                <a:close/>
                <a:moveTo>
                  <a:pt x="733527" y="3300536"/>
                </a:moveTo>
                <a:cubicBezTo>
                  <a:pt x="714563" y="3277686"/>
                  <a:pt x="729443" y="3238500"/>
                  <a:pt x="757083" y="3238500"/>
                </a:cubicBezTo>
                <a:cubicBezTo>
                  <a:pt x="789117" y="3238500"/>
                  <a:pt x="803539" y="3267451"/>
                  <a:pt x="784819" y="3294177"/>
                </a:cubicBezTo>
                <a:cubicBezTo>
                  <a:pt x="768015" y="3318168"/>
                  <a:pt x="750013" y="3320400"/>
                  <a:pt x="733527" y="3300536"/>
                </a:cubicBezTo>
                <a:close/>
                <a:moveTo>
                  <a:pt x="1761548" y="3295073"/>
                </a:moveTo>
                <a:cubicBezTo>
                  <a:pt x="1735798" y="3269323"/>
                  <a:pt x="1740708" y="3231394"/>
                  <a:pt x="1772886" y="3207480"/>
                </a:cubicBezTo>
                <a:cubicBezTo>
                  <a:pt x="1816379" y="3175157"/>
                  <a:pt x="1882731" y="3220505"/>
                  <a:pt x="1841459" y="3254345"/>
                </a:cubicBezTo>
                <a:cubicBezTo>
                  <a:pt x="1825612" y="3267338"/>
                  <a:pt x="1825544" y="3268156"/>
                  <a:pt x="1840706" y="3263389"/>
                </a:cubicBezTo>
                <a:cubicBezTo>
                  <a:pt x="1862986" y="3256383"/>
                  <a:pt x="1861822" y="3272152"/>
                  <a:pt x="1838325" y="3295650"/>
                </a:cubicBezTo>
                <a:cubicBezTo>
                  <a:pt x="1813897" y="3320077"/>
                  <a:pt x="1786345" y="3319870"/>
                  <a:pt x="1761548" y="3295073"/>
                </a:cubicBezTo>
                <a:close/>
                <a:moveTo>
                  <a:pt x="1277457" y="3270588"/>
                </a:moveTo>
                <a:cubicBezTo>
                  <a:pt x="1265260" y="3262045"/>
                  <a:pt x="1257300" y="3246150"/>
                  <a:pt x="1257300" y="3230339"/>
                </a:cubicBezTo>
                <a:cubicBezTo>
                  <a:pt x="1257300" y="3182118"/>
                  <a:pt x="1294409" y="3166831"/>
                  <a:pt x="1333880" y="3198792"/>
                </a:cubicBezTo>
                <a:cubicBezTo>
                  <a:pt x="1377998" y="3234517"/>
                  <a:pt x="1324019" y="3303202"/>
                  <a:pt x="1277457" y="3270588"/>
                </a:cubicBezTo>
                <a:close/>
                <a:moveTo>
                  <a:pt x="2443457" y="3270771"/>
                </a:moveTo>
                <a:cubicBezTo>
                  <a:pt x="2425174" y="3252488"/>
                  <a:pt x="2441293" y="3214867"/>
                  <a:pt x="2463722" y="3223473"/>
                </a:cubicBezTo>
                <a:cubicBezTo>
                  <a:pt x="2471606" y="3226499"/>
                  <a:pt x="2479850" y="3228975"/>
                  <a:pt x="2482041" y="3228975"/>
                </a:cubicBezTo>
                <a:cubicBezTo>
                  <a:pt x="2484232" y="3228975"/>
                  <a:pt x="2486025" y="3239232"/>
                  <a:pt x="2486025" y="3251768"/>
                </a:cubicBezTo>
                <a:cubicBezTo>
                  <a:pt x="2486025" y="3279959"/>
                  <a:pt x="2462947" y="3290261"/>
                  <a:pt x="2443457" y="3270771"/>
                </a:cubicBezTo>
                <a:close/>
                <a:moveTo>
                  <a:pt x="2137929" y="3243913"/>
                </a:moveTo>
                <a:cubicBezTo>
                  <a:pt x="2123011" y="3232837"/>
                  <a:pt x="2121411" y="3226667"/>
                  <a:pt x="2129875" y="3212864"/>
                </a:cubicBezTo>
                <a:cubicBezTo>
                  <a:pt x="2143206" y="3191123"/>
                  <a:pt x="2161823" y="3190820"/>
                  <a:pt x="2175262" y="3212127"/>
                </a:cubicBezTo>
                <a:cubicBezTo>
                  <a:pt x="2191857" y="3238435"/>
                  <a:pt x="2163298" y="3262750"/>
                  <a:pt x="2137929" y="3243913"/>
                </a:cubicBezTo>
                <a:close/>
                <a:moveTo>
                  <a:pt x="1552614" y="3176635"/>
                </a:moveTo>
                <a:cubicBezTo>
                  <a:pt x="1540208" y="3161686"/>
                  <a:pt x="1561509" y="3114675"/>
                  <a:pt x="1580689" y="3114675"/>
                </a:cubicBezTo>
                <a:cubicBezTo>
                  <a:pt x="1589729" y="3114675"/>
                  <a:pt x="1619250" y="3141197"/>
                  <a:pt x="1619250" y="3149319"/>
                </a:cubicBezTo>
                <a:cubicBezTo>
                  <a:pt x="1619250" y="3184095"/>
                  <a:pt x="1574149" y="3202583"/>
                  <a:pt x="1552614" y="3176635"/>
                </a:cubicBezTo>
                <a:close/>
                <a:moveTo>
                  <a:pt x="2270836" y="3167062"/>
                </a:moveTo>
                <a:cubicBezTo>
                  <a:pt x="2240184" y="3120280"/>
                  <a:pt x="2299543" y="3071752"/>
                  <a:pt x="2336911" y="3113043"/>
                </a:cubicBezTo>
                <a:cubicBezTo>
                  <a:pt x="2356708" y="3134919"/>
                  <a:pt x="2356983" y="3156630"/>
                  <a:pt x="2337707" y="3175907"/>
                </a:cubicBezTo>
                <a:cubicBezTo>
                  <a:pt x="2315807" y="3197806"/>
                  <a:pt x="2288625" y="3194211"/>
                  <a:pt x="2270836" y="3167062"/>
                </a:cubicBezTo>
                <a:close/>
                <a:moveTo>
                  <a:pt x="2587513" y="3173456"/>
                </a:moveTo>
                <a:cubicBezTo>
                  <a:pt x="2555866" y="3138486"/>
                  <a:pt x="2580625" y="3076575"/>
                  <a:pt x="2626256" y="3076575"/>
                </a:cubicBezTo>
                <a:cubicBezTo>
                  <a:pt x="2644990" y="3076575"/>
                  <a:pt x="2676525" y="3112426"/>
                  <a:pt x="2676525" y="3133725"/>
                </a:cubicBezTo>
                <a:cubicBezTo>
                  <a:pt x="2676525" y="3179440"/>
                  <a:pt x="2616981" y="3206018"/>
                  <a:pt x="2587513" y="3173456"/>
                </a:cubicBezTo>
                <a:close/>
                <a:moveTo>
                  <a:pt x="889563" y="3157378"/>
                </a:moveTo>
                <a:cubicBezTo>
                  <a:pt x="853764" y="3121580"/>
                  <a:pt x="871639" y="3073771"/>
                  <a:pt x="925222" y="3062002"/>
                </a:cubicBezTo>
                <a:cubicBezTo>
                  <a:pt x="997243" y="3046184"/>
                  <a:pt x="1014081" y="3133999"/>
                  <a:pt x="945982" y="3170269"/>
                </a:cubicBezTo>
                <a:cubicBezTo>
                  <a:pt x="918082" y="3185128"/>
                  <a:pt x="917084" y="3184900"/>
                  <a:pt x="889563" y="3157378"/>
                </a:cubicBezTo>
                <a:close/>
                <a:moveTo>
                  <a:pt x="597229" y="3146754"/>
                </a:moveTo>
                <a:cubicBezTo>
                  <a:pt x="580484" y="3130009"/>
                  <a:pt x="591117" y="3105150"/>
                  <a:pt x="615024" y="3105150"/>
                </a:cubicBezTo>
                <a:cubicBezTo>
                  <a:pt x="634929" y="3105150"/>
                  <a:pt x="638931" y="3109134"/>
                  <a:pt x="636456" y="3126483"/>
                </a:cubicBezTo>
                <a:cubicBezTo>
                  <a:pt x="633443" y="3147599"/>
                  <a:pt x="610124" y="3159649"/>
                  <a:pt x="597229" y="3146754"/>
                </a:cubicBezTo>
                <a:close/>
                <a:moveTo>
                  <a:pt x="1933954" y="3129420"/>
                </a:moveTo>
                <a:cubicBezTo>
                  <a:pt x="1908652" y="3098932"/>
                  <a:pt x="1945815" y="3052098"/>
                  <a:pt x="1978818" y="3072882"/>
                </a:cubicBezTo>
                <a:cubicBezTo>
                  <a:pt x="2011797" y="3093650"/>
                  <a:pt x="2000048" y="3143250"/>
                  <a:pt x="1962150" y="3143250"/>
                </a:cubicBezTo>
                <a:cubicBezTo>
                  <a:pt x="1952955" y="3143250"/>
                  <a:pt x="1940267" y="3137026"/>
                  <a:pt x="1933954" y="3129420"/>
                </a:cubicBezTo>
                <a:close/>
                <a:moveTo>
                  <a:pt x="1100999" y="3108725"/>
                </a:moveTo>
                <a:cubicBezTo>
                  <a:pt x="1092920" y="3087671"/>
                  <a:pt x="1117382" y="3062491"/>
                  <a:pt x="1138166" y="3070467"/>
                </a:cubicBezTo>
                <a:cubicBezTo>
                  <a:pt x="1147835" y="3074177"/>
                  <a:pt x="1152690" y="3084734"/>
                  <a:pt x="1150811" y="3097963"/>
                </a:cubicBezTo>
                <a:cubicBezTo>
                  <a:pt x="1147013" y="3124710"/>
                  <a:pt x="1110187" y="3132666"/>
                  <a:pt x="1100999" y="3108725"/>
                </a:cubicBezTo>
                <a:close/>
                <a:moveTo>
                  <a:pt x="733860" y="3072336"/>
                </a:moveTo>
                <a:cubicBezTo>
                  <a:pt x="712449" y="3046538"/>
                  <a:pt x="725369" y="3014662"/>
                  <a:pt x="757237" y="3014662"/>
                </a:cubicBezTo>
                <a:cubicBezTo>
                  <a:pt x="779822" y="3014662"/>
                  <a:pt x="786464" y="3019264"/>
                  <a:pt x="788924" y="3036618"/>
                </a:cubicBezTo>
                <a:cubicBezTo>
                  <a:pt x="792335" y="3060674"/>
                  <a:pt x="776053" y="3086100"/>
                  <a:pt x="757237" y="3086100"/>
                </a:cubicBezTo>
                <a:cubicBezTo>
                  <a:pt x="750662" y="3086100"/>
                  <a:pt x="740142" y="3079906"/>
                  <a:pt x="733860" y="3072336"/>
                </a:cubicBezTo>
                <a:close/>
                <a:moveTo>
                  <a:pt x="1406860" y="3075175"/>
                </a:moveTo>
                <a:cubicBezTo>
                  <a:pt x="1379631" y="3059936"/>
                  <a:pt x="1370242" y="3032826"/>
                  <a:pt x="1382714" y="3005453"/>
                </a:cubicBezTo>
                <a:cubicBezTo>
                  <a:pt x="1406228" y="2953845"/>
                  <a:pt x="1476375" y="2971675"/>
                  <a:pt x="1476375" y="3029259"/>
                </a:cubicBezTo>
                <a:cubicBezTo>
                  <a:pt x="1476375" y="3066765"/>
                  <a:pt x="1437599" y="3092377"/>
                  <a:pt x="1406860" y="3075175"/>
                </a:cubicBezTo>
                <a:close/>
                <a:moveTo>
                  <a:pt x="1716405" y="3074670"/>
                </a:moveTo>
                <a:cubicBezTo>
                  <a:pt x="1700326" y="3058591"/>
                  <a:pt x="1702181" y="3014550"/>
                  <a:pt x="1719544" y="3000140"/>
                </a:cubicBezTo>
                <a:cubicBezTo>
                  <a:pt x="1736983" y="2985668"/>
                  <a:pt x="1778196" y="3000579"/>
                  <a:pt x="1787456" y="3024712"/>
                </a:cubicBezTo>
                <a:cubicBezTo>
                  <a:pt x="1803420" y="3066313"/>
                  <a:pt x="1747421" y="3105686"/>
                  <a:pt x="1716405" y="3074670"/>
                </a:cubicBezTo>
                <a:close/>
                <a:moveTo>
                  <a:pt x="2425700" y="3070225"/>
                </a:moveTo>
                <a:cubicBezTo>
                  <a:pt x="2413497" y="3058022"/>
                  <a:pt x="2419485" y="3030936"/>
                  <a:pt x="2435767" y="3024688"/>
                </a:cubicBezTo>
                <a:cubicBezTo>
                  <a:pt x="2454985" y="3017313"/>
                  <a:pt x="2477830" y="3042974"/>
                  <a:pt x="2470064" y="3063213"/>
                </a:cubicBezTo>
                <a:cubicBezTo>
                  <a:pt x="2464768" y="3077014"/>
                  <a:pt x="2436894" y="3081419"/>
                  <a:pt x="2425700" y="3070225"/>
                </a:cubicBezTo>
                <a:close/>
                <a:moveTo>
                  <a:pt x="1222275" y="3042276"/>
                </a:moveTo>
                <a:cubicBezTo>
                  <a:pt x="1216262" y="3026605"/>
                  <a:pt x="1236129" y="3007465"/>
                  <a:pt x="1249701" y="3015853"/>
                </a:cubicBezTo>
                <a:cubicBezTo>
                  <a:pt x="1253880" y="3018436"/>
                  <a:pt x="1257300" y="3028868"/>
                  <a:pt x="1257300" y="3039037"/>
                </a:cubicBezTo>
                <a:cubicBezTo>
                  <a:pt x="1257300" y="3061323"/>
                  <a:pt x="1230534" y="3063798"/>
                  <a:pt x="1222275" y="3042276"/>
                </a:cubicBezTo>
                <a:close/>
                <a:moveTo>
                  <a:pt x="2092213" y="3040106"/>
                </a:moveTo>
                <a:cubicBezTo>
                  <a:pt x="2057208" y="3001426"/>
                  <a:pt x="2086181" y="2940843"/>
                  <a:pt x="2139685" y="2940843"/>
                </a:cubicBezTo>
                <a:cubicBezTo>
                  <a:pt x="2185604" y="2940843"/>
                  <a:pt x="2205707" y="2993831"/>
                  <a:pt x="2175922" y="3036355"/>
                </a:cubicBezTo>
                <a:cubicBezTo>
                  <a:pt x="2157615" y="3062492"/>
                  <a:pt x="2114232" y="3064436"/>
                  <a:pt x="2092213" y="3040106"/>
                </a:cubicBezTo>
                <a:close/>
                <a:moveTo>
                  <a:pt x="1859021" y="2975046"/>
                </a:moveTo>
                <a:cubicBezTo>
                  <a:pt x="1863036" y="2954201"/>
                  <a:pt x="1890712" y="2951252"/>
                  <a:pt x="1890712" y="2971669"/>
                </a:cubicBezTo>
                <a:cubicBezTo>
                  <a:pt x="1890712" y="2979455"/>
                  <a:pt x="1882822" y="2987346"/>
                  <a:pt x="1873178" y="2989203"/>
                </a:cubicBezTo>
                <a:cubicBezTo>
                  <a:pt x="1860449" y="2991654"/>
                  <a:pt x="1856570" y="2987775"/>
                  <a:pt x="1859021" y="2975046"/>
                </a:cubicBezTo>
                <a:close/>
                <a:moveTo>
                  <a:pt x="2518581" y="2976958"/>
                </a:moveTo>
                <a:cubicBezTo>
                  <a:pt x="2503974" y="2966110"/>
                  <a:pt x="2502429" y="2959938"/>
                  <a:pt x="2510875" y="2946164"/>
                </a:cubicBezTo>
                <a:cubicBezTo>
                  <a:pt x="2525494" y="2922322"/>
                  <a:pt x="2556757" y="2924003"/>
                  <a:pt x="2560303" y="2948820"/>
                </a:cubicBezTo>
                <a:cubicBezTo>
                  <a:pt x="2564524" y="2978361"/>
                  <a:pt x="2541434" y="2993932"/>
                  <a:pt x="2518581" y="2976958"/>
                </a:cubicBezTo>
                <a:close/>
                <a:moveTo>
                  <a:pt x="1006474" y="2974975"/>
                </a:moveTo>
                <a:cubicBezTo>
                  <a:pt x="995207" y="2963707"/>
                  <a:pt x="999724" y="2926840"/>
                  <a:pt x="1013803" y="2915155"/>
                </a:cubicBezTo>
                <a:cubicBezTo>
                  <a:pt x="1031643" y="2900349"/>
                  <a:pt x="1066800" y="2917928"/>
                  <a:pt x="1066800" y="2941655"/>
                </a:cubicBezTo>
                <a:cubicBezTo>
                  <a:pt x="1066800" y="2971878"/>
                  <a:pt x="1025944" y="2994444"/>
                  <a:pt x="1006474" y="2974975"/>
                </a:cubicBezTo>
                <a:close/>
                <a:moveTo>
                  <a:pt x="2318289" y="2948691"/>
                </a:moveTo>
                <a:cubicBezTo>
                  <a:pt x="2309623" y="2926108"/>
                  <a:pt x="2321885" y="2903301"/>
                  <a:pt x="2340739" y="2906932"/>
                </a:cubicBezTo>
                <a:cubicBezTo>
                  <a:pt x="2351284" y="2908963"/>
                  <a:pt x="2357437" y="2918827"/>
                  <a:pt x="2357437" y="2933700"/>
                </a:cubicBezTo>
                <a:cubicBezTo>
                  <a:pt x="2357437" y="2960852"/>
                  <a:pt x="2327373" y="2972364"/>
                  <a:pt x="2318289" y="2948691"/>
                </a:cubicBezTo>
                <a:close/>
                <a:moveTo>
                  <a:pt x="1597818" y="2942462"/>
                </a:moveTo>
                <a:cubicBezTo>
                  <a:pt x="1574362" y="2928800"/>
                  <a:pt x="1575902" y="2880028"/>
                  <a:pt x="1600200" y="2867025"/>
                </a:cubicBezTo>
                <a:cubicBezTo>
                  <a:pt x="1643478" y="2843863"/>
                  <a:pt x="1678147" y="2902017"/>
                  <a:pt x="1642382" y="2937782"/>
                </a:cubicBezTo>
                <a:cubicBezTo>
                  <a:pt x="1625032" y="2955131"/>
                  <a:pt x="1620405" y="2955617"/>
                  <a:pt x="1597818" y="2942462"/>
                </a:cubicBezTo>
                <a:close/>
                <a:moveTo>
                  <a:pt x="620723" y="2899457"/>
                </a:moveTo>
                <a:cubicBezTo>
                  <a:pt x="570939" y="2864587"/>
                  <a:pt x="617592" y="2774355"/>
                  <a:pt x="670909" y="2802392"/>
                </a:cubicBezTo>
                <a:cubicBezTo>
                  <a:pt x="712785" y="2824412"/>
                  <a:pt x="716743" y="2865812"/>
                  <a:pt x="679752" y="2894908"/>
                </a:cubicBezTo>
                <a:cubicBezTo>
                  <a:pt x="649612" y="2918617"/>
                  <a:pt x="648230" y="2918723"/>
                  <a:pt x="620723" y="2899457"/>
                </a:cubicBezTo>
                <a:close/>
                <a:moveTo>
                  <a:pt x="1973580" y="2903220"/>
                </a:moveTo>
                <a:cubicBezTo>
                  <a:pt x="1950126" y="2879766"/>
                  <a:pt x="1973217" y="2841854"/>
                  <a:pt x="2003805" y="2853592"/>
                </a:cubicBezTo>
                <a:cubicBezTo>
                  <a:pt x="2028210" y="2862957"/>
                  <a:pt x="2017136" y="2914650"/>
                  <a:pt x="1990725" y="2914650"/>
                </a:cubicBezTo>
                <a:cubicBezTo>
                  <a:pt x="1987581" y="2914650"/>
                  <a:pt x="1979866" y="2909506"/>
                  <a:pt x="1973580" y="2903220"/>
                </a:cubicBezTo>
                <a:close/>
                <a:moveTo>
                  <a:pt x="873925" y="2888656"/>
                </a:moveTo>
                <a:cubicBezTo>
                  <a:pt x="852484" y="2883540"/>
                  <a:pt x="843050" y="2845931"/>
                  <a:pt x="856775" y="2820287"/>
                </a:cubicBezTo>
                <a:cubicBezTo>
                  <a:pt x="869141" y="2797181"/>
                  <a:pt x="906563" y="2793718"/>
                  <a:pt x="923489" y="2814113"/>
                </a:cubicBezTo>
                <a:cubicBezTo>
                  <a:pt x="949190" y="2845080"/>
                  <a:pt x="913878" y="2898188"/>
                  <a:pt x="873925" y="2888656"/>
                </a:cubicBezTo>
                <a:close/>
                <a:moveTo>
                  <a:pt x="1186542" y="2880632"/>
                </a:moveTo>
                <a:cubicBezTo>
                  <a:pt x="1178310" y="2872399"/>
                  <a:pt x="1171575" y="2853776"/>
                  <a:pt x="1171575" y="2839245"/>
                </a:cubicBezTo>
                <a:cubicBezTo>
                  <a:pt x="1171575" y="2784326"/>
                  <a:pt x="1242792" y="2759828"/>
                  <a:pt x="1272157" y="2804646"/>
                </a:cubicBezTo>
                <a:cubicBezTo>
                  <a:pt x="1308371" y="2859915"/>
                  <a:pt x="1232852" y="2926941"/>
                  <a:pt x="1186542" y="2880632"/>
                </a:cubicBezTo>
                <a:close/>
                <a:moveTo>
                  <a:pt x="1438256" y="2838415"/>
                </a:moveTo>
                <a:cubicBezTo>
                  <a:pt x="1430085" y="2823148"/>
                  <a:pt x="1430214" y="2814825"/>
                  <a:pt x="1438780" y="2804503"/>
                </a:cubicBezTo>
                <a:cubicBezTo>
                  <a:pt x="1465349" y="2772489"/>
                  <a:pt x="1510811" y="2802368"/>
                  <a:pt x="1488776" y="2837363"/>
                </a:cubicBezTo>
                <a:cubicBezTo>
                  <a:pt x="1474143" y="2860601"/>
                  <a:pt x="1450395" y="2861096"/>
                  <a:pt x="1438256" y="2838415"/>
                </a:cubicBezTo>
                <a:close/>
                <a:moveTo>
                  <a:pt x="1806236" y="2837342"/>
                </a:moveTo>
                <a:cubicBezTo>
                  <a:pt x="1795313" y="2821748"/>
                  <a:pt x="1794459" y="2812045"/>
                  <a:pt x="1802462" y="2794480"/>
                </a:cubicBezTo>
                <a:cubicBezTo>
                  <a:pt x="1820524" y="2754839"/>
                  <a:pt x="1876425" y="2770074"/>
                  <a:pt x="1876425" y="2814637"/>
                </a:cubicBezTo>
                <a:cubicBezTo>
                  <a:pt x="1876425" y="2857446"/>
                  <a:pt x="1830682" y="2872243"/>
                  <a:pt x="1806236" y="2837342"/>
                </a:cubicBezTo>
                <a:close/>
                <a:moveTo>
                  <a:pt x="2422517" y="2813539"/>
                </a:moveTo>
                <a:cubicBezTo>
                  <a:pt x="2407898" y="2791229"/>
                  <a:pt x="2407658" y="2786011"/>
                  <a:pt x="2420217" y="2763533"/>
                </a:cubicBezTo>
                <a:cubicBezTo>
                  <a:pt x="2447134" y="2715354"/>
                  <a:pt x="2514600" y="2728401"/>
                  <a:pt x="2514600" y="2781785"/>
                </a:cubicBezTo>
                <a:cubicBezTo>
                  <a:pt x="2514600" y="2837694"/>
                  <a:pt x="2452398" y="2859144"/>
                  <a:pt x="2422517" y="2813539"/>
                </a:cubicBezTo>
                <a:close/>
                <a:moveTo>
                  <a:pt x="2130826" y="2813451"/>
                </a:moveTo>
                <a:cubicBezTo>
                  <a:pt x="2120821" y="2803446"/>
                  <a:pt x="2122644" y="2773783"/>
                  <a:pt x="2133685" y="2766959"/>
                </a:cubicBezTo>
                <a:cubicBezTo>
                  <a:pt x="2152864" y="2755106"/>
                  <a:pt x="2182448" y="2772621"/>
                  <a:pt x="2179399" y="2794024"/>
                </a:cubicBezTo>
                <a:cubicBezTo>
                  <a:pt x="2176493" y="2814419"/>
                  <a:pt x="2144564" y="2827189"/>
                  <a:pt x="2130826" y="2813451"/>
                </a:cubicBezTo>
                <a:close/>
                <a:moveTo>
                  <a:pt x="2257794" y="2734365"/>
                </a:moveTo>
                <a:cubicBezTo>
                  <a:pt x="2240648" y="2702328"/>
                  <a:pt x="2266787" y="2669750"/>
                  <a:pt x="2299551" y="2682322"/>
                </a:cubicBezTo>
                <a:cubicBezTo>
                  <a:pt x="2332611" y="2695009"/>
                  <a:pt x="2321502" y="2752725"/>
                  <a:pt x="2286000" y="2752725"/>
                </a:cubicBezTo>
                <a:cubicBezTo>
                  <a:pt x="2275891" y="2752725"/>
                  <a:pt x="2263198" y="2744463"/>
                  <a:pt x="2257794" y="2734365"/>
                </a:cubicBezTo>
                <a:close/>
                <a:moveTo>
                  <a:pt x="1035049" y="2736850"/>
                </a:moveTo>
                <a:cubicBezTo>
                  <a:pt x="1022380" y="2724180"/>
                  <a:pt x="1029106" y="2686502"/>
                  <a:pt x="1045614" y="2677667"/>
                </a:cubicBezTo>
                <a:cubicBezTo>
                  <a:pt x="1080842" y="2658814"/>
                  <a:pt x="1112382" y="2703332"/>
                  <a:pt x="1083945" y="2731770"/>
                </a:cubicBezTo>
                <a:cubicBezTo>
                  <a:pt x="1071491" y="2744223"/>
                  <a:pt x="1045159" y="2746959"/>
                  <a:pt x="1035049" y="2736850"/>
                </a:cubicBezTo>
                <a:close/>
                <a:moveTo>
                  <a:pt x="2655093" y="2732662"/>
                </a:moveTo>
                <a:cubicBezTo>
                  <a:pt x="2635846" y="2721740"/>
                  <a:pt x="2633265" y="2695019"/>
                  <a:pt x="2649855" y="2678430"/>
                </a:cubicBezTo>
                <a:cubicBezTo>
                  <a:pt x="2668354" y="2659930"/>
                  <a:pt x="2685243" y="2665232"/>
                  <a:pt x="2691865" y="2691618"/>
                </a:cubicBezTo>
                <a:cubicBezTo>
                  <a:pt x="2699810" y="2723270"/>
                  <a:pt x="2679160" y="2746319"/>
                  <a:pt x="2655093" y="2732662"/>
                </a:cubicBezTo>
                <a:close/>
                <a:moveTo>
                  <a:pt x="719168" y="2705196"/>
                </a:moveTo>
                <a:cubicBezTo>
                  <a:pt x="711047" y="2679610"/>
                  <a:pt x="730491" y="2655694"/>
                  <a:pt x="756404" y="2659396"/>
                </a:cubicBezTo>
                <a:cubicBezTo>
                  <a:pt x="789149" y="2664075"/>
                  <a:pt x="784403" y="2718448"/>
                  <a:pt x="750911" y="2722322"/>
                </a:cubicBezTo>
                <a:cubicBezTo>
                  <a:pt x="731997" y="2724510"/>
                  <a:pt x="723913" y="2720148"/>
                  <a:pt x="719168" y="2705196"/>
                </a:cubicBezTo>
                <a:close/>
                <a:moveTo>
                  <a:pt x="1590675" y="2695575"/>
                </a:moveTo>
                <a:cubicBezTo>
                  <a:pt x="1554906" y="2659806"/>
                  <a:pt x="1578699" y="2600325"/>
                  <a:pt x="1628775" y="2600325"/>
                </a:cubicBezTo>
                <a:cubicBezTo>
                  <a:pt x="1681053" y="2600325"/>
                  <a:pt x="1700665" y="2653125"/>
                  <a:pt x="1662545" y="2691245"/>
                </a:cubicBezTo>
                <a:cubicBezTo>
                  <a:pt x="1634184" y="2719606"/>
                  <a:pt x="1615813" y="2720713"/>
                  <a:pt x="1590675" y="2695575"/>
                </a:cubicBezTo>
                <a:close/>
                <a:moveTo>
                  <a:pt x="587704" y="2699079"/>
                </a:moveTo>
                <a:cubicBezTo>
                  <a:pt x="575247" y="2686622"/>
                  <a:pt x="580944" y="2647383"/>
                  <a:pt x="596051" y="2641586"/>
                </a:cubicBezTo>
                <a:cubicBezTo>
                  <a:pt x="619053" y="2632759"/>
                  <a:pt x="645182" y="2663280"/>
                  <a:pt x="632230" y="2683847"/>
                </a:cubicBezTo>
                <a:cubicBezTo>
                  <a:pt x="620874" y="2701879"/>
                  <a:pt x="598245" y="2709620"/>
                  <a:pt x="587704" y="2699079"/>
                </a:cubicBezTo>
                <a:close/>
                <a:moveTo>
                  <a:pt x="1327685" y="2691505"/>
                </a:moveTo>
                <a:cubicBezTo>
                  <a:pt x="1324816" y="2684028"/>
                  <a:pt x="1323879" y="2667954"/>
                  <a:pt x="1325603" y="2655786"/>
                </a:cubicBezTo>
                <a:cubicBezTo>
                  <a:pt x="1330157" y="2623639"/>
                  <a:pt x="1384446" y="2623495"/>
                  <a:pt x="1388999" y="2655618"/>
                </a:cubicBezTo>
                <a:cubicBezTo>
                  <a:pt x="1394636" y="2695378"/>
                  <a:pt x="1341178" y="2726667"/>
                  <a:pt x="1327685" y="2691505"/>
                </a:cubicBezTo>
                <a:close/>
                <a:moveTo>
                  <a:pt x="1977117" y="2671082"/>
                </a:moveTo>
                <a:cubicBezTo>
                  <a:pt x="1944229" y="2638193"/>
                  <a:pt x="1968299" y="2578893"/>
                  <a:pt x="2014537" y="2578893"/>
                </a:cubicBezTo>
                <a:cubicBezTo>
                  <a:pt x="2062172" y="2578893"/>
                  <a:pt x="2084889" y="2638264"/>
                  <a:pt x="2049506" y="2670286"/>
                </a:cubicBezTo>
                <a:cubicBezTo>
                  <a:pt x="2027554" y="2690152"/>
                  <a:pt x="1996529" y="2690493"/>
                  <a:pt x="1977117" y="2671082"/>
                </a:cubicBezTo>
                <a:close/>
                <a:moveTo>
                  <a:pt x="1791842" y="2659610"/>
                </a:moveTo>
                <a:cubicBezTo>
                  <a:pt x="1781060" y="2639462"/>
                  <a:pt x="1794633" y="2609850"/>
                  <a:pt x="1814650" y="2609850"/>
                </a:cubicBezTo>
                <a:cubicBezTo>
                  <a:pt x="1834472" y="2609850"/>
                  <a:pt x="1848079" y="2640383"/>
                  <a:pt x="1837044" y="2660102"/>
                </a:cubicBezTo>
                <a:cubicBezTo>
                  <a:pt x="1825155" y="2681345"/>
                  <a:pt x="1803347" y="2681107"/>
                  <a:pt x="1791842" y="2659610"/>
                </a:cubicBezTo>
                <a:close/>
                <a:moveTo>
                  <a:pt x="875837" y="2608985"/>
                </a:moveTo>
                <a:cubicBezTo>
                  <a:pt x="852333" y="2565068"/>
                  <a:pt x="900302" y="2510812"/>
                  <a:pt x="942615" y="2533457"/>
                </a:cubicBezTo>
                <a:cubicBezTo>
                  <a:pt x="964677" y="2545264"/>
                  <a:pt x="969719" y="2598345"/>
                  <a:pt x="950595" y="2617470"/>
                </a:cubicBezTo>
                <a:cubicBezTo>
                  <a:pt x="931776" y="2636288"/>
                  <a:pt x="887776" y="2631294"/>
                  <a:pt x="875837" y="2608985"/>
                </a:cubicBezTo>
                <a:close/>
                <a:moveTo>
                  <a:pt x="2387929" y="2613354"/>
                </a:moveTo>
                <a:cubicBezTo>
                  <a:pt x="2370727" y="2596152"/>
                  <a:pt x="2381252" y="2560900"/>
                  <a:pt x="2402681" y="2563943"/>
                </a:cubicBezTo>
                <a:cubicBezTo>
                  <a:pt x="2418343" y="2566168"/>
                  <a:pt x="2424112" y="2573362"/>
                  <a:pt x="2424112" y="2590669"/>
                </a:cubicBezTo>
                <a:cubicBezTo>
                  <a:pt x="2424112" y="2613659"/>
                  <a:pt x="2402059" y="2627484"/>
                  <a:pt x="2387929" y="2613354"/>
                </a:cubicBezTo>
                <a:close/>
                <a:moveTo>
                  <a:pt x="1137976" y="2590511"/>
                </a:moveTo>
                <a:cubicBezTo>
                  <a:pt x="1102280" y="2551067"/>
                  <a:pt x="1155227" y="2490794"/>
                  <a:pt x="1195911" y="2524560"/>
                </a:cubicBezTo>
                <a:cubicBezTo>
                  <a:pt x="1214070" y="2539630"/>
                  <a:pt x="1213444" y="2576144"/>
                  <a:pt x="1194707" y="2594882"/>
                </a:cubicBezTo>
                <a:cubicBezTo>
                  <a:pt x="1174649" y="2614939"/>
                  <a:pt x="1158992" y="2613733"/>
                  <a:pt x="1137976" y="2590511"/>
                </a:cubicBezTo>
                <a:close/>
                <a:moveTo>
                  <a:pt x="2186667" y="2566307"/>
                </a:moveTo>
                <a:cubicBezTo>
                  <a:pt x="2166633" y="2546272"/>
                  <a:pt x="2167811" y="2528013"/>
                  <a:pt x="2190609" y="2505215"/>
                </a:cubicBezTo>
                <a:cubicBezTo>
                  <a:pt x="2217351" y="2478473"/>
                  <a:pt x="2257425" y="2496244"/>
                  <a:pt x="2257425" y="2534843"/>
                </a:cubicBezTo>
                <a:cubicBezTo>
                  <a:pt x="2257425" y="2575535"/>
                  <a:pt x="2214834" y="2594474"/>
                  <a:pt x="2186667" y="2566307"/>
                </a:cubicBezTo>
                <a:close/>
                <a:moveTo>
                  <a:pt x="2532094" y="2557852"/>
                </a:moveTo>
                <a:cubicBezTo>
                  <a:pt x="2519027" y="2529172"/>
                  <a:pt x="2542571" y="2486025"/>
                  <a:pt x="2571289" y="2486025"/>
                </a:cubicBezTo>
                <a:cubicBezTo>
                  <a:pt x="2592954" y="2486025"/>
                  <a:pt x="2619375" y="2510293"/>
                  <a:pt x="2619375" y="2530194"/>
                </a:cubicBezTo>
                <a:cubicBezTo>
                  <a:pt x="2619375" y="2581906"/>
                  <a:pt x="2552683" y="2603040"/>
                  <a:pt x="2532094" y="2557852"/>
                </a:cubicBezTo>
                <a:close/>
                <a:moveTo>
                  <a:pt x="574968" y="2538476"/>
                </a:moveTo>
                <a:cubicBezTo>
                  <a:pt x="571669" y="2529878"/>
                  <a:pt x="573537" y="2518277"/>
                  <a:pt x="579120" y="2512695"/>
                </a:cubicBezTo>
                <a:cubicBezTo>
                  <a:pt x="593632" y="2498182"/>
                  <a:pt x="621129" y="2511446"/>
                  <a:pt x="617338" y="2531130"/>
                </a:cubicBezTo>
                <a:cubicBezTo>
                  <a:pt x="613115" y="2553055"/>
                  <a:pt x="582594" y="2558347"/>
                  <a:pt x="574968" y="2538476"/>
                </a:cubicBezTo>
                <a:close/>
                <a:moveTo>
                  <a:pt x="1486269" y="2515290"/>
                </a:moveTo>
                <a:cubicBezTo>
                  <a:pt x="1473818" y="2492025"/>
                  <a:pt x="1482281" y="2469407"/>
                  <a:pt x="1506287" y="2461788"/>
                </a:cubicBezTo>
                <a:cubicBezTo>
                  <a:pt x="1541871" y="2450494"/>
                  <a:pt x="1567843" y="2495521"/>
                  <a:pt x="1541145" y="2522220"/>
                </a:cubicBezTo>
                <a:cubicBezTo>
                  <a:pt x="1524001" y="2539363"/>
                  <a:pt x="1497352" y="2535998"/>
                  <a:pt x="1486269" y="2515290"/>
                </a:cubicBezTo>
                <a:close/>
                <a:moveTo>
                  <a:pt x="1847950" y="2509958"/>
                </a:moveTo>
                <a:cubicBezTo>
                  <a:pt x="1832123" y="2490888"/>
                  <a:pt x="1842666" y="2466975"/>
                  <a:pt x="1866900" y="2466975"/>
                </a:cubicBezTo>
                <a:cubicBezTo>
                  <a:pt x="1877706" y="2466975"/>
                  <a:pt x="1889036" y="2473458"/>
                  <a:pt x="1892077" y="2481383"/>
                </a:cubicBezTo>
                <a:cubicBezTo>
                  <a:pt x="1897550" y="2495646"/>
                  <a:pt x="1880775" y="2524125"/>
                  <a:pt x="1866900" y="2524125"/>
                </a:cubicBezTo>
                <a:cubicBezTo>
                  <a:pt x="1862944" y="2524125"/>
                  <a:pt x="1854416" y="2517750"/>
                  <a:pt x="1847950" y="2509958"/>
                </a:cubicBezTo>
                <a:close/>
                <a:moveTo>
                  <a:pt x="710799" y="2500139"/>
                </a:moveTo>
                <a:cubicBezTo>
                  <a:pt x="692914" y="2482254"/>
                  <a:pt x="691253" y="2463804"/>
                  <a:pt x="705185" y="2437773"/>
                </a:cubicBezTo>
                <a:cubicBezTo>
                  <a:pt x="718110" y="2413621"/>
                  <a:pt x="754449" y="2414269"/>
                  <a:pt x="776876" y="2439050"/>
                </a:cubicBezTo>
                <a:cubicBezTo>
                  <a:pt x="812769" y="2478712"/>
                  <a:pt x="748650" y="2537989"/>
                  <a:pt x="710799" y="2500139"/>
                </a:cubicBezTo>
                <a:close/>
                <a:moveTo>
                  <a:pt x="1306585" y="2463979"/>
                </a:moveTo>
                <a:cubicBezTo>
                  <a:pt x="1279707" y="2435369"/>
                  <a:pt x="1280420" y="2414413"/>
                  <a:pt x="1309254" y="2385579"/>
                </a:cubicBezTo>
                <a:cubicBezTo>
                  <a:pt x="1350062" y="2344771"/>
                  <a:pt x="1400175" y="2363760"/>
                  <a:pt x="1400175" y="2420030"/>
                </a:cubicBezTo>
                <a:cubicBezTo>
                  <a:pt x="1400175" y="2477347"/>
                  <a:pt x="1343948" y="2503751"/>
                  <a:pt x="1306585" y="2463979"/>
                </a:cubicBezTo>
                <a:close/>
                <a:moveTo>
                  <a:pt x="1661236" y="2443162"/>
                </a:moveTo>
                <a:cubicBezTo>
                  <a:pt x="1629896" y="2395331"/>
                  <a:pt x="1694786" y="2345122"/>
                  <a:pt x="1727528" y="2391868"/>
                </a:cubicBezTo>
                <a:cubicBezTo>
                  <a:pt x="1743019" y="2413984"/>
                  <a:pt x="1738917" y="2436693"/>
                  <a:pt x="1716110" y="2455068"/>
                </a:cubicBezTo>
                <a:cubicBezTo>
                  <a:pt x="1693947" y="2472926"/>
                  <a:pt x="1678549" y="2469585"/>
                  <a:pt x="1661236" y="2443162"/>
                </a:cubicBezTo>
                <a:close/>
                <a:moveTo>
                  <a:pt x="2029194" y="2439090"/>
                </a:moveTo>
                <a:cubicBezTo>
                  <a:pt x="2017810" y="2417818"/>
                  <a:pt x="2024370" y="2394522"/>
                  <a:pt x="2043848" y="2387047"/>
                </a:cubicBezTo>
                <a:cubicBezTo>
                  <a:pt x="2063763" y="2379406"/>
                  <a:pt x="2084425" y="2389936"/>
                  <a:pt x="2091161" y="2411162"/>
                </a:cubicBezTo>
                <a:cubicBezTo>
                  <a:pt x="2103673" y="2450583"/>
                  <a:pt x="2048623" y="2475393"/>
                  <a:pt x="2029194" y="2439090"/>
                </a:cubicBezTo>
                <a:close/>
                <a:moveTo>
                  <a:pt x="2419729" y="2443620"/>
                </a:moveTo>
                <a:cubicBezTo>
                  <a:pt x="2401422" y="2421561"/>
                  <a:pt x="2411598" y="2395537"/>
                  <a:pt x="2438530" y="2395537"/>
                </a:cubicBezTo>
                <a:cubicBezTo>
                  <a:pt x="2456244" y="2395537"/>
                  <a:pt x="2463022" y="2401267"/>
                  <a:pt x="2465427" y="2418272"/>
                </a:cubicBezTo>
                <a:cubicBezTo>
                  <a:pt x="2470193" y="2451983"/>
                  <a:pt x="2440390" y="2468514"/>
                  <a:pt x="2419729" y="2443620"/>
                </a:cubicBezTo>
                <a:close/>
                <a:moveTo>
                  <a:pt x="1035379" y="2432379"/>
                </a:moveTo>
                <a:cubicBezTo>
                  <a:pt x="1022922" y="2419922"/>
                  <a:pt x="1028619" y="2380683"/>
                  <a:pt x="1043726" y="2374886"/>
                </a:cubicBezTo>
                <a:cubicBezTo>
                  <a:pt x="1066728" y="2366059"/>
                  <a:pt x="1092857" y="2396580"/>
                  <a:pt x="1079905" y="2417147"/>
                </a:cubicBezTo>
                <a:cubicBezTo>
                  <a:pt x="1068549" y="2435179"/>
                  <a:pt x="1045920" y="2442920"/>
                  <a:pt x="1035379" y="2432379"/>
                </a:cubicBezTo>
                <a:close/>
                <a:moveTo>
                  <a:pt x="561975" y="2352339"/>
                </a:moveTo>
                <a:cubicBezTo>
                  <a:pt x="561975" y="2306892"/>
                  <a:pt x="563001" y="2304928"/>
                  <a:pt x="581563" y="2314862"/>
                </a:cubicBezTo>
                <a:cubicBezTo>
                  <a:pt x="607832" y="2328921"/>
                  <a:pt x="614298" y="2349073"/>
                  <a:pt x="601531" y="2377094"/>
                </a:cubicBezTo>
                <a:cubicBezTo>
                  <a:pt x="582469" y="2418931"/>
                  <a:pt x="561975" y="2406105"/>
                  <a:pt x="561975" y="2352339"/>
                </a:cubicBezTo>
                <a:close/>
                <a:moveTo>
                  <a:pt x="2601105" y="2382709"/>
                </a:moveTo>
                <a:cubicBezTo>
                  <a:pt x="2594628" y="2370606"/>
                  <a:pt x="2595118" y="2361691"/>
                  <a:pt x="2602675" y="2354134"/>
                </a:cubicBezTo>
                <a:cubicBezTo>
                  <a:pt x="2628805" y="2328004"/>
                  <a:pt x="2661907" y="2357717"/>
                  <a:pt x="2638324" y="2386133"/>
                </a:cubicBezTo>
                <a:cubicBezTo>
                  <a:pt x="2622718" y="2404938"/>
                  <a:pt x="2612499" y="2403997"/>
                  <a:pt x="2601105" y="2382709"/>
                </a:cubicBezTo>
                <a:close/>
                <a:moveTo>
                  <a:pt x="2247427" y="2366393"/>
                </a:moveTo>
                <a:cubicBezTo>
                  <a:pt x="2226599" y="2341296"/>
                  <a:pt x="2247071" y="2300287"/>
                  <a:pt x="2280428" y="2300287"/>
                </a:cubicBezTo>
                <a:cubicBezTo>
                  <a:pt x="2316334" y="2300287"/>
                  <a:pt x="2331549" y="2323986"/>
                  <a:pt x="2316645" y="2356697"/>
                </a:cubicBezTo>
                <a:cubicBezTo>
                  <a:pt x="2303775" y="2384942"/>
                  <a:pt x="2267087" y="2390081"/>
                  <a:pt x="2247427" y="2366393"/>
                </a:cubicBezTo>
                <a:close/>
                <a:moveTo>
                  <a:pt x="848160" y="2348436"/>
                </a:moveTo>
                <a:cubicBezTo>
                  <a:pt x="821068" y="2315793"/>
                  <a:pt x="858433" y="2260609"/>
                  <a:pt x="892968" y="2282258"/>
                </a:cubicBezTo>
                <a:cubicBezTo>
                  <a:pt x="926957" y="2303565"/>
                  <a:pt x="914731" y="2362200"/>
                  <a:pt x="876300" y="2362200"/>
                </a:cubicBezTo>
                <a:cubicBezTo>
                  <a:pt x="867105" y="2362200"/>
                  <a:pt x="854442" y="2356006"/>
                  <a:pt x="848160" y="2348436"/>
                </a:cubicBezTo>
                <a:close/>
                <a:moveTo>
                  <a:pt x="1172010" y="2329386"/>
                </a:moveTo>
                <a:cubicBezTo>
                  <a:pt x="1150599" y="2303588"/>
                  <a:pt x="1163519" y="2271712"/>
                  <a:pt x="1195387" y="2271712"/>
                </a:cubicBezTo>
                <a:cubicBezTo>
                  <a:pt x="1217972" y="2271712"/>
                  <a:pt x="1224614" y="2276314"/>
                  <a:pt x="1227074" y="2293668"/>
                </a:cubicBezTo>
                <a:cubicBezTo>
                  <a:pt x="1230485" y="2317724"/>
                  <a:pt x="1214203" y="2343150"/>
                  <a:pt x="1195387" y="2343150"/>
                </a:cubicBezTo>
                <a:cubicBezTo>
                  <a:pt x="1188812" y="2343150"/>
                  <a:pt x="1178292" y="2336956"/>
                  <a:pt x="1172010" y="2329386"/>
                </a:cubicBezTo>
                <a:close/>
                <a:moveTo>
                  <a:pt x="1872342" y="2328182"/>
                </a:moveTo>
                <a:cubicBezTo>
                  <a:pt x="1839252" y="2295091"/>
                  <a:pt x="1866666" y="2238375"/>
                  <a:pt x="1915751" y="2238375"/>
                </a:cubicBezTo>
                <a:cubicBezTo>
                  <a:pt x="1960638" y="2238375"/>
                  <a:pt x="1976486" y="2280343"/>
                  <a:pt x="1947322" y="2321980"/>
                </a:cubicBezTo>
                <a:cubicBezTo>
                  <a:pt x="1930028" y="2346670"/>
                  <a:pt x="1893825" y="2349664"/>
                  <a:pt x="1872342" y="2328182"/>
                </a:cubicBezTo>
                <a:close/>
                <a:moveTo>
                  <a:pt x="1544955" y="2322195"/>
                </a:moveTo>
                <a:cubicBezTo>
                  <a:pt x="1516517" y="2293757"/>
                  <a:pt x="1548057" y="2249239"/>
                  <a:pt x="1583285" y="2268092"/>
                </a:cubicBezTo>
                <a:cubicBezTo>
                  <a:pt x="1605694" y="2280085"/>
                  <a:pt x="1604845" y="2311418"/>
                  <a:pt x="1581776" y="2323764"/>
                </a:cubicBezTo>
                <a:cubicBezTo>
                  <a:pt x="1558815" y="2336053"/>
                  <a:pt x="1558813" y="2336053"/>
                  <a:pt x="1544955" y="2322195"/>
                </a:cubicBezTo>
                <a:close/>
                <a:moveTo>
                  <a:pt x="705285" y="2281761"/>
                </a:moveTo>
                <a:cubicBezTo>
                  <a:pt x="685480" y="2257898"/>
                  <a:pt x="696873" y="2224458"/>
                  <a:pt x="725949" y="2221105"/>
                </a:cubicBezTo>
                <a:cubicBezTo>
                  <a:pt x="746956" y="2218683"/>
                  <a:pt x="752966" y="2222729"/>
                  <a:pt x="757968" y="2242660"/>
                </a:cubicBezTo>
                <a:cubicBezTo>
                  <a:pt x="768383" y="2284156"/>
                  <a:pt x="730566" y="2312224"/>
                  <a:pt x="705285" y="2281761"/>
                </a:cubicBezTo>
                <a:close/>
                <a:moveTo>
                  <a:pt x="2129517" y="2261507"/>
                </a:moveTo>
                <a:cubicBezTo>
                  <a:pt x="2095506" y="2227495"/>
                  <a:pt x="2124484" y="2179198"/>
                  <a:pt x="2167219" y="2198670"/>
                </a:cubicBezTo>
                <a:cubicBezTo>
                  <a:pt x="2195018" y="2211336"/>
                  <a:pt x="2197708" y="2238649"/>
                  <a:pt x="2173331" y="2260711"/>
                </a:cubicBezTo>
                <a:cubicBezTo>
                  <a:pt x="2151837" y="2280163"/>
                  <a:pt x="2148239" y="2280228"/>
                  <a:pt x="2129517" y="2261507"/>
                </a:cubicBezTo>
                <a:close/>
                <a:moveTo>
                  <a:pt x="2453449" y="2258267"/>
                </a:moveTo>
                <a:cubicBezTo>
                  <a:pt x="2416420" y="2217350"/>
                  <a:pt x="2451294" y="2159207"/>
                  <a:pt x="2502191" y="2177003"/>
                </a:cubicBezTo>
                <a:cubicBezTo>
                  <a:pt x="2549593" y="2193578"/>
                  <a:pt x="2536121" y="2276475"/>
                  <a:pt x="2486025" y="2276475"/>
                </a:cubicBezTo>
                <a:cubicBezTo>
                  <a:pt x="2477171" y="2276475"/>
                  <a:pt x="2462512" y="2268281"/>
                  <a:pt x="2453449" y="2258267"/>
                </a:cubicBezTo>
                <a:close/>
                <a:moveTo>
                  <a:pt x="2687906" y="2243137"/>
                </a:moveTo>
                <a:cubicBezTo>
                  <a:pt x="2688101" y="2227421"/>
                  <a:pt x="2690235" y="2222145"/>
                  <a:pt x="2692650" y="2231412"/>
                </a:cubicBezTo>
                <a:cubicBezTo>
                  <a:pt x="2695065" y="2240680"/>
                  <a:pt x="2694906" y="2253538"/>
                  <a:pt x="2692297" y="2259987"/>
                </a:cubicBezTo>
                <a:cubicBezTo>
                  <a:pt x="2689688" y="2266436"/>
                  <a:pt x="2687712" y="2258853"/>
                  <a:pt x="2687906" y="2243137"/>
                </a:cubicBezTo>
                <a:close/>
                <a:moveTo>
                  <a:pt x="1390750" y="2233733"/>
                </a:moveTo>
                <a:cubicBezTo>
                  <a:pt x="1374923" y="2214663"/>
                  <a:pt x="1385466" y="2190750"/>
                  <a:pt x="1409700" y="2190750"/>
                </a:cubicBezTo>
                <a:cubicBezTo>
                  <a:pt x="1420506" y="2190750"/>
                  <a:pt x="1431836" y="2197233"/>
                  <a:pt x="1434877" y="2205158"/>
                </a:cubicBezTo>
                <a:cubicBezTo>
                  <a:pt x="1440350" y="2219421"/>
                  <a:pt x="1423575" y="2247900"/>
                  <a:pt x="1409700" y="2247900"/>
                </a:cubicBezTo>
                <a:cubicBezTo>
                  <a:pt x="1405744" y="2247900"/>
                  <a:pt x="1397216" y="2241525"/>
                  <a:pt x="1390750" y="2233733"/>
                </a:cubicBezTo>
                <a:close/>
                <a:moveTo>
                  <a:pt x="1725930" y="2236470"/>
                </a:moveTo>
                <a:cubicBezTo>
                  <a:pt x="1702005" y="2212545"/>
                  <a:pt x="1719814" y="2171700"/>
                  <a:pt x="1754169" y="2171700"/>
                </a:cubicBezTo>
                <a:cubicBezTo>
                  <a:pt x="1768337" y="2171700"/>
                  <a:pt x="1790700" y="2197139"/>
                  <a:pt x="1790700" y="2213255"/>
                </a:cubicBezTo>
                <a:cubicBezTo>
                  <a:pt x="1790700" y="2238090"/>
                  <a:pt x="1744211" y="2254751"/>
                  <a:pt x="1725930" y="2236470"/>
                </a:cubicBezTo>
                <a:close/>
                <a:moveTo>
                  <a:pt x="977788" y="2201906"/>
                </a:moveTo>
                <a:cubicBezTo>
                  <a:pt x="946947" y="2167826"/>
                  <a:pt x="965421" y="2114550"/>
                  <a:pt x="1008080" y="2114550"/>
                </a:cubicBezTo>
                <a:cubicBezTo>
                  <a:pt x="1022564" y="2114550"/>
                  <a:pt x="1039736" y="2109228"/>
                  <a:pt x="1046241" y="2102723"/>
                </a:cubicBezTo>
                <a:cubicBezTo>
                  <a:pt x="1055660" y="2093304"/>
                  <a:pt x="1059897" y="2093789"/>
                  <a:pt x="1067050" y="2105104"/>
                </a:cubicBezTo>
                <a:cubicBezTo>
                  <a:pt x="1105010" y="2165147"/>
                  <a:pt x="1024014" y="2252985"/>
                  <a:pt x="977788" y="2201906"/>
                </a:cubicBezTo>
                <a:close/>
                <a:moveTo>
                  <a:pt x="2307431" y="2203450"/>
                </a:moveTo>
                <a:cubicBezTo>
                  <a:pt x="2291569" y="2197105"/>
                  <a:pt x="2292187" y="2165493"/>
                  <a:pt x="2308295" y="2159312"/>
                </a:cubicBezTo>
                <a:cubicBezTo>
                  <a:pt x="2327242" y="2152042"/>
                  <a:pt x="2345492" y="2166805"/>
                  <a:pt x="2341705" y="2186339"/>
                </a:cubicBezTo>
                <a:cubicBezTo>
                  <a:pt x="2338099" y="2204942"/>
                  <a:pt x="2326117" y="2210924"/>
                  <a:pt x="2307431" y="2203450"/>
                </a:cubicBezTo>
                <a:close/>
                <a:moveTo>
                  <a:pt x="561975" y="2130314"/>
                </a:moveTo>
                <a:cubicBezTo>
                  <a:pt x="561975" y="2106784"/>
                  <a:pt x="559242" y="2080411"/>
                  <a:pt x="555902" y="2071707"/>
                </a:cubicBezTo>
                <a:cubicBezTo>
                  <a:pt x="544974" y="2043230"/>
                  <a:pt x="601875" y="2057937"/>
                  <a:pt x="618628" y="2087919"/>
                </a:cubicBezTo>
                <a:cubicBezTo>
                  <a:pt x="631910" y="2111688"/>
                  <a:pt x="631487" y="2115733"/>
                  <a:pt x="613157" y="2140307"/>
                </a:cubicBezTo>
                <a:cubicBezTo>
                  <a:pt x="580382" y="2184247"/>
                  <a:pt x="561975" y="2180653"/>
                  <a:pt x="561975" y="2130314"/>
                </a:cubicBezTo>
                <a:close/>
                <a:moveTo>
                  <a:pt x="1520713" y="2135231"/>
                </a:moveTo>
                <a:cubicBezTo>
                  <a:pt x="1499097" y="2111345"/>
                  <a:pt x="1500517" y="2069967"/>
                  <a:pt x="1523373" y="2057735"/>
                </a:cubicBezTo>
                <a:cubicBezTo>
                  <a:pt x="1585840" y="2024303"/>
                  <a:pt x="1639492" y="2084782"/>
                  <a:pt x="1590675" y="2133600"/>
                </a:cubicBezTo>
                <a:cubicBezTo>
                  <a:pt x="1566946" y="2157328"/>
                  <a:pt x="1541253" y="2157927"/>
                  <a:pt x="1520713" y="2135231"/>
                </a:cubicBezTo>
                <a:close/>
                <a:moveTo>
                  <a:pt x="2584743" y="2138426"/>
                </a:moveTo>
                <a:cubicBezTo>
                  <a:pt x="2581444" y="2129828"/>
                  <a:pt x="2583312" y="2118227"/>
                  <a:pt x="2588895" y="2112645"/>
                </a:cubicBezTo>
                <a:cubicBezTo>
                  <a:pt x="2603407" y="2098132"/>
                  <a:pt x="2630904" y="2111396"/>
                  <a:pt x="2627113" y="2131080"/>
                </a:cubicBezTo>
                <a:cubicBezTo>
                  <a:pt x="2622890" y="2153005"/>
                  <a:pt x="2592369" y="2158297"/>
                  <a:pt x="2584743" y="2138426"/>
                </a:cubicBezTo>
                <a:close/>
                <a:moveTo>
                  <a:pt x="1994169" y="2128837"/>
                </a:moveTo>
                <a:cubicBezTo>
                  <a:pt x="1986623" y="2109173"/>
                  <a:pt x="1996854" y="2085975"/>
                  <a:pt x="2013072" y="2085975"/>
                </a:cubicBezTo>
                <a:cubicBezTo>
                  <a:pt x="2036551" y="2085975"/>
                  <a:pt x="2052075" y="2112299"/>
                  <a:pt x="2038350" y="2128837"/>
                </a:cubicBezTo>
                <a:cubicBezTo>
                  <a:pt x="2031828" y="2136695"/>
                  <a:pt x="2020453" y="2143125"/>
                  <a:pt x="2013072" y="2143125"/>
                </a:cubicBezTo>
                <a:cubicBezTo>
                  <a:pt x="2005691" y="2143125"/>
                  <a:pt x="1997184" y="2136695"/>
                  <a:pt x="1994169" y="2128837"/>
                </a:cubicBezTo>
                <a:close/>
                <a:moveTo>
                  <a:pt x="1243692" y="2109107"/>
                </a:moveTo>
                <a:cubicBezTo>
                  <a:pt x="1220095" y="2085509"/>
                  <a:pt x="1233061" y="2019300"/>
                  <a:pt x="1261279" y="2019300"/>
                </a:cubicBezTo>
                <a:cubicBezTo>
                  <a:pt x="1273079" y="2019300"/>
                  <a:pt x="1323975" y="2051304"/>
                  <a:pt x="1323975" y="2058723"/>
                </a:cubicBezTo>
                <a:cubicBezTo>
                  <a:pt x="1323975" y="2106257"/>
                  <a:pt x="1272897" y="2138312"/>
                  <a:pt x="1243692" y="2109107"/>
                </a:cubicBezTo>
                <a:close/>
                <a:moveTo>
                  <a:pt x="792480" y="2103120"/>
                </a:moveTo>
                <a:cubicBezTo>
                  <a:pt x="763607" y="2074247"/>
                  <a:pt x="802886" y="2022520"/>
                  <a:pt x="834046" y="2048380"/>
                </a:cubicBezTo>
                <a:cubicBezTo>
                  <a:pt x="858188" y="2068416"/>
                  <a:pt x="844482" y="2114550"/>
                  <a:pt x="814387" y="2114550"/>
                </a:cubicBezTo>
                <a:cubicBezTo>
                  <a:pt x="808624" y="2114550"/>
                  <a:pt x="798766" y="2109406"/>
                  <a:pt x="792480" y="2103120"/>
                </a:cubicBezTo>
                <a:close/>
                <a:moveTo>
                  <a:pt x="1768475" y="2060574"/>
                </a:moveTo>
                <a:cubicBezTo>
                  <a:pt x="1755536" y="2047636"/>
                  <a:pt x="1762695" y="2010139"/>
                  <a:pt x="1779859" y="2000954"/>
                </a:cubicBezTo>
                <a:cubicBezTo>
                  <a:pt x="1807294" y="1986271"/>
                  <a:pt x="1833305" y="2009575"/>
                  <a:pt x="1825260" y="2041630"/>
                </a:cubicBezTo>
                <a:cubicBezTo>
                  <a:pt x="1819116" y="2066112"/>
                  <a:pt x="1785295" y="2077395"/>
                  <a:pt x="1768475" y="2060574"/>
                </a:cubicBezTo>
                <a:close/>
                <a:moveTo>
                  <a:pt x="2200851" y="2048451"/>
                </a:moveTo>
                <a:cubicBezTo>
                  <a:pt x="2190057" y="2037657"/>
                  <a:pt x="2181225" y="2020252"/>
                  <a:pt x="2181225" y="2009775"/>
                </a:cubicBezTo>
                <a:cubicBezTo>
                  <a:pt x="2181225" y="1954696"/>
                  <a:pt x="2258783" y="1935251"/>
                  <a:pt x="2285699" y="1983581"/>
                </a:cubicBezTo>
                <a:cubicBezTo>
                  <a:pt x="2316936" y="2039669"/>
                  <a:pt x="2246172" y="2093772"/>
                  <a:pt x="2200851" y="2048451"/>
                </a:cubicBezTo>
                <a:close/>
                <a:moveTo>
                  <a:pt x="2429314" y="2053167"/>
                </a:moveTo>
                <a:cubicBezTo>
                  <a:pt x="2412023" y="2032332"/>
                  <a:pt x="2424350" y="2007808"/>
                  <a:pt x="2450263" y="2011488"/>
                </a:cubicBezTo>
                <a:cubicBezTo>
                  <a:pt x="2465969" y="2013718"/>
                  <a:pt x="2471737" y="2020898"/>
                  <a:pt x="2471737" y="2038219"/>
                </a:cubicBezTo>
                <a:cubicBezTo>
                  <a:pt x="2471737" y="2066010"/>
                  <a:pt x="2447160" y="2074670"/>
                  <a:pt x="2429314" y="2053167"/>
                </a:cubicBezTo>
                <a:close/>
                <a:moveTo>
                  <a:pt x="2672985" y="2016609"/>
                </a:moveTo>
                <a:cubicBezTo>
                  <a:pt x="2646802" y="1997464"/>
                  <a:pt x="2661388" y="1924050"/>
                  <a:pt x="2691374" y="1924050"/>
                </a:cubicBezTo>
                <a:cubicBezTo>
                  <a:pt x="2701473" y="1924050"/>
                  <a:pt x="2705100" y="1936485"/>
                  <a:pt x="2705100" y="1971112"/>
                </a:cubicBezTo>
                <a:cubicBezTo>
                  <a:pt x="2705100" y="2022838"/>
                  <a:pt x="2697067" y="2034218"/>
                  <a:pt x="2672985" y="2016609"/>
                </a:cubicBezTo>
                <a:close/>
                <a:moveTo>
                  <a:pt x="924025" y="1995608"/>
                </a:moveTo>
                <a:cubicBezTo>
                  <a:pt x="908198" y="1976538"/>
                  <a:pt x="918741" y="1952625"/>
                  <a:pt x="942975" y="1952625"/>
                </a:cubicBezTo>
                <a:cubicBezTo>
                  <a:pt x="953781" y="1952625"/>
                  <a:pt x="965111" y="1959108"/>
                  <a:pt x="968152" y="1967033"/>
                </a:cubicBezTo>
                <a:cubicBezTo>
                  <a:pt x="973625" y="1981296"/>
                  <a:pt x="956850" y="2009775"/>
                  <a:pt x="942975" y="2009775"/>
                </a:cubicBezTo>
                <a:cubicBezTo>
                  <a:pt x="939019" y="2009775"/>
                  <a:pt x="930491" y="2003400"/>
                  <a:pt x="924025" y="1995608"/>
                </a:cubicBezTo>
                <a:close/>
                <a:moveTo>
                  <a:pt x="1949338" y="1973306"/>
                </a:moveTo>
                <a:cubicBezTo>
                  <a:pt x="1919529" y="1940367"/>
                  <a:pt x="1935159" y="1895475"/>
                  <a:pt x="1976437" y="1895475"/>
                </a:cubicBezTo>
                <a:cubicBezTo>
                  <a:pt x="2003809" y="1895475"/>
                  <a:pt x="2019300" y="1913254"/>
                  <a:pt x="2019300" y="1944669"/>
                </a:cubicBezTo>
                <a:cubicBezTo>
                  <a:pt x="2019300" y="1986376"/>
                  <a:pt x="1976880" y="2003739"/>
                  <a:pt x="1949338" y="1973306"/>
                </a:cubicBezTo>
                <a:close/>
                <a:moveTo>
                  <a:pt x="1091292" y="1966232"/>
                </a:moveTo>
                <a:cubicBezTo>
                  <a:pt x="1073063" y="1948003"/>
                  <a:pt x="1072765" y="1942084"/>
                  <a:pt x="1088957" y="1919940"/>
                </a:cubicBezTo>
                <a:cubicBezTo>
                  <a:pt x="1106229" y="1896318"/>
                  <a:pt x="1143000" y="1907976"/>
                  <a:pt x="1143000" y="1937074"/>
                </a:cubicBezTo>
                <a:cubicBezTo>
                  <a:pt x="1143000" y="1976015"/>
                  <a:pt x="1116192" y="1991131"/>
                  <a:pt x="1091292" y="1966232"/>
                </a:cubicBezTo>
                <a:close/>
                <a:moveTo>
                  <a:pt x="600835" y="1958304"/>
                </a:moveTo>
                <a:cubicBezTo>
                  <a:pt x="581279" y="1934740"/>
                  <a:pt x="597272" y="1903379"/>
                  <a:pt x="627086" y="1906827"/>
                </a:cubicBezTo>
                <a:cubicBezTo>
                  <a:pt x="648279" y="1909278"/>
                  <a:pt x="652462" y="1914472"/>
                  <a:pt x="652462" y="1938337"/>
                </a:cubicBezTo>
                <a:cubicBezTo>
                  <a:pt x="652462" y="1971062"/>
                  <a:pt x="621395" y="1983077"/>
                  <a:pt x="600835" y="1958304"/>
                </a:cubicBezTo>
                <a:close/>
                <a:moveTo>
                  <a:pt x="1394360" y="1958080"/>
                </a:moveTo>
                <a:cubicBezTo>
                  <a:pt x="1383359" y="1929412"/>
                  <a:pt x="1394945" y="1900303"/>
                  <a:pt x="1418691" y="1896951"/>
                </a:cubicBezTo>
                <a:cubicBezTo>
                  <a:pt x="1458452" y="1891339"/>
                  <a:pt x="1477094" y="1941541"/>
                  <a:pt x="1443732" y="1964385"/>
                </a:cubicBezTo>
                <a:cubicBezTo>
                  <a:pt x="1426790" y="1975986"/>
                  <a:pt x="1399914" y="1972554"/>
                  <a:pt x="1394360" y="1958080"/>
                </a:cubicBezTo>
                <a:close/>
                <a:moveTo>
                  <a:pt x="1602581" y="1936750"/>
                </a:moveTo>
                <a:cubicBezTo>
                  <a:pt x="1585499" y="1929917"/>
                  <a:pt x="1587873" y="1886427"/>
                  <a:pt x="1605701" y="1879586"/>
                </a:cubicBezTo>
                <a:cubicBezTo>
                  <a:pt x="1628264" y="1870927"/>
                  <a:pt x="1654841" y="1901271"/>
                  <a:pt x="1642220" y="1921280"/>
                </a:cubicBezTo>
                <a:cubicBezTo>
                  <a:pt x="1630825" y="1939345"/>
                  <a:pt x="1619813" y="1943642"/>
                  <a:pt x="1602581" y="1936750"/>
                </a:cubicBezTo>
                <a:close/>
                <a:moveTo>
                  <a:pt x="2516147" y="1925208"/>
                </a:moveTo>
                <a:cubicBezTo>
                  <a:pt x="2493784" y="1911032"/>
                  <a:pt x="2506557" y="1871662"/>
                  <a:pt x="2533519" y="1871662"/>
                </a:cubicBezTo>
                <a:cubicBezTo>
                  <a:pt x="2560451" y="1871662"/>
                  <a:pt x="2570627" y="1897686"/>
                  <a:pt x="2552320" y="1919745"/>
                </a:cubicBezTo>
                <a:cubicBezTo>
                  <a:pt x="2539148" y="1935616"/>
                  <a:pt x="2533834" y="1936418"/>
                  <a:pt x="2516147" y="1925208"/>
                </a:cubicBezTo>
                <a:close/>
                <a:moveTo>
                  <a:pt x="747169" y="1900744"/>
                </a:moveTo>
                <a:cubicBezTo>
                  <a:pt x="716443" y="1853851"/>
                  <a:pt x="774449" y="1794985"/>
                  <a:pt x="813200" y="1833735"/>
                </a:cubicBezTo>
                <a:cubicBezTo>
                  <a:pt x="834061" y="1854597"/>
                  <a:pt x="832690" y="1881934"/>
                  <a:pt x="809625" y="1905000"/>
                </a:cubicBezTo>
                <a:cubicBezTo>
                  <a:pt x="784326" y="1930298"/>
                  <a:pt x="765701" y="1929029"/>
                  <a:pt x="747169" y="1900744"/>
                </a:cubicBezTo>
                <a:close/>
                <a:moveTo>
                  <a:pt x="2324535" y="1862661"/>
                </a:moveTo>
                <a:cubicBezTo>
                  <a:pt x="2297443" y="1830018"/>
                  <a:pt x="2334808" y="1774834"/>
                  <a:pt x="2369343" y="1796483"/>
                </a:cubicBezTo>
                <a:cubicBezTo>
                  <a:pt x="2403332" y="1817790"/>
                  <a:pt x="2391106" y="1876425"/>
                  <a:pt x="2352675" y="1876425"/>
                </a:cubicBezTo>
                <a:cubicBezTo>
                  <a:pt x="2343480" y="1876425"/>
                  <a:pt x="2330817" y="1870231"/>
                  <a:pt x="2324535" y="1862661"/>
                </a:cubicBezTo>
                <a:close/>
                <a:moveTo>
                  <a:pt x="2105404" y="1853070"/>
                </a:moveTo>
                <a:cubicBezTo>
                  <a:pt x="2087175" y="1831105"/>
                  <a:pt x="2097437" y="1805334"/>
                  <a:pt x="2125720" y="1802052"/>
                </a:cubicBezTo>
                <a:cubicBezTo>
                  <a:pt x="2144551" y="1799867"/>
                  <a:pt x="2152641" y="1804243"/>
                  <a:pt x="2157381" y="1819178"/>
                </a:cubicBezTo>
                <a:cubicBezTo>
                  <a:pt x="2169062" y="1855980"/>
                  <a:pt x="2129324" y="1881891"/>
                  <a:pt x="2105404" y="1853070"/>
                </a:cubicBezTo>
                <a:close/>
                <a:moveTo>
                  <a:pt x="1206388" y="1839956"/>
                </a:moveTo>
                <a:cubicBezTo>
                  <a:pt x="1172215" y="1802195"/>
                  <a:pt x="1198480" y="1743075"/>
                  <a:pt x="1249429" y="1743075"/>
                </a:cubicBezTo>
                <a:cubicBezTo>
                  <a:pt x="1284926" y="1743075"/>
                  <a:pt x="1308169" y="1773292"/>
                  <a:pt x="1300285" y="1809189"/>
                </a:cubicBezTo>
                <a:cubicBezTo>
                  <a:pt x="1289966" y="1856173"/>
                  <a:pt x="1236823" y="1873586"/>
                  <a:pt x="1206388" y="1839956"/>
                </a:cubicBezTo>
                <a:close/>
                <a:moveTo>
                  <a:pt x="1749313" y="1839956"/>
                </a:moveTo>
                <a:cubicBezTo>
                  <a:pt x="1727593" y="1815955"/>
                  <a:pt x="1729583" y="1785612"/>
                  <a:pt x="1754396" y="1762496"/>
                </a:cubicBezTo>
                <a:cubicBezTo>
                  <a:pt x="1808662" y="1711939"/>
                  <a:pt x="1875907" y="1774979"/>
                  <a:pt x="1833022" y="1836205"/>
                </a:cubicBezTo>
                <a:cubicBezTo>
                  <a:pt x="1814715" y="1862342"/>
                  <a:pt x="1771332" y="1864286"/>
                  <a:pt x="1749313" y="1839956"/>
                </a:cubicBezTo>
                <a:close/>
                <a:moveTo>
                  <a:pt x="914500" y="1805108"/>
                </a:moveTo>
                <a:cubicBezTo>
                  <a:pt x="898673" y="1786038"/>
                  <a:pt x="909216" y="1762125"/>
                  <a:pt x="933450" y="1762125"/>
                </a:cubicBezTo>
                <a:cubicBezTo>
                  <a:pt x="944256" y="1762125"/>
                  <a:pt x="955586" y="1768608"/>
                  <a:pt x="958627" y="1776533"/>
                </a:cubicBezTo>
                <a:cubicBezTo>
                  <a:pt x="964100" y="1790796"/>
                  <a:pt x="947325" y="1819275"/>
                  <a:pt x="933450" y="1819275"/>
                </a:cubicBezTo>
                <a:cubicBezTo>
                  <a:pt x="929494" y="1819275"/>
                  <a:pt x="920966" y="1812900"/>
                  <a:pt x="914500" y="1805108"/>
                </a:cubicBezTo>
                <a:close/>
                <a:moveTo>
                  <a:pt x="552450" y="1752301"/>
                </a:moveTo>
                <a:cubicBezTo>
                  <a:pt x="552450" y="1691619"/>
                  <a:pt x="560089" y="1684039"/>
                  <a:pt x="590550" y="1714500"/>
                </a:cubicBezTo>
                <a:cubicBezTo>
                  <a:pt x="621226" y="1745176"/>
                  <a:pt x="610678" y="1788910"/>
                  <a:pt x="569118" y="1803357"/>
                </a:cubicBezTo>
                <a:cubicBezTo>
                  <a:pt x="554458" y="1808453"/>
                  <a:pt x="552450" y="1802302"/>
                  <a:pt x="552450" y="1752301"/>
                </a:cubicBezTo>
                <a:close/>
                <a:moveTo>
                  <a:pt x="2565925" y="1767555"/>
                </a:moveTo>
                <a:cubicBezTo>
                  <a:pt x="2556442" y="1742841"/>
                  <a:pt x="2569734" y="1722414"/>
                  <a:pt x="2593138" y="1725738"/>
                </a:cubicBezTo>
                <a:cubicBezTo>
                  <a:pt x="2608880" y="1727973"/>
                  <a:pt x="2614612" y="1735143"/>
                  <a:pt x="2614612" y="1752600"/>
                </a:cubicBezTo>
                <a:cubicBezTo>
                  <a:pt x="2614612" y="1780716"/>
                  <a:pt x="2575577" y="1792707"/>
                  <a:pt x="2565925" y="1767555"/>
                </a:cubicBezTo>
                <a:close/>
                <a:moveTo>
                  <a:pt x="1442467" y="1748303"/>
                </a:moveTo>
                <a:cubicBezTo>
                  <a:pt x="1424984" y="1721622"/>
                  <a:pt x="1431079" y="1690446"/>
                  <a:pt x="1456430" y="1676878"/>
                </a:cubicBezTo>
                <a:cubicBezTo>
                  <a:pt x="1501755" y="1652621"/>
                  <a:pt x="1547810" y="1705567"/>
                  <a:pt x="1519270" y="1749123"/>
                </a:cubicBezTo>
                <a:cubicBezTo>
                  <a:pt x="1499631" y="1779097"/>
                  <a:pt x="1462383" y="1778699"/>
                  <a:pt x="1442467" y="1748303"/>
                </a:cubicBezTo>
                <a:close/>
                <a:moveTo>
                  <a:pt x="1635323" y="1765498"/>
                </a:moveTo>
                <a:cubicBezTo>
                  <a:pt x="1621840" y="1752015"/>
                  <a:pt x="1629470" y="1733550"/>
                  <a:pt x="1648523" y="1733550"/>
                </a:cubicBezTo>
                <a:cubicBezTo>
                  <a:pt x="1661838" y="1733550"/>
                  <a:pt x="1667268" y="1738722"/>
                  <a:pt x="1665192" y="1749429"/>
                </a:cubicBezTo>
                <a:cubicBezTo>
                  <a:pt x="1661792" y="1766960"/>
                  <a:pt x="1645532" y="1775707"/>
                  <a:pt x="1635323" y="1765498"/>
                </a:cubicBezTo>
                <a:close/>
                <a:moveTo>
                  <a:pt x="1953638" y="1735443"/>
                </a:moveTo>
                <a:cubicBezTo>
                  <a:pt x="1940908" y="1711658"/>
                  <a:pt x="1960936" y="1682460"/>
                  <a:pt x="1986592" y="1687400"/>
                </a:cubicBezTo>
                <a:cubicBezTo>
                  <a:pt x="2014485" y="1692772"/>
                  <a:pt x="2012469" y="1746775"/>
                  <a:pt x="1984225" y="1750796"/>
                </a:cubicBezTo>
                <a:cubicBezTo>
                  <a:pt x="1971312" y="1752635"/>
                  <a:pt x="1959726" y="1746819"/>
                  <a:pt x="1953638" y="1735443"/>
                </a:cubicBezTo>
                <a:close/>
                <a:moveTo>
                  <a:pt x="1038999" y="1729720"/>
                </a:moveTo>
                <a:cubicBezTo>
                  <a:pt x="1019563" y="1706301"/>
                  <a:pt x="1029851" y="1671637"/>
                  <a:pt x="1056236" y="1671637"/>
                </a:cubicBezTo>
                <a:cubicBezTo>
                  <a:pt x="1085893" y="1671637"/>
                  <a:pt x="1103956" y="1698756"/>
                  <a:pt x="1089542" y="1721643"/>
                </a:cubicBezTo>
                <a:cubicBezTo>
                  <a:pt x="1075639" y="1743720"/>
                  <a:pt x="1053548" y="1747250"/>
                  <a:pt x="1038999" y="1729720"/>
                </a:cubicBezTo>
                <a:close/>
                <a:moveTo>
                  <a:pt x="797326" y="1708551"/>
                </a:moveTo>
                <a:cubicBezTo>
                  <a:pt x="785847" y="1697072"/>
                  <a:pt x="789861" y="1669799"/>
                  <a:pt x="804862" y="1657350"/>
                </a:cubicBezTo>
                <a:cubicBezTo>
                  <a:pt x="823964" y="1641496"/>
                  <a:pt x="849783" y="1661994"/>
                  <a:pt x="845803" y="1689854"/>
                </a:cubicBezTo>
                <a:cubicBezTo>
                  <a:pt x="842986" y="1709568"/>
                  <a:pt x="810769" y="1721994"/>
                  <a:pt x="797326" y="1708551"/>
                </a:cubicBezTo>
                <a:close/>
                <a:moveTo>
                  <a:pt x="2177938" y="1697081"/>
                </a:moveTo>
                <a:cubicBezTo>
                  <a:pt x="2145002" y="1660686"/>
                  <a:pt x="2167370" y="1600200"/>
                  <a:pt x="2213766" y="1600200"/>
                </a:cubicBezTo>
                <a:cubicBezTo>
                  <a:pt x="2260492" y="1600200"/>
                  <a:pt x="2284704" y="1666905"/>
                  <a:pt x="2249531" y="1698736"/>
                </a:cubicBezTo>
                <a:cubicBezTo>
                  <a:pt x="2226679" y="1719416"/>
                  <a:pt x="2197542" y="1718743"/>
                  <a:pt x="2177938" y="1697081"/>
                </a:cubicBezTo>
                <a:close/>
                <a:moveTo>
                  <a:pt x="2426493" y="1675637"/>
                </a:moveTo>
                <a:cubicBezTo>
                  <a:pt x="2387587" y="1652976"/>
                  <a:pt x="2420224" y="1588860"/>
                  <a:pt x="2461169" y="1607516"/>
                </a:cubicBezTo>
                <a:cubicBezTo>
                  <a:pt x="2489350" y="1620356"/>
                  <a:pt x="2493706" y="1648307"/>
                  <a:pt x="2471057" y="1670957"/>
                </a:cubicBezTo>
                <a:cubicBezTo>
                  <a:pt x="2453707" y="1688306"/>
                  <a:pt x="2449080" y="1688792"/>
                  <a:pt x="2426493" y="1675637"/>
                </a:cubicBezTo>
                <a:close/>
                <a:moveTo>
                  <a:pt x="1178326" y="1632351"/>
                </a:moveTo>
                <a:cubicBezTo>
                  <a:pt x="1156559" y="1610584"/>
                  <a:pt x="1185042" y="1566425"/>
                  <a:pt x="1213745" y="1577439"/>
                </a:cubicBezTo>
                <a:cubicBezTo>
                  <a:pt x="1237076" y="1586392"/>
                  <a:pt x="1229821" y="1632698"/>
                  <a:pt x="1204520" y="1636320"/>
                </a:cubicBezTo>
                <a:cubicBezTo>
                  <a:pt x="1193827" y="1637851"/>
                  <a:pt x="1182040" y="1636065"/>
                  <a:pt x="1178326" y="1632351"/>
                </a:cubicBezTo>
                <a:close/>
                <a:moveTo>
                  <a:pt x="1700233" y="1625205"/>
                </a:moveTo>
                <a:cubicBezTo>
                  <a:pt x="1677864" y="1608849"/>
                  <a:pt x="1684816" y="1567701"/>
                  <a:pt x="1710570" y="1564021"/>
                </a:cubicBezTo>
                <a:cubicBezTo>
                  <a:pt x="1735811" y="1560415"/>
                  <a:pt x="1755960" y="1584132"/>
                  <a:pt x="1748261" y="1608387"/>
                </a:cubicBezTo>
                <a:cubicBezTo>
                  <a:pt x="1740508" y="1632817"/>
                  <a:pt x="1720314" y="1639889"/>
                  <a:pt x="1700233" y="1625205"/>
                </a:cubicBezTo>
                <a:close/>
                <a:moveTo>
                  <a:pt x="647700" y="1609725"/>
                </a:moveTo>
                <a:cubicBezTo>
                  <a:pt x="626242" y="1569631"/>
                  <a:pt x="676019" y="1532123"/>
                  <a:pt x="704747" y="1566738"/>
                </a:cubicBezTo>
                <a:cubicBezTo>
                  <a:pt x="711489" y="1574862"/>
                  <a:pt x="713940" y="1591110"/>
                  <a:pt x="710494" y="1604838"/>
                </a:cubicBezTo>
                <a:cubicBezTo>
                  <a:pt x="702940" y="1634937"/>
                  <a:pt x="662862" y="1638055"/>
                  <a:pt x="647700" y="1609725"/>
                </a:cubicBezTo>
                <a:close/>
                <a:moveTo>
                  <a:pt x="2615152" y="1607605"/>
                </a:moveTo>
                <a:cubicBezTo>
                  <a:pt x="2594791" y="1578536"/>
                  <a:pt x="2596564" y="1556820"/>
                  <a:pt x="2621171" y="1533896"/>
                </a:cubicBezTo>
                <a:cubicBezTo>
                  <a:pt x="2658208" y="1499390"/>
                  <a:pt x="2705100" y="1521394"/>
                  <a:pt x="2705100" y="1573279"/>
                </a:cubicBezTo>
                <a:cubicBezTo>
                  <a:pt x="2705100" y="1623290"/>
                  <a:pt x="2642793" y="1647067"/>
                  <a:pt x="2615152" y="1607605"/>
                </a:cubicBezTo>
                <a:close/>
                <a:moveTo>
                  <a:pt x="881602" y="1569505"/>
                </a:moveTo>
                <a:cubicBezTo>
                  <a:pt x="862135" y="1541713"/>
                  <a:pt x="862871" y="1531531"/>
                  <a:pt x="886516" y="1501472"/>
                </a:cubicBezTo>
                <a:cubicBezTo>
                  <a:pt x="921728" y="1456707"/>
                  <a:pt x="981075" y="1476824"/>
                  <a:pt x="981075" y="1533525"/>
                </a:cubicBezTo>
                <a:cubicBezTo>
                  <a:pt x="981075" y="1588174"/>
                  <a:pt x="912142" y="1613107"/>
                  <a:pt x="881602" y="1569505"/>
                </a:cubicBezTo>
                <a:close/>
                <a:moveTo>
                  <a:pt x="1329084" y="1572008"/>
                </a:moveTo>
                <a:cubicBezTo>
                  <a:pt x="1294454" y="1533742"/>
                  <a:pt x="1335389" y="1480473"/>
                  <a:pt x="1380765" y="1504757"/>
                </a:cubicBezTo>
                <a:cubicBezTo>
                  <a:pt x="1404963" y="1517707"/>
                  <a:pt x="1405990" y="1553884"/>
                  <a:pt x="1382756" y="1574911"/>
                </a:cubicBezTo>
                <a:cubicBezTo>
                  <a:pt x="1360169" y="1595352"/>
                  <a:pt x="1349697" y="1594785"/>
                  <a:pt x="1329084" y="1572008"/>
                </a:cubicBezTo>
                <a:close/>
                <a:moveTo>
                  <a:pt x="1509885" y="1575200"/>
                </a:moveTo>
                <a:cubicBezTo>
                  <a:pt x="1490961" y="1556276"/>
                  <a:pt x="1494361" y="1524835"/>
                  <a:pt x="1516856" y="1510733"/>
                </a:cubicBezTo>
                <a:cubicBezTo>
                  <a:pt x="1554170" y="1487343"/>
                  <a:pt x="1592138" y="1552118"/>
                  <a:pt x="1556421" y="1578235"/>
                </a:cubicBezTo>
                <a:cubicBezTo>
                  <a:pt x="1534454" y="1594297"/>
                  <a:pt x="1528602" y="1593916"/>
                  <a:pt x="1509885" y="1575200"/>
                </a:cubicBezTo>
                <a:close/>
                <a:moveTo>
                  <a:pt x="1878330" y="1569720"/>
                </a:moveTo>
                <a:cubicBezTo>
                  <a:pt x="1855107" y="1546497"/>
                  <a:pt x="1874879" y="1485900"/>
                  <a:pt x="1905680" y="1485900"/>
                </a:cubicBezTo>
                <a:cubicBezTo>
                  <a:pt x="1916386" y="1485900"/>
                  <a:pt x="1952625" y="1521027"/>
                  <a:pt x="1952625" y="1531405"/>
                </a:cubicBezTo>
                <a:cubicBezTo>
                  <a:pt x="1952625" y="1566410"/>
                  <a:pt x="1901424" y="1592814"/>
                  <a:pt x="1878330" y="1569720"/>
                </a:cubicBezTo>
                <a:close/>
                <a:moveTo>
                  <a:pt x="2070369" y="1509712"/>
                </a:moveTo>
                <a:cubicBezTo>
                  <a:pt x="2062010" y="1487928"/>
                  <a:pt x="2073720" y="1466850"/>
                  <a:pt x="2094181" y="1466850"/>
                </a:cubicBezTo>
                <a:cubicBezTo>
                  <a:pt x="2116710" y="1466850"/>
                  <a:pt x="2128277" y="1493171"/>
                  <a:pt x="2113548" y="1510919"/>
                </a:cubicBezTo>
                <a:cubicBezTo>
                  <a:pt x="2099217" y="1528186"/>
                  <a:pt x="2077222" y="1527572"/>
                  <a:pt x="2070369" y="1509712"/>
                </a:cubicBezTo>
                <a:close/>
                <a:moveTo>
                  <a:pt x="2300889" y="1506845"/>
                </a:moveTo>
                <a:cubicBezTo>
                  <a:pt x="2291207" y="1476340"/>
                  <a:pt x="2304701" y="1455971"/>
                  <a:pt x="2332460" y="1459190"/>
                </a:cubicBezTo>
                <a:cubicBezTo>
                  <a:pt x="2369764" y="1463516"/>
                  <a:pt x="2369419" y="1517851"/>
                  <a:pt x="2332061" y="1522172"/>
                </a:cubicBezTo>
                <a:cubicBezTo>
                  <a:pt x="2313822" y="1524282"/>
                  <a:pt x="2305055" y="1519971"/>
                  <a:pt x="2300889" y="1506845"/>
                </a:cubicBezTo>
                <a:close/>
                <a:moveTo>
                  <a:pt x="552450" y="1492322"/>
                </a:moveTo>
                <a:cubicBezTo>
                  <a:pt x="552450" y="1485377"/>
                  <a:pt x="563165" y="1469628"/>
                  <a:pt x="576262" y="1457325"/>
                </a:cubicBezTo>
                <a:cubicBezTo>
                  <a:pt x="603787" y="1431466"/>
                  <a:pt x="609698" y="1448871"/>
                  <a:pt x="585247" y="1483780"/>
                </a:cubicBezTo>
                <a:cubicBezTo>
                  <a:pt x="568715" y="1507382"/>
                  <a:pt x="552450" y="1511619"/>
                  <a:pt x="552450" y="1492322"/>
                </a:cubicBezTo>
                <a:close/>
                <a:moveTo>
                  <a:pt x="1060719" y="1490662"/>
                </a:moveTo>
                <a:cubicBezTo>
                  <a:pt x="1053173" y="1470998"/>
                  <a:pt x="1063404" y="1447800"/>
                  <a:pt x="1079622" y="1447800"/>
                </a:cubicBezTo>
                <a:cubicBezTo>
                  <a:pt x="1099119" y="1447800"/>
                  <a:pt x="1115707" y="1471475"/>
                  <a:pt x="1108807" y="1489455"/>
                </a:cubicBezTo>
                <a:cubicBezTo>
                  <a:pt x="1101340" y="1508914"/>
                  <a:pt x="1068044" y="1509750"/>
                  <a:pt x="1060719" y="1490662"/>
                </a:cubicBezTo>
                <a:close/>
                <a:moveTo>
                  <a:pt x="2492374" y="1450974"/>
                </a:moveTo>
                <a:cubicBezTo>
                  <a:pt x="2481107" y="1439707"/>
                  <a:pt x="2485624" y="1402840"/>
                  <a:pt x="2499703" y="1391155"/>
                </a:cubicBezTo>
                <a:cubicBezTo>
                  <a:pt x="2517543" y="1376349"/>
                  <a:pt x="2552700" y="1393928"/>
                  <a:pt x="2552700" y="1417655"/>
                </a:cubicBezTo>
                <a:cubicBezTo>
                  <a:pt x="2552700" y="1447878"/>
                  <a:pt x="2511844" y="1470444"/>
                  <a:pt x="2492374" y="1450974"/>
                </a:cubicBezTo>
                <a:close/>
                <a:moveTo>
                  <a:pt x="1229104" y="1433969"/>
                </a:moveTo>
                <a:cubicBezTo>
                  <a:pt x="1211781" y="1413096"/>
                  <a:pt x="1225958" y="1381125"/>
                  <a:pt x="1252537" y="1381125"/>
                </a:cubicBezTo>
                <a:cubicBezTo>
                  <a:pt x="1266876" y="1381125"/>
                  <a:pt x="1277316" y="1388216"/>
                  <a:pt x="1281257" y="1400632"/>
                </a:cubicBezTo>
                <a:cubicBezTo>
                  <a:pt x="1287922" y="1421630"/>
                  <a:pt x="1271988" y="1447800"/>
                  <a:pt x="1252537" y="1447800"/>
                </a:cubicBezTo>
                <a:cubicBezTo>
                  <a:pt x="1245962" y="1447800"/>
                  <a:pt x="1235417" y="1441576"/>
                  <a:pt x="1229104" y="1433969"/>
                </a:cubicBezTo>
                <a:close/>
                <a:moveTo>
                  <a:pt x="718032" y="1415018"/>
                </a:moveTo>
                <a:cubicBezTo>
                  <a:pt x="715134" y="1407466"/>
                  <a:pt x="714256" y="1393536"/>
                  <a:pt x="716081" y="1384062"/>
                </a:cubicBezTo>
                <a:cubicBezTo>
                  <a:pt x="720591" y="1360640"/>
                  <a:pt x="765292" y="1360558"/>
                  <a:pt x="769799" y="1383963"/>
                </a:cubicBezTo>
                <a:cubicBezTo>
                  <a:pt x="776351" y="1417983"/>
                  <a:pt x="729870" y="1445867"/>
                  <a:pt x="718032" y="1415018"/>
                </a:cubicBezTo>
                <a:close/>
                <a:moveTo>
                  <a:pt x="1714364" y="1411505"/>
                </a:moveTo>
                <a:cubicBezTo>
                  <a:pt x="1671310" y="1376642"/>
                  <a:pt x="1693292" y="1314450"/>
                  <a:pt x="1748668" y="1314450"/>
                </a:cubicBezTo>
                <a:cubicBezTo>
                  <a:pt x="1799177" y="1314450"/>
                  <a:pt x="1818832" y="1372042"/>
                  <a:pt x="1781175" y="1409700"/>
                </a:cubicBezTo>
                <a:cubicBezTo>
                  <a:pt x="1757606" y="1433268"/>
                  <a:pt x="1741769" y="1433696"/>
                  <a:pt x="1714364" y="1411505"/>
                </a:cubicBezTo>
                <a:close/>
                <a:moveTo>
                  <a:pt x="877313" y="1383018"/>
                </a:moveTo>
                <a:cubicBezTo>
                  <a:pt x="864583" y="1359233"/>
                  <a:pt x="884611" y="1330035"/>
                  <a:pt x="910267" y="1334975"/>
                </a:cubicBezTo>
                <a:cubicBezTo>
                  <a:pt x="938160" y="1340347"/>
                  <a:pt x="936144" y="1394350"/>
                  <a:pt x="907900" y="1398371"/>
                </a:cubicBezTo>
                <a:cubicBezTo>
                  <a:pt x="894987" y="1400210"/>
                  <a:pt x="883401" y="1394394"/>
                  <a:pt x="877313" y="1383018"/>
                </a:cubicBezTo>
                <a:close/>
                <a:moveTo>
                  <a:pt x="1365519" y="1385887"/>
                </a:moveTo>
                <a:cubicBezTo>
                  <a:pt x="1357973" y="1366223"/>
                  <a:pt x="1368204" y="1343025"/>
                  <a:pt x="1384422" y="1343025"/>
                </a:cubicBezTo>
                <a:cubicBezTo>
                  <a:pt x="1391803" y="1343025"/>
                  <a:pt x="1403178" y="1349454"/>
                  <a:pt x="1409700" y="1357312"/>
                </a:cubicBezTo>
                <a:cubicBezTo>
                  <a:pt x="1423425" y="1373850"/>
                  <a:pt x="1407901" y="1400175"/>
                  <a:pt x="1384422" y="1400175"/>
                </a:cubicBezTo>
                <a:cubicBezTo>
                  <a:pt x="1377041" y="1400175"/>
                  <a:pt x="1368534" y="1393745"/>
                  <a:pt x="1365519" y="1385887"/>
                </a:cubicBezTo>
                <a:close/>
                <a:moveTo>
                  <a:pt x="1533904" y="1386345"/>
                </a:moveTo>
                <a:cubicBezTo>
                  <a:pt x="1515675" y="1364380"/>
                  <a:pt x="1525937" y="1338609"/>
                  <a:pt x="1554220" y="1335327"/>
                </a:cubicBezTo>
                <a:cubicBezTo>
                  <a:pt x="1573051" y="1333142"/>
                  <a:pt x="1581141" y="1337518"/>
                  <a:pt x="1585881" y="1352453"/>
                </a:cubicBezTo>
                <a:cubicBezTo>
                  <a:pt x="1597562" y="1389255"/>
                  <a:pt x="1557824" y="1415166"/>
                  <a:pt x="1533904" y="1386345"/>
                </a:cubicBezTo>
                <a:close/>
                <a:moveTo>
                  <a:pt x="2164080" y="1388745"/>
                </a:moveTo>
                <a:cubicBezTo>
                  <a:pt x="2138286" y="1362951"/>
                  <a:pt x="2159256" y="1304925"/>
                  <a:pt x="2194371" y="1304925"/>
                </a:cubicBezTo>
                <a:cubicBezTo>
                  <a:pt x="2218725" y="1304925"/>
                  <a:pt x="2247900" y="1331783"/>
                  <a:pt x="2247900" y="1354204"/>
                </a:cubicBezTo>
                <a:cubicBezTo>
                  <a:pt x="2247900" y="1389132"/>
                  <a:pt x="2188814" y="1413479"/>
                  <a:pt x="2164080" y="1388745"/>
                </a:cubicBezTo>
                <a:close/>
                <a:moveTo>
                  <a:pt x="1947701" y="1342516"/>
                </a:moveTo>
                <a:cubicBezTo>
                  <a:pt x="1938609" y="1313870"/>
                  <a:pt x="1965451" y="1286809"/>
                  <a:pt x="1988522" y="1301362"/>
                </a:cubicBezTo>
                <a:cubicBezTo>
                  <a:pt x="1997591" y="1307082"/>
                  <a:pt x="2005012" y="1322012"/>
                  <a:pt x="2005012" y="1334538"/>
                </a:cubicBezTo>
                <a:cubicBezTo>
                  <a:pt x="2005012" y="1366451"/>
                  <a:pt x="1957401" y="1373079"/>
                  <a:pt x="1947701" y="1342516"/>
                </a:cubicBezTo>
                <a:close/>
                <a:moveTo>
                  <a:pt x="1102518" y="1332737"/>
                </a:moveTo>
                <a:cubicBezTo>
                  <a:pt x="1069146" y="1313299"/>
                  <a:pt x="1090491" y="1238250"/>
                  <a:pt x="1129392" y="1238250"/>
                </a:cubicBezTo>
                <a:cubicBezTo>
                  <a:pt x="1153885" y="1238250"/>
                  <a:pt x="1182646" y="1275396"/>
                  <a:pt x="1175862" y="1298268"/>
                </a:cubicBezTo>
                <a:cubicBezTo>
                  <a:pt x="1164395" y="1336933"/>
                  <a:pt x="1134137" y="1351153"/>
                  <a:pt x="1102518" y="1332737"/>
                </a:cubicBezTo>
                <a:close/>
                <a:moveTo>
                  <a:pt x="619504" y="1300620"/>
                </a:moveTo>
                <a:cubicBezTo>
                  <a:pt x="594285" y="1270232"/>
                  <a:pt x="631495" y="1222468"/>
                  <a:pt x="661189" y="1247112"/>
                </a:cubicBezTo>
                <a:cubicBezTo>
                  <a:pt x="679107" y="1261983"/>
                  <a:pt x="680750" y="1287114"/>
                  <a:pt x="664845" y="1303020"/>
                </a:cubicBezTo>
                <a:cubicBezTo>
                  <a:pt x="649573" y="1318291"/>
                  <a:pt x="633462" y="1317438"/>
                  <a:pt x="619504" y="1300620"/>
                </a:cubicBezTo>
                <a:close/>
                <a:moveTo>
                  <a:pt x="2394582" y="1307160"/>
                </a:moveTo>
                <a:cubicBezTo>
                  <a:pt x="2368606" y="1289816"/>
                  <a:pt x="2360356" y="1256769"/>
                  <a:pt x="2376030" y="1232848"/>
                </a:cubicBezTo>
                <a:cubicBezTo>
                  <a:pt x="2408299" y="1183599"/>
                  <a:pt x="2484090" y="1226106"/>
                  <a:pt x="2456701" y="1278092"/>
                </a:cubicBezTo>
                <a:cubicBezTo>
                  <a:pt x="2444192" y="1301834"/>
                  <a:pt x="2429801" y="1314158"/>
                  <a:pt x="2414587" y="1314158"/>
                </a:cubicBezTo>
                <a:cubicBezTo>
                  <a:pt x="2409348" y="1314158"/>
                  <a:pt x="2400346" y="1311009"/>
                  <a:pt x="2394582" y="1307160"/>
                </a:cubicBezTo>
                <a:close/>
                <a:moveTo>
                  <a:pt x="2621042" y="1271002"/>
                </a:moveTo>
                <a:cubicBezTo>
                  <a:pt x="2624229" y="1244158"/>
                  <a:pt x="2651149" y="1219224"/>
                  <a:pt x="2663554" y="1231629"/>
                </a:cubicBezTo>
                <a:cubicBezTo>
                  <a:pt x="2675108" y="1243183"/>
                  <a:pt x="2653600" y="1290205"/>
                  <a:pt x="2635133" y="1293761"/>
                </a:cubicBezTo>
                <a:cubicBezTo>
                  <a:pt x="2621406" y="1296405"/>
                  <a:pt x="2618570" y="1291826"/>
                  <a:pt x="2621042" y="1271002"/>
                </a:cubicBezTo>
                <a:close/>
                <a:moveTo>
                  <a:pt x="946632" y="1243568"/>
                </a:moveTo>
                <a:cubicBezTo>
                  <a:pt x="936487" y="1217129"/>
                  <a:pt x="947321" y="1195387"/>
                  <a:pt x="970642" y="1195387"/>
                </a:cubicBezTo>
                <a:cubicBezTo>
                  <a:pt x="1000688" y="1195387"/>
                  <a:pt x="1017708" y="1221825"/>
                  <a:pt x="1000787" y="1242214"/>
                </a:cubicBezTo>
                <a:cubicBezTo>
                  <a:pt x="985150" y="1261055"/>
                  <a:pt x="953645" y="1261843"/>
                  <a:pt x="946632" y="1243568"/>
                </a:cubicBezTo>
                <a:close/>
                <a:moveTo>
                  <a:pt x="1402080" y="1245870"/>
                </a:moveTo>
                <a:cubicBezTo>
                  <a:pt x="1374026" y="1217816"/>
                  <a:pt x="1394939" y="1162050"/>
                  <a:pt x="1433512" y="1162050"/>
                </a:cubicBezTo>
                <a:cubicBezTo>
                  <a:pt x="1460468" y="1162050"/>
                  <a:pt x="1476375" y="1179723"/>
                  <a:pt x="1476375" y="1209675"/>
                </a:cubicBezTo>
                <a:cubicBezTo>
                  <a:pt x="1476375" y="1239626"/>
                  <a:pt x="1460468" y="1257300"/>
                  <a:pt x="1433512" y="1257300"/>
                </a:cubicBezTo>
                <a:cubicBezTo>
                  <a:pt x="1422511" y="1257300"/>
                  <a:pt x="1408366" y="1252156"/>
                  <a:pt x="1402080" y="1245870"/>
                </a:cubicBezTo>
                <a:close/>
                <a:moveTo>
                  <a:pt x="1614342" y="1228267"/>
                </a:moveTo>
                <a:cubicBezTo>
                  <a:pt x="1608362" y="1209425"/>
                  <a:pt x="1623041" y="1181100"/>
                  <a:pt x="1638785" y="1181100"/>
                </a:cubicBezTo>
                <a:cubicBezTo>
                  <a:pt x="1658843" y="1181100"/>
                  <a:pt x="1676195" y="1211309"/>
                  <a:pt x="1666520" y="1229386"/>
                </a:cubicBezTo>
                <a:cubicBezTo>
                  <a:pt x="1653564" y="1253595"/>
                  <a:pt x="1622167" y="1252922"/>
                  <a:pt x="1614342" y="1228267"/>
                </a:cubicBezTo>
                <a:close/>
                <a:moveTo>
                  <a:pt x="1813407" y="1224518"/>
                </a:moveTo>
                <a:cubicBezTo>
                  <a:pt x="1804162" y="1200424"/>
                  <a:pt x="1814079" y="1176427"/>
                  <a:pt x="1834493" y="1173496"/>
                </a:cubicBezTo>
                <a:cubicBezTo>
                  <a:pt x="1860007" y="1169833"/>
                  <a:pt x="1879737" y="1193757"/>
                  <a:pt x="1871807" y="1218742"/>
                </a:cubicBezTo>
                <a:cubicBezTo>
                  <a:pt x="1864542" y="1241632"/>
                  <a:pt x="1821604" y="1245879"/>
                  <a:pt x="1813407" y="1224518"/>
                </a:cubicBezTo>
                <a:close/>
                <a:moveTo>
                  <a:pt x="1285875" y="1214999"/>
                </a:moveTo>
                <a:cubicBezTo>
                  <a:pt x="1285875" y="1195434"/>
                  <a:pt x="1305594" y="1185820"/>
                  <a:pt x="1314886" y="1200856"/>
                </a:cubicBezTo>
                <a:cubicBezTo>
                  <a:pt x="1319193" y="1207825"/>
                  <a:pt x="1320604" y="1216947"/>
                  <a:pt x="1318021" y="1221126"/>
                </a:cubicBezTo>
                <a:cubicBezTo>
                  <a:pt x="1310016" y="1234078"/>
                  <a:pt x="1285875" y="1229477"/>
                  <a:pt x="1285875" y="1214999"/>
                </a:cubicBezTo>
                <a:close/>
                <a:moveTo>
                  <a:pt x="758713" y="1201781"/>
                </a:moveTo>
                <a:cubicBezTo>
                  <a:pt x="722878" y="1162184"/>
                  <a:pt x="758324" y="1102807"/>
                  <a:pt x="807532" y="1120003"/>
                </a:cubicBezTo>
                <a:cubicBezTo>
                  <a:pt x="827551" y="1126999"/>
                  <a:pt x="834126" y="1136191"/>
                  <a:pt x="836468" y="1160462"/>
                </a:cubicBezTo>
                <a:cubicBezTo>
                  <a:pt x="841726" y="1214945"/>
                  <a:pt x="793715" y="1240457"/>
                  <a:pt x="758713" y="1201781"/>
                </a:cubicBezTo>
                <a:close/>
                <a:moveTo>
                  <a:pt x="2144672" y="1210833"/>
                </a:moveTo>
                <a:cubicBezTo>
                  <a:pt x="2122238" y="1196612"/>
                  <a:pt x="2135092" y="1157287"/>
                  <a:pt x="2162175" y="1157287"/>
                </a:cubicBezTo>
                <a:cubicBezTo>
                  <a:pt x="2180026" y="1157287"/>
                  <a:pt x="2186792" y="1162979"/>
                  <a:pt x="2189202" y="1180022"/>
                </a:cubicBezTo>
                <a:cubicBezTo>
                  <a:pt x="2191950" y="1199461"/>
                  <a:pt x="2178434" y="1218908"/>
                  <a:pt x="2162175" y="1218908"/>
                </a:cubicBezTo>
                <a:cubicBezTo>
                  <a:pt x="2159555" y="1218908"/>
                  <a:pt x="2151679" y="1215274"/>
                  <a:pt x="2144672" y="1210833"/>
                </a:cubicBezTo>
                <a:close/>
                <a:moveTo>
                  <a:pt x="2524504" y="1148219"/>
                </a:moveTo>
                <a:cubicBezTo>
                  <a:pt x="2509204" y="1129784"/>
                  <a:pt x="2521020" y="1095375"/>
                  <a:pt x="2542650" y="1095375"/>
                </a:cubicBezTo>
                <a:cubicBezTo>
                  <a:pt x="2569826" y="1095375"/>
                  <a:pt x="2584602" y="1118984"/>
                  <a:pt x="2572075" y="1142391"/>
                </a:cubicBezTo>
                <a:cubicBezTo>
                  <a:pt x="2559766" y="1165390"/>
                  <a:pt x="2540694" y="1167727"/>
                  <a:pt x="2524504" y="1148219"/>
                </a:cubicBezTo>
                <a:close/>
                <a:moveTo>
                  <a:pt x="1967592" y="1137557"/>
                </a:moveTo>
                <a:cubicBezTo>
                  <a:pt x="1943855" y="1113819"/>
                  <a:pt x="1948641" y="1069849"/>
                  <a:pt x="1976982" y="1051279"/>
                </a:cubicBezTo>
                <a:cubicBezTo>
                  <a:pt x="2023397" y="1020867"/>
                  <a:pt x="2075091" y="1081243"/>
                  <a:pt x="2043681" y="1129180"/>
                </a:cubicBezTo>
                <a:cubicBezTo>
                  <a:pt x="2026042" y="1156101"/>
                  <a:pt x="1990094" y="1160058"/>
                  <a:pt x="1967592" y="1137557"/>
                </a:cubicBezTo>
                <a:close/>
                <a:moveTo>
                  <a:pt x="1184986" y="1100137"/>
                </a:moveTo>
                <a:cubicBezTo>
                  <a:pt x="1170495" y="1078021"/>
                  <a:pt x="1170535" y="1074568"/>
                  <a:pt x="1185536" y="1051673"/>
                </a:cubicBezTo>
                <a:cubicBezTo>
                  <a:pt x="1211296" y="1012358"/>
                  <a:pt x="1266313" y="1032625"/>
                  <a:pt x="1266679" y="1081563"/>
                </a:cubicBezTo>
                <a:cubicBezTo>
                  <a:pt x="1267018" y="1126994"/>
                  <a:pt x="1210938" y="1139744"/>
                  <a:pt x="1184986" y="1100137"/>
                </a:cubicBezTo>
                <a:close/>
                <a:moveTo>
                  <a:pt x="2316845" y="1103360"/>
                </a:moveTo>
                <a:cubicBezTo>
                  <a:pt x="2300390" y="1086905"/>
                  <a:pt x="2302113" y="1072410"/>
                  <a:pt x="2322740" y="1053742"/>
                </a:cubicBezTo>
                <a:cubicBezTo>
                  <a:pt x="2347581" y="1031261"/>
                  <a:pt x="2392625" y="1064254"/>
                  <a:pt x="2375514" y="1092397"/>
                </a:cubicBezTo>
                <a:cubicBezTo>
                  <a:pt x="2362605" y="1113627"/>
                  <a:pt x="2332700" y="1119215"/>
                  <a:pt x="2316845" y="1103360"/>
                </a:cubicBezTo>
                <a:close/>
                <a:moveTo>
                  <a:pt x="1516380" y="1093470"/>
                </a:moveTo>
                <a:cubicBezTo>
                  <a:pt x="1487620" y="1064710"/>
                  <a:pt x="1516831" y="1019095"/>
                  <a:pt x="1551966" y="1037899"/>
                </a:cubicBezTo>
                <a:cubicBezTo>
                  <a:pt x="1582341" y="1054155"/>
                  <a:pt x="1571981" y="1104900"/>
                  <a:pt x="1538287" y="1104900"/>
                </a:cubicBezTo>
                <a:cubicBezTo>
                  <a:pt x="1532524" y="1104900"/>
                  <a:pt x="1522666" y="1099756"/>
                  <a:pt x="1516380" y="1093470"/>
                </a:cubicBezTo>
                <a:close/>
                <a:moveTo>
                  <a:pt x="966992" y="1079931"/>
                </a:moveTo>
                <a:cubicBezTo>
                  <a:pt x="937513" y="1050452"/>
                  <a:pt x="972315" y="1002994"/>
                  <a:pt x="1007268" y="1025007"/>
                </a:cubicBezTo>
                <a:cubicBezTo>
                  <a:pt x="1036459" y="1043389"/>
                  <a:pt x="1024144" y="1095375"/>
                  <a:pt x="990600" y="1095375"/>
                </a:cubicBezTo>
                <a:cubicBezTo>
                  <a:pt x="986109" y="1095375"/>
                  <a:pt x="975486" y="1088425"/>
                  <a:pt x="966992" y="1079931"/>
                </a:cubicBezTo>
                <a:close/>
                <a:moveTo>
                  <a:pt x="1716405" y="1074420"/>
                </a:moveTo>
                <a:cubicBezTo>
                  <a:pt x="1690218" y="1048233"/>
                  <a:pt x="1708850" y="990600"/>
                  <a:pt x="1743503" y="990600"/>
                </a:cubicBezTo>
                <a:cubicBezTo>
                  <a:pt x="1762862" y="990600"/>
                  <a:pt x="1790700" y="1020135"/>
                  <a:pt x="1790700" y="1040675"/>
                </a:cubicBezTo>
                <a:cubicBezTo>
                  <a:pt x="1790700" y="1076017"/>
                  <a:pt x="1740708" y="1098723"/>
                  <a:pt x="1716405" y="1074420"/>
                </a:cubicBezTo>
                <a:close/>
                <a:moveTo>
                  <a:pt x="1363622" y="1010808"/>
                </a:moveTo>
                <a:cubicBezTo>
                  <a:pt x="1341188" y="996587"/>
                  <a:pt x="1354042" y="957262"/>
                  <a:pt x="1381125" y="957262"/>
                </a:cubicBezTo>
                <a:cubicBezTo>
                  <a:pt x="1398976" y="957262"/>
                  <a:pt x="1405742" y="962954"/>
                  <a:pt x="1408152" y="979997"/>
                </a:cubicBezTo>
                <a:cubicBezTo>
                  <a:pt x="1410900" y="999436"/>
                  <a:pt x="1397384" y="1018883"/>
                  <a:pt x="1381125" y="1018883"/>
                </a:cubicBezTo>
                <a:cubicBezTo>
                  <a:pt x="1378505" y="1018883"/>
                  <a:pt x="1370629" y="1015249"/>
                  <a:pt x="1363622" y="1010808"/>
                </a:cubicBezTo>
                <a:close/>
                <a:moveTo>
                  <a:pt x="2196192" y="1004207"/>
                </a:moveTo>
                <a:cubicBezTo>
                  <a:pt x="2167016" y="975030"/>
                  <a:pt x="2176972" y="950997"/>
                  <a:pt x="2216864" y="954306"/>
                </a:cubicBezTo>
                <a:cubicBezTo>
                  <a:pt x="2257749" y="957697"/>
                  <a:pt x="2271283" y="985484"/>
                  <a:pt x="2242352" y="1006639"/>
                </a:cubicBezTo>
                <a:cubicBezTo>
                  <a:pt x="2220347" y="1022729"/>
                  <a:pt x="2214402" y="1022416"/>
                  <a:pt x="2196192" y="1004207"/>
                </a:cubicBezTo>
                <a:close/>
                <a:moveTo>
                  <a:pt x="1533525" y="933450"/>
                </a:moveTo>
                <a:cubicBezTo>
                  <a:pt x="1521924" y="925952"/>
                  <a:pt x="1523186" y="924189"/>
                  <a:pt x="1540237" y="924070"/>
                </a:cubicBezTo>
                <a:cubicBezTo>
                  <a:pt x="1556702" y="923956"/>
                  <a:pt x="1562604" y="916636"/>
                  <a:pt x="1567568" y="890173"/>
                </a:cubicBezTo>
                <a:cubicBezTo>
                  <a:pt x="1574697" y="852175"/>
                  <a:pt x="1593905" y="850658"/>
                  <a:pt x="1598335" y="887743"/>
                </a:cubicBezTo>
                <a:cubicBezTo>
                  <a:pt x="1603154" y="928080"/>
                  <a:pt x="1565886" y="954363"/>
                  <a:pt x="1533525" y="933450"/>
                </a:cubicBezTo>
                <a:close/>
                <a:moveTo>
                  <a:pt x="1838325" y="933450"/>
                </a:moveTo>
                <a:cubicBezTo>
                  <a:pt x="1827231" y="926280"/>
                  <a:pt x="1830018" y="924184"/>
                  <a:pt x="1850793" y="924070"/>
                </a:cubicBezTo>
                <a:cubicBezTo>
                  <a:pt x="1866234" y="923986"/>
                  <a:pt x="1875059" y="927953"/>
                  <a:pt x="1871662" y="933450"/>
                </a:cubicBezTo>
                <a:cubicBezTo>
                  <a:pt x="1864353" y="945276"/>
                  <a:pt x="1856625" y="945276"/>
                  <a:pt x="1838325" y="933450"/>
                </a:cubicBezTo>
                <a:close/>
                <a:moveTo>
                  <a:pt x="1690251" y="776958"/>
                </a:moveTo>
                <a:cubicBezTo>
                  <a:pt x="1676728" y="756319"/>
                  <a:pt x="1676615" y="750911"/>
                  <a:pt x="1689212" y="726952"/>
                </a:cubicBezTo>
                <a:lnTo>
                  <a:pt x="1703336" y="700087"/>
                </a:lnTo>
                <a:lnTo>
                  <a:pt x="1708340" y="723900"/>
                </a:lnTo>
                <a:cubicBezTo>
                  <a:pt x="1725075" y="803540"/>
                  <a:pt x="1719118" y="821014"/>
                  <a:pt x="1690251" y="776958"/>
                </a:cubicBezTo>
                <a:close/>
              </a:path>
            </a:pathLst>
          </a:custGeom>
          <a:solidFill>
            <a:srgbClr val="F9C9DF">
              <a:alpha val="35000"/>
            </a:srgbClr>
          </a:solidFill>
          <a:ln>
            <a:noFill/>
          </a:ln>
        </p:spPr>
      </p:sp>
      <p:sp>
        <p:nvSpPr>
          <p:cNvPr id="11" name="TEXT: [9pm]"/>
          <p:cNvSpPr/>
          <p:nvPr/>
        </p:nvSpPr>
        <p:spPr>
          <a:xfrm rot="21480000">
            <a:off x="3990975" y="11925300"/>
            <a:ext cx="2305050" cy="9144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[9pm]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323850" y="2228850"/>
            <a:ext cx="4876800" cy="5067300"/>
          </a:xfrm>
          <a:prstGeom prst="rect">
            <a:avLst/>
          </a:prstGeom>
        </p:spPr>
      </p:pic>
      <p:sp>
        <p:nvSpPr>
          <p:cNvPr id="4" name="PHOTO: Morning ([7am])"/>
          <p:cNvSpPr/>
          <p:nvPr/>
        </p:nvSpPr>
        <p:spPr>
          <a:xfrm rot="240000">
            <a:off x="857250" y="2762250"/>
            <a:ext cx="3810000" cy="4000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7am]"/>
          <p:cNvSpPr/>
          <p:nvPr/>
        </p:nvSpPr>
        <p:spPr>
          <a:xfrm rot="240000">
            <a:off x="1734130" y="6790287"/>
            <a:ext cx="1724025" cy="6953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ctr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[7am]</a:t>
            </a:r>
          </a:p>
        </p:txBody>
      </p:sp>
      <p:pic>
        <p:nvPicPr>
          <p:cNvPr id="6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086350" y="2419350"/>
            <a:ext cx="4876800" cy="5067300"/>
          </a:xfrm>
          <a:prstGeom prst="rect">
            <a:avLst/>
          </a:prstGeom>
        </p:spPr>
      </p:pic>
      <p:sp>
        <p:nvSpPr>
          <p:cNvPr id="7" name="PHOTO: Midday ([12pm])"/>
          <p:cNvSpPr/>
          <p:nvPr/>
        </p:nvSpPr>
        <p:spPr>
          <a:xfrm rot="-180000">
            <a:off x="5619750" y="2952750"/>
            <a:ext cx="3810000" cy="4000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" name="TEXT: [12pm]"/>
          <p:cNvSpPr/>
          <p:nvPr/>
        </p:nvSpPr>
        <p:spPr>
          <a:xfrm rot="21420000">
            <a:off x="6620675" y="6983324"/>
            <a:ext cx="2057400" cy="6953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ctr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[12pm]</a:t>
            </a:r>
          </a:p>
        </p:txBody>
      </p:sp>
      <p:pic>
        <p:nvPicPr>
          <p:cNvPr id="9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323850" y="7086600"/>
            <a:ext cx="4876800" cy="5067300"/>
          </a:xfrm>
          <a:prstGeom prst="rect">
            <a:avLst/>
          </a:prstGeom>
        </p:spPr>
      </p:pic>
      <p:sp>
        <p:nvSpPr>
          <p:cNvPr id="10" name="PHOTO: After ([4pm])"/>
          <p:cNvSpPr/>
          <p:nvPr/>
        </p:nvSpPr>
        <p:spPr>
          <a:xfrm rot="-180000">
            <a:off x="857250" y="7620000"/>
            <a:ext cx="3810000" cy="4000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" name="TEXT: [4pm]"/>
          <p:cNvSpPr/>
          <p:nvPr/>
        </p:nvSpPr>
        <p:spPr>
          <a:xfrm rot="21420000">
            <a:off x="2005812" y="11650574"/>
            <a:ext cx="1762125" cy="6953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ctr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[4pm]</a:t>
            </a:r>
          </a:p>
        </p:txBody>
      </p:sp>
      <p:pic>
        <p:nvPicPr>
          <p:cNvPr id="12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5086350" y="7277100"/>
            <a:ext cx="4876800" cy="5067300"/>
          </a:xfrm>
          <a:prstGeom prst="rect">
            <a:avLst/>
          </a:prstGeom>
        </p:spPr>
      </p:pic>
      <p:sp>
        <p:nvSpPr>
          <p:cNvPr id="13" name="PHOTO: Night ([9pm])"/>
          <p:cNvSpPr/>
          <p:nvPr/>
        </p:nvSpPr>
        <p:spPr>
          <a:xfrm rot="180000">
            <a:off x="5619750" y="7810500"/>
            <a:ext cx="3810000" cy="4000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4" name="TEXT: [9pm]"/>
          <p:cNvSpPr/>
          <p:nvPr/>
        </p:nvSpPr>
        <p:spPr>
          <a:xfrm rot="180000">
            <a:off x="6519063" y="11841074"/>
            <a:ext cx="1762125" cy="6953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ctr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[9pm]</a:t>
            </a:r>
          </a:p>
        </p:txBody>
      </p:sp>
      <p:sp>
        <p:nvSpPr>
          <p:cNvPr id="15" name="TEXT: [my whole day]"/>
          <p:cNvSpPr/>
          <p:nvPr/>
        </p:nvSpPr>
        <p:spPr>
          <a:xfrm rot="120000">
            <a:off x="2262188" y="1133475"/>
            <a:ext cx="5762625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[my whole day]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524500"/>
            <a:ext cx="6096000" cy="6096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0">
            <a:off x="2667000" y="6096000"/>
            <a:ext cx="4953000" cy="4953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alarm clock" descr="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180975" y="5853112"/>
            <a:ext cx="2876550" cy="3533775"/>
          </a:xfrm>
          <a:prstGeom prst="rect">
            <a:avLst/>
          </a:prstGeom>
        </p:spPr>
      </p:pic>
      <p:sp>
        <p:nvSpPr>
          <p:cNvPr id="6" name="alarm clock pattern"/>
          <p:cNvSpPr/>
          <p:nvPr/>
        </p:nvSpPr>
        <p:spPr>
          <a:xfrm rot="480000">
            <a:off x="180975" y="5853112"/>
            <a:ext cx="2876550" cy="3533775"/>
          </a:xfrm>
          <a:custGeom>
            <a:avLst/>
            <a:gdLst/>
            <a:ahLst/>
            <a:cxnLst/>
            <a:rect l="0" t="0" r="r" b="b"/>
            <a:pathLst>
              <a:path w="2876550" h="3533775">
                <a:moveTo>
                  <a:pt x="1891350" y="2844612"/>
                </a:moveTo>
                <a:cubicBezTo>
                  <a:pt x="1851558" y="2796052"/>
                  <a:pt x="1851215" y="2794657"/>
                  <a:pt x="1877383" y="2787814"/>
                </a:cubicBezTo>
                <a:cubicBezTo>
                  <a:pt x="1923642" y="2775717"/>
                  <a:pt x="1962976" y="2819405"/>
                  <a:pt x="1948080" y="2866337"/>
                </a:cubicBezTo>
                <a:cubicBezTo>
                  <a:pt x="1939042" y="2894813"/>
                  <a:pt x="1929488" y="2891155"/>
                  <a:pt x="1891350" y="2844612"/>
                </a:cubicBezTo>
                <a:close/>
                <a:moveTo>
                  <a:pt x="1521177" y="2846987"/>
                </a:moveTo>
                <a:cubicBezTo>
                  <a:pt x="1528710" y="2839454"/>
                  <a:pt x="1536671" y="2839372"/>
                  <a:pt x="1549275" y="2846698"/>
                </a:cubicBezTo>
                <a:cubicBezTo>
                  <a:pt x="1564693" y="2855659"/>
                  <a:pt x="1563396" y="2856956"/>
                  <a:pt x="1538763" y="2857210"/>
                </a:cubicBezTo>
                <a:cubicBezTo>
                  <a:pt x="1518272" y="2857421"/>
                  <a:pt x="1513510" y="2854654"/>
                  <a:pt x="1521177" y="2846987"/>
                </a:cubicBezTo>
                <a:close/>
                <a:moveTo>
                  <a:pt x="1143000" y="2809875"/>
                </a:moveTo>
                <a:cubicBezTo>
                  <a:pt x="1130687" y="2801917"/>
                  <a:pt x="1130938" y="2800621"/>
                  <a:pt x="1144819" y="2800495"/>
                </a:cubicBezTo>
                <a:cubicBezTo>
                  <a:pt x="1153677" y="2800415"/>
                  <a:pt x="1163574" y="2804636"/>
                  <a:pt x="1166812" y="2809875"/>
                </a:cubicBezTo>
                <a:cubicBezTo>
                  <a:pt x="1174262" y="2821929"/>
                  <a:pt x="1161653" y="2821929"/>
                  <a:pt x="1143000" y="2809875"/>
                </a:cubicBezTo>
                <a:close/>
                <a:moveTo>
                  <a:pt x="1325880" y="2769870"/>
                </a:moveTo>
                <a:cubicBezTo>
                  <a:pt x="1297802" y="2741792"/>
                  <a:pt x="1327581" y="2667000"/>
                  <a:pt x="1366837" y="2667000"/>
                </a:cubicBezTo>
                <a:cubicBezTo>
                  <a:pt x="1383244" y="2667000"/>
                  <a:pt x="1419225" y="2700139"/>
                  <a:pt x="1419225" y="2715251"/>
                </a:cubicBezTo>
                <a:cubicBezTo>
                  <a:pt x="1419225" y="2763709"/>
                  <a:pt x="1356450" y="2800440"/>
                  <a:pt x="1325880" y="2769870"/>
                </a:cubicBezTo>
                <a:close/>
                <a:moveTo>
                  <a:pt x="1675737" y="2756689"/>
                </a:moveTo>
                <a:cubicBezTo>
                  <a:pt x="1659997" y="2737723"/>
                  <a:pt x="1675099" y="2709862"/>
                  <a:pt x="1701120" y="2709862"/>
                </a:cubicBezTo>
                <a:cubicBezTo>
                  <a:pt x="1722477" y="2709862"/>
                  <a:pt x="1730229" y="2738534"/>
                  <a:pt x="1714120" y="2757945"/>
                </a:cubicBezTo>
                <a:cubicBezTo>
                  <a:pt x="1699430" y="2775644"/>
                  <a:pt x="1691247" y="2775377"/>
                  <a:pt x="1675737" y="2756689"/>
                </a:cubicBezTo>
                <a:close/>
                <a:moveTo>
                  <a:pt x="968348" y="2736823"/>
                </a:moveTo>
                <a:cubicBezTo>
                  <a:pt x="964478" y="2732953"/>
                  <a:pt x="949685" y="2729590"/>
                  <a:pt x="935475" y="2729350"/>
                </a:cubicBezTo>
                <a:cubicBezTo>
                  <a:pt x="903467" y="2728808"/>
                  <a:pt x="894925" y="2688365"/>
                  <a:pt x="919044" y="2651556"/>
                </a:cubicBezTo>
                <a:cubicBezTo>
                  <a:pt x="957330" y="2593124"/>
                  <a:pt x="1052954" y="2651205"/>
                  <a:pt x="1018847" y="2712176"/>
                </a:cubicBezTo>
                <a:cubicBezTo>
                  <a:pt x="1004071" y="2738591"/>
                  <a:pt x="981253" y="2749728"/>
                  <a:pt x="968348" y="2736823"/>
                </a:cubicBezTo>
                <a:close/>
                <a:moveTo>
                  <a:pt x="2006767" y="2670342"/>
                </a:moveTo>
                <a:cubicBezTo>
                  <a:pt x="1992724" y="2656299"/>
                  <a:pt x="2000576" y="2610345"/>
                  <a:pt x="2018673" y="2600660"/>
                </a:cubicBezTo>
                <a:cubicBezTo>
                  <a:pt x="2044342" y="2586922"/>
                  <a:pt x="2076450" y="2588344"/>
                  <a:pt x="2076450" y="2603219"/>
                </a:cubicBezTo>
                <a:cubicBezTo>
                  <a:pt x="2076450" y="2619647"/>
                  <a:pt x="2015135" y="2678710"/>
                  <a:pt x="2006767" y="2670342"/>
                </a:cubicBezTo>
                <a:close/>
                <a:moveTo>
                  <a:pt x="1158798" y="2643691"/>
                </a:moveTo>
                <a:cubicBezTo>
                  <a:pt x="1146324" y="2611184"/>
                  <a:pt x="1179575" y="2580297"/>
                  <a:pt x="1200240" y="2605196"/>
                </a:cubicBezTo>
                <a:cubicBezTo>
                  <a:pt x="1206294" y="2612491"/>
                  <a:pt x="1209778" y="2626166"/>
                  <a:pt x="1207982" y="2635586"/>
                </a:cubicBezTo>
                <a:cubicBezTo>
                  <a:pt x="1203833" y="2657351"/>
                  <a:pt x="1166407" y="2663518"/>
                  <a:pt x="1158798" y="2643691"/>
                </a:cubicBezTo>
                <a:close/>
                <a:moveTo>
                  <a:pt x="1543485" y="2605611"/>
                </a:moveTo>
                <a:cubicBezTo>
                  <a:pt x="1516393" y="2572968"/>
                  <a:pt x="1553758" y="2517784"/>
                  <a:pt x="1588293" y="2539433"/>
                </a:cubicBezTo>
                <a:cubicBezTo>
                  <a:pt x="1622282" y="2560740"/>
                  <a:pt x="1610056" y="2619375"/>
                  <a:pt x="1571625" y="2619375"/>
                </a:cubicBezTo>
                <a:cubicBezTo>
                  <a:pt x="1562430" y="2619375"/>
                  <a:pt x="1549767" y="2613181"/>
                  <a:pt x="1543485" y="2605611"/>
                </a:cubicBezTo>
                <a:close/>
                <a:moveTo>
                  <a:pt x="1768363" y="2592431"/>
                </a:moveTo>
                <a:cubicBezTo>
                  <a:pt x="1747414" y="2569283"/>
                  <a:pt x="1748472" y="2547302"/>
                  <a:pt x="1771650" y="2524125"/>
                </a:cubicBezTo>
                <a:cubicBezTo>
                  <a:pt x="1804112" y="2491662"/>
                  <a:pt x="1847850" y="2510341"/>
                  <a:pt x="1847850" y="2556666"/>
                </a:cubicBezTo>
                <a:cubicBezTo>
                  <a:pt x="1847850" y="2601263"/>
                  <a:pt x="1797044" y="2624122"/>
                  <a:pt x="1768363" y="2592431"/>
                </a:cubicBezTo>
                <a:close/>
                <a:moveTo>
                  <a:pt x="802005" y="2531745"/>
                </a:moveTo>
                <a:cubicBezTo>
                  <a:pt x="774918" y="2504658"/>
                  <a:pt x="801414" y="2460062"/>
                  <a:pt x="837742" y="2471592"/>
                </a:cubicBezTo>
                <a:cubicBezTo>
                  <a:pt x="869900" y="2481798"/>
                  <a:pt x="858041" y="2543175"/>
                  <a:pt x="823912" y="2543175"/>
                </a:cubicBezTo>
                <a:cubicBezTo>
                  <a:pt x="818149" y="2543175"/>
                  <a:pt x="808291" y="2538031"/>
                  <a:pt x="802005" y="2531745"/>
                </a:cubicBezTo>
                <a:close/>
                <a:moveTo>
                  <a:pt x="1321593" y="2504312"/>
                </a:moveTo>
                <a:cubicBezTo>
                  <a:pt x="1285675" y="2483391"/>
                  <a:pt x="1306602" y="2419350"/>
                  <a:pt x="1349357" y="2419350"/>
                </a:cubicBezTo>
                <a:cubicBezTo>
                  <a:pt x="1388329" y="2419350"/>
                  <a:pt x="1401766" y="2465383"/>
                  <a:pt x="1371600" y="2495550"/>
                </a:cubicBezTo>
                <a:cubicBezTo>
                  <a:pt x="1350072" y="2517077"/>
                  <a:pt x="1345028" y="2517961"/>
                  <a:pt x="1321593" y="2504312"/>
                </a:cubicBezTo>
                <a:close/>
                <a:moveTo>
                  <a:pt x="1039162" y="2470369"/>
                </a:moveTo>
                <a:cubicBezTo>
                  <a:pt x="1004838" y="2446327"/>
                  <a:pt x="1014521" y="2396449"/>
                  <a:pt x="1054260" y="2392599"/>
                </a:cubicBezTo>
                <a:cubicBezTo>
                  <a:pt x="1077143" y="2390383"/>
                  <a:pt x="1087206" y="2394561"/>
                  <a:pt x="1095269" y="2409628"/>
                </a:cubicBezTo>
                <a:cubicBezTo>
                  <a:pt x="1118369" y="2452789"/>
                  <a:pt x="1077394" y="2497148"/>
                  <a:pt x="1039162" y="2470369"/>
                </a:cubicBezTo>
                <a:close/>
                <a:moveTo>
                  <a:pt x="1986246" y="2438859"/>
                </a:moveTo>
                <a:cubicBezTo>
                  <a:pt x="1974113" y="2419227"/>
                  <a:pt x="1991283" y="2389510"/>
                  <a:pt x="2012974" y="2392600"/>
                </a:cubicBezTo>
                <a:cubicBezTo>
                  <a:pt x="2042066" y="2396745"/>
                  <a:pt x="2042134" y="2441944"/>
                  <a:pt x="2013055" y="2446088"/>
                </a:cubicBezTo>
                <a:cubicBezTo>
                  <a:pt x="2001762" y="2447697"/>
                  <a:pt x="1989698" y="2444444"/>
                  <a:pt x="1986246" y="2438859"/>
                </a:cubicBezTo>
                <a:close/>
                <a:moveTo>
                  <a:pt x="1559718" y="2409062"/>
                </a:moveTo>
                <a:cubicBezTo>
                  <a:pt x="1538514" y="2396711"/>
                  <a:pt x="1537442" y="2340592"/>
                  <a:pt x="1558017" y="2320017"/>
                </a:cubicBezTo>
                <a:cubicBezTo>
                  <a:pt x="1579257" y="2298777"/>
                  <a:pt x="1625825" y="2300790"/>
                  <a:pt x="1637964" y="2323473"/>
                </a:cubicBezTo>
                <a:cubicBezTo>
                  <a:pt x="1668730" y="2380959"/>
                  <a:pt x="1614088" y="2440729"/>
                  <a:pt x="1559718" y="2409062"/>
                </a:cubicBezTo>
                <a:close/>
                <a:moveTo>
                  <a:pt x="1835038" y="2354306"/>
                </a:moveTo>
                <a:cubicBezTo>
                  <a:pt x="1814550" y="2331666"/>
                  <a:pt x="1815079" y="2311799"/>
                  <a:pt x="1836693" y="2292238"/>
                </a:cubicBezTo>
                <a:cubicBezTo>
                  <a:pt x="1860032" y="2271117"/>
                  <a:pt x="1872472" y="2272374"/>
                  <a:pt x="1890172" y="2297644"/>
                </a:cubicBezTo>
                <a:cubicBezTo>
                  <a:pt x="1909254" y="2324887"/>
                  <a:pt x="1908881" y="2329743"/>
                  <a:pt x="1885950" y="2352675"/>
                </a:cubicBezTo>
                <a:cubicBezTo>
                  <a:pt x="1862451" y="2376173"/>
                  <a:pt x="1855042" y="2376410"/>
                  <a:pt x="1835038" y="2354306"/>
                </a:cubicBezTo>
                <a:close/>
                <a:moveTo>
                  <a:pt x="872693" y="2347707"/>
                </a:moveTo>
                <a:cubicBezTo>
                  <a:pt x="853138" y="2328153"/>
                  <a:pt x="852943" y="2301191"/>
                  <a:pt x="872217" y="2281917"/>
                </a:cubicBezTo>
                <a:cubicBezTo>
                  <a:pt x="892352" y="2261783"/>
                  <a:pt x="907942" y="2263076"/>
                  <a:pt x="929276" y="2286650"/>
                </a:cubicBezTo>
                <a:cubicBezTo>
                  <a:pt x="963172" y="2324105"/>
                  <a:pt x="908300" y="2383315"/>
                  <a:pt x="872693" y="2347707"/>
                </a:cubicBezTo>
                <a:close/>
                <a:moveTo>
                  <a:pt x="615415" y="2337697"/>
                </a:moveTo>
                <a:cubicBezTo>
                  <a:pt x="607215" y="2316327"/>
                  <a:pt x="626073" y="2286000"/>
                  <a:pt x="647561" y="2286000"/>
                </a:cubicBezTo>
                <a:cubicBezTo>
                  <a:pt x="671629" y="2286000"/>
                  <a:pt x="686957" y="2313664"/>
                  <a:pt x="675132" y="2335760"/>
                </a:cubicBezTo>
                <a:cubicBezTo>
                  <a:pt x="663929" y="2356693"/>
                  <a:pt x="623211" y="2358014"/>
                  <a:pt x="615415" y="2337697"/>
                </a:cubicBezTo>
                <a:close/>
                <a:moveTo>
                  <a:pt x="1184536" y="2319316"/>
                </a:moveTo>
                <a:cubicBezTo>
                  <a:pt x="1173579" y="2290762"/>
                  <a:pt x="1189602" y="2257425"/>
                  <a:pt x="1214283" y="2257425"/>
                </a:cubicBezTo>
                <a:cubicBezTo>
                  <a:pt x="1244216" y="2257425"/>
                  <a:pt x="1262062" y="2287878"/>
                  <a:pt x="1247775" y="2314575"/>
                </a:cubicBezTo>
                <a:cubicBezTo>
                  <a:pt x="1235716" y="2337106"/>
                  <a:pt x="1192603" y="2340339"/>
                  <a:pt x="1184536" y="2319316"/>
                </a:cubicBezTo>
                <a:close/>
                <a:moveTo>
                  <a:pt x="2116455" y="2274570"/>
                </a:moveTo>
                <a:cubicBezTo>
                  <a:pt x="2090173" y="2248288"/>
                  <a:pt x="2113971" y="2190558"/>
                  <a:pt x="2150949" y="2190895"/>
                </a:cubicBezTo>
                <a:cubicBezTo>
                  <a:pt x="2190487" y="2191256"/>
                  <a:pt x="2208388" y="2238982"/>
                  <a:pt x="2181249" y="2271683"/>
                </a:cubicBezTo>
                <a:cubicBezTo>
                  <a:pt x="2166984" y="2288870"/>
                  <a:pt x="2132301" y="2290416"/>
                  <a:pt x="2116455" y="2274570"/>
                </a:cubicBezTo>
                <a:close/>
                <a:moveTo>
                  <a:pt x="1451457" y="2234168"/>
                </a:moveTo>
                <a:cubicBezTo>
                  <a:pt x="1442212" y="2210074"/>
                  <a:pt x="1452129" y="2186077"/>
                  <a:pt x="1472543" y="2183146"/>
                </a:cubicBezTo>
                <a:cubicBezTo>
                  <a:pt x="1501054" y="2179052"/>
                  <a:pt x="1518637" y="2203275"/>
                  <a:pt x="1505275" y="2228241"/>
                </a:cubicBezTo>
                <a:cubicBezTo>
                  <a:pt x="1493202" y="2250799"/>
                  <a:pt x="1459273" y="2254536"/>
                  <a:pt x="1451457" y="2234168"/>
                </a:cubicBezTo>
                <a:close/>
                <a:moveTo>
                  <a:pt x="1053192" y="2185307"/>
                </a:moveTo>
                <a:cubicBezTo>
                  <a:pt x="1035485" y="2167599"/>
                  <a:pt x="1035333" y="2166326"/>
                  <a:pt x="1048085" y="2142498"/>
                </a:cubicBezTo>
                <a:cubicBezTo>
                  <a:pt x="1064148" y="2112483"/>
                  <a:pt x="1114425" y="2124714"/>
                  <a:pt x="1114425" y="2158637"/>
                </a:cubicBezTo>
                <a:cubicBezTo>
                  <a:pt x="1114425" y="2172006"/>
                  <a:pt x="1088558" y="2200275"/>
                  <a:pt x="1076325" y="2200275"/>
                </a:cubicBezTo>
                <a:cubicBezTo>
                  <a:pt x="1071834" y="2200275"/>
                  <a:pt x="1061425" y="2193539"/>
                  <a:pt x="1053192" y="2185307"/>
                </a:cubicBezTo>
                <a:close/>
                <a:moveTo>
                  <a:pt x="638554" y="2157870"/>
                </a:moveTo>
                <a:cubicBezTo>
                  <a:pt x="620452" y="2136057"/>
                  <a:pt x="630578" y="2110136"/>
                  <a:pt x="658470" y="2106890"/>
                </a:cubicBezTo>
                <a:cubicBezTo>
                  <a:pt x="687592" y="2103502"/>
                  <a:pt x="700344" y="2125473"/>
                  <a:pt x="685430" y="2153340"/>
                </a:cubicBezTo>
                <a:cubicBezTo>
                  <a:pt x="673756" y="2175153"/>
                  <a:pt x="654447" y="2177019"/>
                  <a:pt x="638554" y="2157870"/>
                </a:cubicBezTo>
                <a:close/>
                <a:moveTo>
                  <a:pt x="1656687" y="2156614"/>
                </a:moveTo>
                <a:cubicBezTo>
                  <a:pt x="1639766" y="2136225"/>
                  <a:pt x="1656786" y="2109787"/>
                  <a:pt x="1686832" y="2109787"/>
                </a:cubicBezTo>
                <a:cubicBezTo>
                  <a:pt x="1712750" y="2109787"/>
                  <a:pt x="1722530" y="2136259"/>
                  <a:pt x="1704595" y="2157870"/>
                </a:cubicBezTo>
                <a:cubicBezTo>
                  <a:pt x="1689657" y="2175869"/>
                  <a:pt x="1672289" y="2175413"/>
                  <a:pt x="1656687" y="2156614"/>
                </a:cubicBezTo>
                <a:close/>
                <a:moveTo>
                  <a:pt x="1868805" y="2131695"/>
                </a:moveTo>
                <a:cubicBezTo>
                  <a:pt x="1844638" y="2107528"/>
                  <a:pt x="1864965" y="2057400"/>
                  <a:pt x="1898930" y="2057400"/>
                </a:cubicBezTo>
                <a:cubicBezTo>
                  <a:pt x="1908882" y="2057400"/>
                  <a:pt x="1933575" y="2087950"/>
                  <a:pt x="1933575" y="2100262"/>
                </a:cubicBezTo>
                <a:cubicBezTo>
                  <a:pt x="1933575" y="2132154"/>
                  <a:pt x="1890276" y="2153166"/>
                  <a:pt x="1868805" y="2131695"/>
                </a:cubicBezTo>
                <a:close/>
                <a:moveTo>
                  <a:pt x="796813" y="2106656"/>
                </a:moveTo>
                <a:cubicBezTo>
                  <a:pt x="788143" y="2097075"/>
                  <a:pt x="781050" y="2079736"/>
                  <a:pt x="781050" y="2068123"/>
                </a:cubicBezTo>
                <a:cubicBezTo>
                  <a:pt x="781050" y="2046318"/>
                  <a:pt x="819840" y="2000250"/>
                  <a:pt x="838200" y="2000250"/>
                </a:cubicBezTo>
                <a:cubicBezTo>
                  <a:pt x="853221" y="2000250"/>
                  <a:pt x="895350" y="2044622"/>
                  <a:pt x="895350" y="2060445"/>
                </a:cubicBezTo>
                <a:cubicBezTo>
                  <a:pt x="895350" y="2108300"/>
                  <a:pt x="827218" y="2140252"/>
                  <a:pt x="796813" y="2106656"/>
                </a:cubicBezTo>
                <a:close/>
                <a:moveTo>
                  <a:pt x="1272267" y="2080532"/>
                </a:moveTo>
                <a:cubicBezTo>
                  <a:pt x="1239378" y="2047642"/>
                  <a:pt x="1266681" y="1981200"/>
                  <a:pt x="1313085" y="1981200"/>
                </a:cubicBezTo>
                <a:cubicBezTo>
                  <a:pt x="1347272" y="1981200"/>
                  <a:pt x="1362075" y="1997159"/>
                  <a:pt x="1362075" y="2034016"/>
                </a:cubicBezTo>
                <a:cubicBezTo>
                  <a:pt x="1362075" y="2085915"/>
                  <a:pt x="1306458" y="2114722"/>
                  <a:pt x="1272267" y="2080532"/>
                </a:cubicBezTo>
                <a:close/>
                <a:moveTo>
                  <a:pt x="2259330" y="2084070"/>
                </a:moveTo>
                <a:cubicBezTo>
                  <a:pt x="2233877" y="2058617"/>
                  <a:pt x="2252442" y="2009775"/>
                  <a:pt x="2287569" y="2009775"/>
                </a:cubicBezTo>
                <a:cubicBezTo>
                  <a:pt x="2315394" y="2009775"/>
                  <a:pt x="2328176" y="2044996"/>
                  <a:pt x="2310269" y="2072326"/>
                </a:cubicBezTo>
                <a:cubicBezTo>
                  <a:pt x="2293592" y="2097778"/>
                  <a:pt x="2276889" y="2101629"/>
                  <a:pt x="2259330" y="2084070"/>
                </a:cubicBezTo>
                <a:close/>
                <a:moveTo>
                  <a:pt x="1535430" y="2036445"/>
                </a:moveTo>
                <a:cubicBezTo>
                  <a:pt x="1521387" y="2022402"/>
                  <a:pt x="1520743" y="1995557"/>
                  <a:pt x="1533860" y="1971048"/>
                </a:cubicBezTo>
                <a:cubicBezTo>
                  <a:pt x="1548820" y="1943094"/>
                  <a:pt x="1597703" y="1946250"/>
                  <a:pt x="1611280" y="1976047"/>
                </a:cubicBezTo>
                <a:cubicBezTo>
                  <a:pt x="1632345" y="2022280"/>
                  <a:pt x="1570506" y="2071521"/>
                  <a:pt x="1535430" y="2036445"/>
                </a:cubicBezTo>
                <a:close/>
                <a:moveTo>
                  <a:pt x="2025538" y="1982831"/>
                </a:moveTo>
                <a:cubicBezTo>
                  <a:pt x="2006149" y="1961406"/>
                  <a:pt x="2004946" y="1911339"/>
                  <a:pt x="2023451" y="1895981"/>
                </a:cubicBezTo>
                <a:cubicBezTo>
                  <a:pt x="2040948" y="1881460"/>
                  <a:pt x="2103288" y="1875434"/>
                  <a:pt x="2110770" y="1887541"/>
                </a:cubicBezTo>
                <a:cubicBezTo>
                  <a:pt x="2148527" y="1948632"/>
                  <a:pt x="2072008" y="2034180"/>
                  <a:pt x="2025538" y="1982831"/>
                </a:cubicBezTo>
                <a:close/>
                <a:moveTo>
                  <a:pt x="1052112" y="1967638"/>
                </a:moveTo>
                <a:cubicBezTo>
                  <a:pt x="1022072" y="1921791"/>
                  <a:pt x="1075787" y="1861399"/>
                  <a:pt x="1120529" y="1890716"/>
                </a:cubicBezTo>
                <a:cubicBezTo>
                  <a:pt x="1148369" y="1908957"/>
                  <a:pt x="1149921" y="1945703"/>
                  <a:pt x="1123950" y="1971675"/>
                </a:cubicBezTo>
                <a:cubicBezTo>
                  <a:pt x="1098364" y="1997260"/>
                  <a:pt x="1070495" y="1995694"/>
                  <a:pt x="1052112" y="1967638"/>
                </a:cubicBezTo>
                <a:close/>
                <a:moveTo>
                  <a:pt x="552318" y="1972093"/>
                </a:moveTo>
                <a:cubicBezTo>
                  <a:pt x="526861" y="1957312"/>
                  <a:pt x="539210" y="1877720"/>
                  <a:pt x="568085" y="1870473"/>
                </a:cubicBezTo>
                <a:cubicBezTo>
                  <a:pt x="613024" y="1859194"/>
                  <a:pt x="646392" y="1916888"/>
                  <a:pt x="616743" y="1954605"/>
                </a:cubicBezTo>
                <a:cubicBezTo>
                  <a:pt x="601244" y="1974321"/>
                  <a:pt x="570521" y="1982661"/>
                  <a:pt x="552318" y="1972093"/>
                </a:cubicBezTo>
                <a:close/>
                <a:moveTo>
                  <a:pt x="1738279" y="1882473"/>
                </a:moveTo>
                <a:cubicBezTo>
                  <a:pt x="1708427" y="1836914"/>
                  <a:pt x="1752639" y="1785577"/>
                  <a:pt x="1796804" y="1814516"/>
                </a:cubicBezTo>
                <a:cubicBezTo>
                  <a:pt x="1823798" y="1832203"/>
                  <a:pt x="1826167" y="1867235"/>
                  <a:pt x="1801856" y="1889236"/>
                </a:cubicBezTo>
                <a:cubicBezTo>
                  <a:pt x="1777552" y="1911230"/>
                  <a:pt x="1755590" y="1908894"/>
                  <a:pt x="1738279" y="1882473"/>
                </a:cubicBezTo>
                <a:close/>
                <a:moveTo>
                  <a:pt x="788193" y="1856612"/>
                </a:moveTo>
                <a:cubicBezTo>
                  <a:pt x="760959" y="1840749"/>
                  <a:pt x="779820" y="1781175"/>
                  <a:pt x="812075" y="1781175"/>
                </a:cubicBezTo>
                <a:cubicBezTo>
                  <a:pt x="822835" y="1781175"/>
                  <a:pt x="847725" y="1811100"/>
                  <a:pt x="847725" y="1824037"/>
                </a:cubicBezTo>
                <a:cubicBezTo>
                  <a:pt x="847725" y="1837568"/>
                  <a:pt x="822467" y="1867109"/>
                  <a:pt x="811325" y="1866610"/>
                </a:cubicBezTo>
                <a:cubicBezTo>
                  <a:pt x="807771" y="1866451"/>
                  <a:pt x="797361" y="1861951"/>
                  <a:pt x="788193" y="1856612"/>
                </a:cubicBezTo>
                <a:close/>
                <a:moveTo>
                  <a:pt x="1368826" y="1841901"/>
                </a:moveTo>
                <a:cubicBezTo>
                  <a:pt x="1347059" y="1820134"/>
                  <a:pt x="1375542" y="1775975"/>
                  <a:pt x="1404245" y="1786989"/>
                </a:cubicBezTo>
                <a:cubicBezTo>
                  <a:pt x="1427576" y="1795942"/>
                  <a:pt x="1420321" y="1842248"/>
                  <a:pt x="1395020" y="1845870"/>
                </a:cubicBezTo>
                <a:cubicBezTo>
                  <a:pt x="1384327" y="1847401"/>
                  <a:pt x="1372540" y="1845615"/>
                  <a:pt x="1368826" y="1841901"/>
                </a:cubicBezTo>
                <a:close/>
                <a:moveTo>
                  <a:pt x="994314" y="1796166"/>
                </a:moveTo>
                <a:cubicBezTo>
                  <a:pt x="985648" y="1773583"/>
                  <a:pt x="997910" y="1750776"/>
                  <a:pt x="1016764" y="1754407"/>
                </a:cubicBezTo>
                <a:cubicBezTo>
                  <a:pt x="1027309" y="1756438"/>
                  <a:pt x="1033462" y="1766302"/>
                  <a:pt x="1033462" y="1781175"/>
                </a:cubicBezTo>
                <a:cubicBezTo>
                  <a:pt x="1033462" y="1808327"/>
                  <a:pt x="1003398" y="1819839"/>
                  <a:pt x="994314" y="1796166"/>
                </a:cubicBezTo>
                <a:close/>
                <a:moveTo>
                  <a:pt x="1562100" y="1754647"/>
                </a:moveTo>
                <a:cubicBezTo>
                  <a:pt x="1529284" y="1743384"/>
                  <a:pt x="1522823" y="1689037"/>
                  <a:pt x="1551242" y="1663318"/>
                </a:cubicBezTo>
                <a:cubicBezTo>
                  <a:pt x="1573211" y="1643436"/>
                  <a:pt x="1614445" y="1655782"/>
                  <a:pt x="1623725" y="1685019"/>
                </a:cubicBezTo>
                <a:cubicBezTo>
                  <a:pt x="1634996" y="1720533"/>
                  <a:pt x="1594854" y="1765888"/>
                  <a:pt x="1562100" y="1754647"/>
                </a:cubicBezTo>
                <a:close/>
                <a:moveTo>
                  <a:pt x="2209800" y="1743075"/>
                </a:moveTo>
                <a:cubicBezTo>
                  <a:pt x="2186061" y="1719336"/>
                  <a:pt x="2185802" y="1703670"/>
                  <a:pt x="2208681" y="1675416"/>
                </a:cubicBezTo>
                <a:cubicBezTo>
                  <a:pt x="2224506" y="1655872"/>
                  <a:pt x="2229539" y="1654606"/>
                  <a:pt x="2251543" y="1664632"/>
                </a:cubicBezTo>
                <a:cubicBezTo>
                  <a:pt x="2284632" y="1679708"/>
                  <a:pt x="2289191" y="1727496"/>
                  <a:pt x="2259708" y="1750218"/>
                </a:cubicBezTo>
                <a:cubicBezTo>
                  <a:pt x="2238839" y="1766301"/>
                  <a:pt x="2232055" y="1765330"/>
                  <a:pt x="2209800" y="1743075"/>
                </a:cubicBezTo>
                <a:close/>
                <a:moveTo>
                  <a:pt x="1202055" y="1741170"/>
                </a:moveTo>
                <a:cubicBezTo>
                  <a:pt x="1183642" y="1722757"/>
                  <a:pt x="1188194" y="1678370"/>
                  <a:pt x="1209675" y="1666875"/>
                </a:cubicBezTo>
                <a:cubicBezTo>
                  <a:pt x="1238422" y="1651489"/>
                  <a:pt x="1266825" y="1670424"/>
                  <a:pt x="1266825" y="1704975"/>
                </a:cubicBezTo>
                <a:cubicBezTo>
                  <a:pt x="1266825" y="1743510"/>
                  <a:pt x="1226775" y="1765890"/>
                  <a:pt x="1202055" y="1741170"/>
                </a:cubicBezTo>
                <a:close/>
                <a:moveTo>
                  <a:pt x="1968829" y="1737054"/>
                </a:moveTo>
                <a:cubicBezTo>
                  <a:pt x="1957278" y="1725503"/>
                  <a:pt x="1961550" y="1698280"/>
                  <a:pt x="1976915" y="1685528"/>
                </a:cubicBezTo>
                <a:cubicBezTo>
                  <a:pt x="1998418" y="1667682"/>
                  <a:pt x="2028550" y="1697693"/>
                  <a:pt x="2013355" y="1721822"/>
                </a:cubicBezTo>
                <a:cubicBezTo>
                  <a:pt x="2001999" y="1739854"/>
                  <a:pt x="1979370" y="1747595"/>
                  <a:pt x="1968829" y="1737054"/>
                </a:cubicBezTo>
                <a:close/>
                <a:moveTo>
                  <a:pt x="652373" y="1710850"/>
                </a:moveTo>
                <a:cubicBezTo>
                  <a:pt x="639816" y="1701668"/>
                  <a:pt x="637066" y="1691638"/>
                  <a:pt x="641865" y="1672518"/>
                </a:cubicBezTo>
                <a:cubicBezTo>
                  <a:pt x="651115" y="1635664"/>
                  <a:pt x="698636" y="1640031"/>
                  <a:pt x="703039" y="1678140"/>
                </a:cubicBezTo>
                <a:cubicBezTo>
                  <a:pt x="706817" y="1710840"/>
                  <a:pt x="677895" y="1729512"/>
                  <a:pt x="652373" y="1710850"/>
                </a:cubicBezTo>
                <a:close/>
                <a:moveTo>
                  <a:pt x="845298" y="1612106"/>
                </a:moveTo>
                <a:cubicBezTo>
                  <a:pt x="820957" y="1584883"/>
                  <a:pt x="820211" y="1543349"/>
                  <a:pt x="843642" y="1519917"/>
                </a:cubicBezTo>
                <a:cubicBezTo>
                  <a:pt x="865672" y="1497887"/>
                  <a:pt x="930205" y="1500140"/>
                  <a:pt x="942639" y="1523373"/>
                </a:cubicBezTo>
                <a:cubicBezTo>
                  <a:pt x="977333" y="1588200"/>
                  <a:pt x="892812" y="1665246"/>
                  <a:pt x="845298" y="1612106"/>
                </a:cubicBezTo>
                <a:close/>
                <a:moveTo>
                  <a:pt x="1785309" y="1605849"/>
                </a:moveTo>
                <a:cubicBezTo>
                  <a:pt x="1771896" y="1552409"/>
                  <a:pt x="1824415" y="1522842"/>
                  <a:pt x="1853776" y="1567304"/>
                </a:cubicBezTo>
                <a:cubicBezTo>
                  <a:pt x="1864726" y="1583886"/>
                  <a:pt x="1864453" y="1589928"/>
                  <a:pt x="1851946" y="1607785"/>
                </a:cubicBezTo>
                <a:cubicBezTo>
                  <a:pt x="1831571" y="1636874"/>
                  <a:pt x="1792813" y="1635748"/>
                  <a:pt x="1785309" y="1605849"/>
                </a:cubicBezTo>
                <a:close/>
                <a:moveTo>
                  <a:pt x="1082675" y="1593849"/>
                </a:moveTo>
                <a:cubicBezTo>
                  <a:pt x="1071849" y="1583024"/>
                  <a:pt x="1075673" y="1555447"/>
                  <a:pt x="1089603" y="1543887"/>
                </a:cubicBezTo>
                <a:cubicBezTo>
                  <a:pt x="1109991" y="1526966"/>
                  <a:pt x="1136888" y="1556974"/>
                  <a:pt x="1123595" y="1581811"/>
                </a:cubicBezTo>
                <a:cubicBezTo>
                  <a:pt x="1113757" y="1600195"/>
                  <a:pt x="1094643" y="1605818"/>
                  <a:pt x="1082675" y="1593849"/>
                </a:cubicBezTo>
                <a:close/>
                <a:moveTo>
                  <a:pt x="2057629" y="1567466"/>
                </a:moveTo>
                <a:cubicBezTo>
                  <a:pt x="2038928" y="1518277"/>
                  <a:pt x="2080193" y="1471940"/>
                  <a:pt x="2122525" y="1494595"/>
                </a:cubicBezTo>
                <a:cubicBezTo>
                  <a:pt x="2166151" y="1517943"/>
                  <a:pt x="2148748" y="1583937"/>
                  <a:pt x="2097657" y="1588897"/>
                </a:cubicBezTo>
                <a:cubicBezTo>
                  <a:pt x="2072079" y="1591381"/>
                  <a:pt x="2065352" y="1587779"/>
                  <a:pt x="2057629" y="1567466"/>
                </a:cubicBezTo>
                <a:close/>
                <a:moveTo>
                  <a:pt x="1373719" y="1566322"/>
                </a:moveTo>
                <a:cubicBezTo>
                  <a:pt x="1330963" y="1536375"/>
                  <a:pt x="1350310" y="1466850"/>
                  <a:pt x="1401399" y="1466850"/>
                </a:cubicBezTo>
                <a:cubicBezTo>
                  <a:pt x="1455894" y="1466850"/>
                  <a:pt x="1474075" y="1517640"/>
                  <a:pt x="1433945" y="1557770"/>
                </a:cubicBezTo>
                <a:cubicBezTo>
                  <a:pt x="1406468" y="1585247"/>
                  <a:pt x="1401704" y="1585924"/>
                  <a:pt x="1373719" y="1566322"/>
                </a:cubicBezTo>
                <a:close/>
                <a:moveTo>
                  <a:pt x="1546494" y="1490662"/>
                </a:moveTo>
                <a:cubicBezTo>
                  <a:pt x="1538948" y="1470998"/>
                  <a:pt x="1549179" y="1447800"/>
                  <a:pt x="1565397" y="1447800"/>
                </a:cubicBezTo>
                <a:cubicBezTo>
                  <a:pt x="1584894" y="1447800"/>
                  <a:pt x="1601482" y="1471475"/>
                  <a:pt x="1594582" y="1489455"/>
                </a:cubicBezTo>
                <a:cubicBezTo>
                  <a:pt x="1587115" y="1508914"/>
                  <a:pt x="1553819" y="1509750"/>
                  <a:pt x="1546494" y="1490662"/>
                </a:cubicBezTo>
                <a:close/>
                <a:moveTo>
                  <a:pt x="1169193" y="1437512"/>
                </a:moveTo>
                <a:cubicBezTo>
                  <a:pt x="1138695" y="1419748"/>
                  <a:pt x="1155372" y="1352550"/>
                  <a:pt x="1190279" y="1352550"/>
                </a:cubicBezTo>
                <a:cubicBezTo>
                  <a:pt x="1233312" y="1352550"/>
                  <a:pt x="1250393" y="1397556"/>
                  <a:pt x="1219200" y="1428750"/>
                </a:cubicBezTo>
                <a:cubicBezTo>
                  <a:pt x="1197672" y="1450277"/>
                  <a:pt x="1192628" y="1451161"/>
                  <a:pt x="1169193" y="1437512"/>
                </a:cubicBezTo>
                <a:close/>
                <a:moveTo>
                  <a:pt x="1907119" y="1413922"/>
                </a:moveTo>
                <a:cubicBezTo>
                  <a:pt x="1871992" y="1389318"/>
                  <a:pt x="1880840" y="1329067"/>
                  <a:pt x="1921872" y="1313467"/>
                </a:cubicBezTo>
                <a:cubicBezTo>
                  <a:pt x="1977263" y="1292407"/>
                  <a:pt x="2015358" y="1366016"/>
                  <a:pt x="1971675" y="1409700"/>
                </a:cubicBezTo>
                <a:cubicBezTo>
                  <a:pt x="1948749" y="1432625"/>
                  <a:pt x="1935097" y="1433518"/>
                  <a:pt x="1907119" y="1413922"/>
                </a:cubicBezTo>
                <a:close/>
                <a:moveTo>
                  <a:pt x="1697355" y="1398270"/>
                </a:moveTo>
                <a:cubicBezTo>
                  <a:pt x="1681713" y="1382628"/>
                  <a:pt x="1682976" y="1347804"/>
                  <a:pt x="1699688" y="1333935"/>
                </a:cubicBezTo>
                <a:cubicBezTo>
                  <a:pt x="1719728" y="1317302"/>
                  <a:pt x="1754120" y="1325555"/>
                  <a:pt x="1762755" y="1349068"/>
                </a:cubicBezTo>
                <a:cubicBezTo>
                  <a:pt x="1777590" y="1389462"/>
                  <a:pt x="1726775" y="1427690"/>
                  <a:pt x="1697355" y="1398270"/>
                </a:cubicBezTo>
                <a:close/>
                <a:moveTo>
                  <a:pt x="2230874" y="1398389"/>
                </a:moveTo>
                <a:cubicBezTo>
                  <a:pt x="2205059" y="1372574"/>
                  <a:pt x="2223838" y="1323975"/>
                  <a:pt x="2259628" y="1323975"/>
                </a:cubicBezTo>
                <a:cubicBezTo>
                  <a:pt x="2283666" y="1323975"/>
                  <a:pt x="2290051" y="1346350"/>
                  <a:pt x="2274890" y="1377461"/>
                </a:cubicBezTo>
                <a:cubicBezTo>
                  <a:pt x="2259959" y="1408102"/>
                  <a:pt x="2246829" y="1414344"/>
                  <a:pt x="2230874" y="1398389"/>
                </a:cubicBezTo>
                <a:close/>
                <a:moveTo>
                  <a:pt x="949726" y="1375176"/>
                </a:moveTo>
                <a:cubicBezTo>
                  <a:pt x="927959" y="1353409"/>
                  <a:pt x="956442" y="1309250"/>
                  <a:pt x="985145" y="1320264"/>
                </a:cubicBezTo>
                <a:cubicBezTo>
                  <a:pt x="1008476" y="1329217"/>
                  <a:pt x="1001221" y="1375523"/>
                  <a:pt x="975920" y="1379145"/>
                </a:cubicBezTo>
                <a:cubicBezTo>
                  <a:pt x="965227" y="1380676"/>
                  <a:pt x="953440" y="1378890"/>
                  <a:pt x="949726" y="1375176"/>
                </a:cubicBezTo>
                <a:close/>
                <a:moveTo>
                  <a:pt x="654049" y="1365249"/>
                </a:moveTo>
                <a:cubicBezTo>
                  <a:pt x="641507" y="1352707"/>
                  <a:pt x="648037" y="1333500"/>
                  <a:pt x="664845" y="1333500"/>
                </a:cubicBezTo>
                <a:cubicBezTo>
                  <a:pt x="682511" y="1333500"/>
                  <a:pt x="704850" y="1350519"/>
                  <a:pt x="704850" y="1363980"/>
                </a:cubicBezTo>
                <a:cubicBezTo>
                  <a:pt x="704850" y="1373171"/>
                  <a:pt x="663017" y="1374217"/>
                  <a:pt x="654049" y="1365249"/>
                </a:cubicBezTo>
                <a:close/>
                <a:moveTo>
                  <a:pt x="1463563" y="1277981"/>
                </a:moveTo>
                <a:cubicBezTo>
                  <a:pt x="1443621" y="1255945"/>
                  <a:pt x="1443187" y="1206123"/>
                  <a:pt x="1462767" y="1186542"/>
                </a:cubicBezTo>
                <a:cubicBezTo>
                  <a:pt x="1485533" y="1163776"/>
                  <a:pt x="1538976" y="1167301"/>
                  <a:pt x="1556797" y="1192744"/>
                </a:cubicBezTo>
                <a:cubicBezTo>
                  <a:pt x="1599596" y="1253849"/>
                  <a:pt x="1513203" y="1332832"/>
                  <a:pt x="1463563" y="1277981"/>
                </a:cubicBezTo>
                <a:close/>
                <a:moveTo>
                  <a:pt x="807243" y="1256537"/>
                </a:moveTo>
                <a:cubicBezTo>
                  <a:pt x="773131" y="1236668"/>
                  <a:pt x="798709" y="1173328"/>
                  <a:pt x="836057" y="1185182"/>
                </a:cubicBezTo>
                <a:cubicBezTo>
                  <a:pt x="864380" y="1194171"/>
                  <a:pt x="872303" y="1225878"/>
                  <a:pt x="851869" y="1248457"/>
                </a:cubicBezTo>
                <a:cubicBezTo>
                  <a:pt x="832934" y="1269380"/>
                  <a:pt x="830157" y="1269883"/>
                  <a:pt x="807243" y="1256537"/>
                </a:cubicBezTo>
                <a:close/>
                <a:moveTo>
                  <a:pt x="2123840" y="1252255"/>
                </a:moveTo>
                <a:cubicBezTo>
                  <a:pt x="2107587" y="1232671"/>
                  <a:pt x="2126307" y="1190625"/>
                  <a:pt x="2151279" y="1190625"/>
                </a:cubicBezTo>
                <a:cubicBezTo>
                  <a:pt x="2180564" y="1190625"/>
                  <a:pt x="2195481" y="1215526"/>
                  <a:pt x="2182829" y="1243294"/>
                </a:cubicBezTo>
                <a:cubicBezTo>
                  <a:pt x="2170746" y="1269813"/>
                  <a:pt x="2142033" y="1274175"/>
                  <a:pt x="2123840" y="1252255"/>
                </a:cubicBezTo>
                <a:close/>
                <a:moveTo>
                  <a:pt x="1034142" y="1204232"/>
                </a:moveTo>
                <a:cubicBezTo>
                  <a:pt x="1015080" y="1185169"/>
                  <a:pt x="1015022" y="1153167"/>
                  <a:pt x="1034002" y="1126069"/>
                </a:cubicBezTo>
                <a:cubicBezTo>
                  <a:pt x="1051986" y="1100393"/>
                  <a:pt x="1086753" y="1098636"/>
                  <a:pt x="1108186" y="1122318"/>
                </a:cubicBezTo>
                <a:cubicBezTo>
                  <a:pt x="1154289" y="1173262"/>
                  <a:pt x="1082544" y="1252633"/>
                  <a:pt x="1034142" y="1204232"/>
                </a:cubicBezTo>
                <a:close/>
                <a:moveTo>
                  <a:pt x="1849310" y="1183481"/>
                </a:moveTo>
                <a:cubicBezTo>
                  <a:pt x="1836888" y="1159774"/>
                  <a:pt x="1852818" y="1123950"/>
                  <a:pt x="1875782" y="1123950"/>
                </a:cubicBezTo>
                <a:cubicBezTo>
                  <a:pt x="1901830" y="1123950"/>
                  <a:pt x="1918321" y="1156208"/>
                  <a:pt x="1905000" y="1181100"/>
                </a:cubicBezTo>
                <a:cubicBezTo>
                  <a:pt x="1892425" y="1204595"/>
                  <a:pt x="1861077" y="1205935"/>
                  <a:pt x="1849310" y="1183481"/>
                </a:cubicBezTo>
                <a:close/>
                <a:moveTo>
                  <a:pt x="619125" y="1126793"/>
                </a:moveTo>
                <a:cubicBezTo>
                  <a:pt x="619125" y="1114168"/>
                  <a:pt x="666578" y="1047750"/>
                  <a:pt x="675599" y="1047750"/>
                </a:cubicBezTo>
                <a:cubicBezTo>
                  <a:pt x="691122" y="1047750"/>
                  <a:pt x="695409" y="1078318"/>
                  <a:pt x="683413" y="1103467"/>
                </a:cubicBezTo>
                <a:cubicBezTo>
                  <a:pt x="672030" y="1127331"/>
                  <a:pt x="619125" y="1146528"/>
                  <a:pt x="619125" y="1126793"/>
                </a:cubicBezTo>
                <a:close/>
                <a:moveTo>
                  <a:pt x="2016130" y="1085233"/>
                </a:moveTo>
                <a:cubicBezTo>
                  <a:pt x="2000472" y="1062879"/>
                  <a:pt x="2003486" y="1043134"/>
                  <a:pt x="2027378" y="1011522"/>
                </a:cubicBezTo>
                <a:cubicBezTo>
                  <a:pt x="2064477" y="962438"/>
                  <a:pt x="2125780" y="1028941"/>
                  <a:pt x="2091567" y="1081156"/>
                </a:cubicBezTo>
                <a:cubicBezTo>
                  <a:pt x="2072396" y="1110416"/>
                  <a:pt x="2035177" y="1112427"/>
                  <a:pt x="2016130" y="1085233"/>
                </a:cubicBezTo>
                <a:close/>
                <a:moveTo>
                  <a:pt x="1612638" y="1059277"/>
                </a:moveTo>
                <a:cubicBezTo>
                  <a:pt x="1604257" y="1053949"/>
                  <a:pt x="1606383" y="1043963"/>
                  <a:pt x="1620718" y="1021323"/>
                </a:cubicBezTo>
                <a:cubicBezTo>
                  <a:pt x="1642340" y="987172"/>
                  <a:pt x="1652486" y="983238"/>
                  <a:pt x="1661093" y="1005666"/>
                </a:cubicBezTo>
                <a:cubicBezTo>
                  <a:pt x="1675362" y="1042849"/>
                  <a:pt x="1643043" y="1078607"/>
                  <a:pt x="1612638" y="1059277"/>
                </a:cubicBezTo>
                <a:close/>
                <a:moveTo>
                  <a:pt x="844951" y="1051326"/>
                </a:moveTo>
                <a:cubicBezTo>
                  <a:pt x="832337" y="1038712"/>
                  <a:pt x="838131" y="1002189"/>
                  <a:pt x="853694" y="996217"/>
                </a:cubicBezTo>
                <a:cubicBezTo>
                  <a:pt x="874804" y="988116"/>
                  <a:pt x="896895" y="1008361"/>
                  <a:pt x="893428" y="1032629"/>
                </a:cubicBezTo>
                <a:cubicBezTo>
                  <a:pt x="890611" y="1052343"/>
                  <a:pt x="858394" y="1064769"/>
                  <a:pt x="844951" y="1051326"/>
                </a:cubicBezTo>
                <a:close/>
                <a:moveTo>
                  <a:pt x="1392555" y="1017270"/>
                </a:moveTo>
                <a:cubicBezTo>
                  <a:pt x="1364117" y="988832"/>
                  <a:pt x="1395657" y="944314"/>
                  <a:pt x="1430885" y="963167"/>
                </a:cubicBezTo>
                <a:cubicBezTo>
                  <a:pt x="1458963" y="978194"/>
                  <a:pt x="1446306" y="1028700"/>
                  <a:pt x="1414462" y="1028700"/>
                </a:cubicBezTo>
                <a:cubicBezTo>
                  <a:pt x="1408699" y="1028700"/>
                  <a:pt x="1398841" y="1023556"/>
                  <a:pt x="1392555" y="1017270"/>
                </a:cubicBezTo>
                <a:close/>
                <a:moveTo>
                  <a:pt x="1101725" y="1003300"/>
                </a:moveTo>
                <a:cubicBezTo>
                  <a:pt x="1090819" y="992394"/>
                  <a:pt x="1094786" y="954292"/>
                  <a:pt x="1107281" y="949934"/>
                </a:cubicBezTo>
                <a:cubicBezTo>
                  <a:pt x="1140062" y="938499"/>
                  <a:pt x="1160333" y="991435"/>
                  <a:pt x="1127933" y="1003868"/>
                </a:cubicBezTo>
                <a:cubicBezTo>
                  <a:pt x="1109277" y="1011027"/>
                  <a:pt x="1109456" y="1011031"/>
                  <a:pt x="1101725" y="1003300"/>
                </a:cubicBezTo>
                <a:close/>
                <a:moveTo>
                  <a:pt x="1762125" y="962025"/>
                </a:moveTo>
                <a:cubicBezTo>
                  <a:pt x="1728891" y="928791"/>
                  <a:pt x="1736934" y="897737"/>
                  <a:pt x="1781912" y="885626"/>
                </a:cubicBezTo>
                <a:cubicBezTo>
                  <a:pt x="1839764" y="870048"/>
                  <a:pt x="1861554" y="875963"/>
                  <a:pt x="1865247" y="908248"/>
                </a:cubicBezTo>
                <a:cubicBezTo>
                  <a:pt x="1871802" y="965557"/>
                  <a:pt x="1802038" y="1001938"/>
                  <a:pt x="1762125" y="962025"/>
                </a:cubicBezTo>
                <a:close/>
                <a:moveTo>
                  <a:pt x="935564" y="897942"/>
                </a:moveTo>
                <a:cubicBezTo>
                  <a:pt x="927389" y="895015"/>
                  <a:pt x="932864" y="883894"/>
                  <a:pt x="952232" y="864084"/>
                </a:cubicBezTo>
                <a:cubicBezTo>
                  <a:pt x="968096" y="847858"/>
                  <a:pt x="981075" y="831111"/>
                  <a:pt x="981075" y="826866"/>
                </a:cubicBezTo>
                <a:cubicBezTo>
                  <a:pt x="981075" y="822622"/>
                  <a:pt x="985361" y="819150"/>
                  <a:pt x="990600" y="819150"/>
                </a:cubicBezTo>
                <a:cubicBezTo>
                  <a:pt x="1001602" y="819150"/>
                  <a:pt x="1003188" y="856988"/>
                  <a:pt x="992835" y="872492"/>
                </a:cubicBezTo>
                <a:cubicBezTo>
                  <a:pt x="982323" y="888235"/>
                  <a:pt x="949362" y="902882"/>
                  <a:pt x="935564" y="897942"/>
                </a:cubicBezTo>
                <a:close/>
                <a:moveTo>
                  <a:pt x="2063197" y="843698"/>
                </a:moveTo>
                <a:cubicBezTo>
                  <a:pt x="2068868" y="828921"/>
                  <a:pt x="2095500" y="815210"/>
                  <a:pt x="2095500" y="827068"/>
                </a:cubicBezTo>
                <a:cubicBezTo>
                  <a:pt x="2095500" y="831095"/>
                  <a:pt x="2090356" y="839533"/>
                  <a:pt x="2084070" y="845820"/>
                </a:cubicBezTo>
                <a:cubicBezTo>
                  <a:pt x="2068482" y="861407"/>
                  <a:pt x="2056856" y="860225"/>
                  <a:pt x="2063197" y="843698"/>
                </a:cubicBezTo>
                <a:close/>
                <a:moveTo>
                  <a:pt x="1835150" y="746125"/>
                </a:moveTo>
                <a:cubicBezTo>
                  <a:pt x="1823877" y="734852"/>
                  <a:pt x="1828402" y="697987"/>
                  <a:pt x="1842494" y="686292"/>
                </a:cubicBezTo>
                <a:cubicBezTo>
                  <a:pt x="1853653" y="677031"/>
                  <a:pt x="1858943" y="680255"/>
                  <a:pt x="1871069" y="703702"/>
                </a:cubicBezTo>
                <a:cubicBezTo>
                  <a:pt x="1879253" y="719529"/>
                  <a:pt x="1885950" y="736978"/>
                  <a:pt x="1885950" y="742476"/>
                </a:cubicBezTo>
                <a:cubicBezTo>
                  <a:pt x="1885950" y="753421"/>
                  <a:pt x="1845361" y="756336"/>
                  <a:pt x="1835150" y="746125"/>
                </a:cubicBezTo>
                <a:close/>
                <a:moveTo>
                  <a:pt x="1067179" y="729120"/>
                </a:moveTo>
                <a:cubicBezTo>
                  <a:pt x="1043989" y="701177"/>
                  <a:pt x="1074662" y="656763"/>
                  <a:pt x="1108249" y="669652"/>
                </a:cubicBezTo>
                <a:cubicBezTo>
                  <a:pt x="1122100" y="674967"/>
                  <a:pt x="1121640" y="679099"/>
                  <a:pt x="1103841" y="709268"/>
                </a:cubicBezTo>
                <a:cubicBezTo>
                  <a:pt x="1080993" y="747992"/>
                  <a:pt x="1082269" y="747301"/>
                  <a:pt x="1067179" y="729120"/>
                </a:cubicBezTo>
                <a:close/>
                <a:moveTo>
                  <a:pt x="1678305" y="617220"/>
                </a:moveTo>
                <a:cubicBezTo>
                  <a:pt x="1644543" y="583458"/>
                  <a:pt x="1675806" y="560881"/>
                  <a:pt x="1728550" y="580934"/>
                </a:cubicBezTo>
                <a:cubicBezTo>
                  <a:pt x="1749743" y="588992"/>
                  <a:pt x="1751871" y="593164"/>
                  <a:pt x="1743123" y="609509"/>
                </a:cubicBezTo>
                <a:cubicBezTo>
                  <a:pt x="1731777" y="630708"/>
                  <a:pt x="1696044" y="634959"/>
                  <a:pt x="1678305" y="617220"/>
                </a:cubicBezTo>
                <a:close/>
                <a:moveTo>
                  <a:pt x="1247775" y="605948"/>
                </a:moveTo>
                <a:cubicBezTo>
                  <a:pt x="1247775" y="560499"/>
                  <a:pt x="1316792" y="537250"/>
                  <a:pt x="1348313" y="572081"/>
                </a:cubicBezTo>
                <a:cubicBezTo>
                  <a:pt x="1369010" y="594950"/>
                  <a:pt x="1356233" y="609100"/>
                  <a:pt x="1314450" y="609584"/>
                </a:cubicBezTo>
                <a:cubicBezTo>
                  <a:pt x="1301353" y="609735"/>
                  <a:pt x="1280993" y="612444"/>
                  <a:pt x="1269206" y="615603"/>
                </a:cubicBezTo>
                <a:cubicBezTo>
                  <a:pt x="1253450" y="619825"/>
                  <a:pt x="1247775" y="617268"/>
                  <a:pt x="1247775" y="605948"/>
                </a:cubicBezTo>
                <a:close/>
              </a:path>
            </a:pathLst>
          </a:custGeom>
          <a:solidFill>
            <a:srgbClr val="BFD9F2">
              <a:alpha val="80000"/>
            </a:srgbClr>
          </a:solidFill>
          <a:ln>
            <a:noFill/>
          </a:ln>
        </p:spPr>
      </p:sp>
      <p:pic>
        <p:nvPicPr>
          <p:cNvPr id="7" name="mug" descr="0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7134225" y="5881688"/>
            <a:ext cx="2876550" cy="2714625"/>
          </a:xfrm>
          <a:prstGeom prst="rect">
            <a:avLst/>
          </a:prstGeom>
        </p:spPr>
      </p:pic>
      <p:sp>
        <p:nvSpPr>
          <p:cNvPr id="8" name="mug pattern"/>
          <p:cNvSpPr/>
          <p:nvPr/>
        </p:nvSpPr>
        <p:spPr>
          <a:xfrm rot="-360000">
            <a:off x="7134225" y="5881687"/>
            <a:ext cx="2876550" cy="2714625"/>
          </a:xfrm>
          <a:custGeom>
            <a:avLst/>
            <a:gdLst/>
            <a:ahLst/>
            <a:cxnLst/>
            <a:rect l="0" t="0" r="r" b="b"/>
            <a:pathLst>
              <a:path w="2876550" h="2714625">
                <a:moveTo>
                  <a:pt x="1163827" y="2140743"/>
                </a:moveTo>
                <a:cubicBezTo>
                  <a:pt x="1167518" y="2102469"/>
                  <a:pt x="1210709" y="2090411"/>
                  <a:pt x="1228050" y="2122814"/>
                </a:cubicBezTo>
                <a:cubicBezTo>
                  <a:pt x="1244127" y="2152854"/>
                  <a:pt x="1230909" y="2171700"/>
                  <a:pt x="1193764" y="2171700"/>
                </a:cubicBezTo>
                <a:cubicBezTo>
                  <a:pt x="1162360" y="2171700"/>
                  <a:pt x="1160980" y="2170273"/>
                  <a:pt x="1163827" y="2140743"/>
                </a:cubicBezTo>
                <a:close/>
                <a:moveTo>
                  <a:pt x="799083" y="2111127"/>
                </a:moveTo>
                <a:cubicBezTo>
                  <a:pt x="764863" y="2094160"/>
                  <a:pt x="761879" y="2035583"/>
                  <a:pt x="794158" y="2014434"/>
                </a:cubicBezTo>
                <a:cubicBezTo>
                  <a:pt x="839413" y="1984781"/>
                  <a:pt x="887099" y="2036526"/>
                  <a:pt x="861218" y="2087201"/>
                </a:cubicBezTo>
                <a:cubicBezTo>
                  <a:pt x="845051" y="2118854"/>
                  <a:pt x="827950" y="2125439"/>
                  <a:pt x="799083" y="2111127"/>
                </a:cubicBezTo>
                <a:close/>
                <a:moveTo>
                  <a:pt x="1514475" y="2115716"/>
                </a:moveTo>
                <a:cubicBezTo>
                  <a:pt x="1514475" y="2099823"/>
                  <a:pt x="1542869" y="2083867"/>
                  <a:pt x="1559597" y="2090360"/>
                </a:cubicBezTo>
                <a:cubicBezTo>
                  <a:pt x="1574421" y="2096114"/>
                  <a:pt x="1573599" y="2098430"/>
                  <a:pt x="1552575" y="2110138"/>
                </a:cubicBezTo>
                <a:cubicBezTo>
                  <a:pt x="1524589" y="2125724"/>
                  <a:pt x="1514475" y="2127204"/>
                  <a:pt x="1514475" y="2115716"/>
                </a:cubicBezTo>
                <a:close/>
                <a:moveTo>
                  <a:pt x="1304925" y="2028825"/>
                </a:moveTo>
                <a:cubicBezTo>
                  <a:pt x="1279229" y="2003129"/>
                  <a:pt x="1280580" y="1960919"/>
                  <a:pt x="1307920" y="1935235"/>
                </a:cubicBezTo>
                <a:cubicBezTo>
                  <a:pt x="1338423" y="1906578"/>
                  <a:pt x="1375079" y="1908596"/>
                  <a:pt x="1400022" y="1940306"/>
                </a:cubicBezTo>
                <a:cubicBezTo>
                  <a:pt x="1449372" y="2003045"/>
                  <a:pt x="1361209" y="2085109"/>
                  <a:pt x="1304925" y="2028825"/>
                </a:cubicBezTo>
                <a:close/>
                <a:moveTo>
                  <a:pt x="968776" y="1994301"/>
                </a:moveTo>
                <a:cubicBezTo>
                  <a:pt x="956162" y="1981687"/>
                  <a:pt x="961956" y="1945164"/>
                  <a:pt x="977519" y="1939192"/>
                </a:cubicBezTo>
                <a:cubicBezTo>
                  <a:pt x="998629" y="1931091"/>
                  <a:pt x="1020720" y="1951336"/>
                  <a:pt x="1017253" y="1975604"/>
                </a:cubicBezTo>
                <a:cubicBezTo>
                  <a:pt x="1014436" y="1995318"/>
                  <a:pt x="982219" y="2007744"/>
                  <a:pt x="968776" y="1994301"/>
                </a:cubicBezTo>
                <a:close/>
                <a:moveTo>
                  <a:pt x="1581150" y="1933575"/>
                </a:moveTo>
                <a:cubicBezTo>
                  <a:pt x="1543086" y="1895511"/>
                  <a:pt x="1563171" y="1838325"/>
                  <a:pt x="1614603" y="1838325"/>
                </a:cubicBezTo>
                <a:cubicBezTo>
                  <a:pt x="1670979" y="1838325"/>
                  <a:pt x="1692524" y="1897039"/>
                  <a:pt x="1651283" y="1938281"/>
                </a:cubicBezTo>
                <a:cubicBezTo>
                  <a:pt x="1631482" y="1958081"/>
                  <a:pt x="1603798" y="1956223"/>
                  <a:pt x="1581150" y="1933575"/>
                </a:cubicBezTo>
                <a:close/>
                <a:moveTo>
                  <a:pt x="1106805" y="1903095"/>
                </a:moveTo>
                <a:cubicBezTo>
                  <a:pt x="1091163" y="1887453"/>
                  <a:pt x="1092426" y="1852629"/>
                  <a:pt x="1109138" y="1838760"/>
                </a:cubicBezTo>
                <a:cubicBezTo>
                  <a:pt x="1129178" y="1822127"/>
                  <a:pt x="1163570" y="1830380"/>
                  <a:pt x="1172205" y="1853893"/>
                </a:cubicBezTo>
                <a:cubicBezTo>
                  <a:pt x="1187040" y="1894287"/>
                  <a:pt x="1136225" y="1932515"/>
                  <a:pt x="1106805" y="1903095"/>
                </a:cubicBezTo>
                <a:close/>
                <a:moveTo>
                  <a:pt x="835024" y="1879599"/>
                </a:moveTo>
                <a:cubicBezTo>
                  <a:pt x="823291" y="1867866"/>
                  <a:pt x="828536" y="1831247"/>
                  <a:pt x="843760" y="1818612"/>
                </a:cubicBezTo>
                <a:cubicBezTo>
                  <a:pt x="873454" y="1793968"/>
                  <a:pt x="910664" y="1841732"/>
                  <a:pt x="885445" y="1872120"/>
                </a:cubicBezTo>
                <a:cubicBezTo>
                  <a:pt x="873500" y="1886512"/>
                  <a:pt x="846015" y="1890590"/>
                  <a:pt x="835024" y="1879599"/>
                </a:cubicBezTo>
                <a:close/>
                <a:moveTo>
                  <a:pt x="1267134" y="1781753"/>
                </a:moveTo>
                <a:cubicBezTo>
                  <a:pt x="1243386" y="1737380"/>
                  <a:pt x="1301011" y="1702855"/>
                  <a:pt x="1327716" y="1745456"/>
                </a:cubicBezTo>
                <a:cubicBezTo>
                  <a:pt x="1335298" y="1757551"/>
                  <a:pt x="1335298" y="1766698"/>
                  <a:pt x="1327716" y="1778793"/>
                </a:cubicBezTo>
                <a:cubicBezTo>
                  <a:pt x="1312287" y="1803406"/>
                  <a:pt x="1279578" y="1805004"/>
                  <a:pt x="1267134" y="1781753"/>
                </a:cubicBezTo>
                <a:close/>
                <a:moveTo>
                  <a:pt x="672192" y="1775732"/>
                </a:moveTo>
                <a:cubicBezTo>
                  <a:pt x="652305" y="1755844"/>
                  <a:pt x="653266" y="1730560"/>
                  <a:pt x="674643" y="1711213"/>
                </a:cubicBezTo>
                <a:cubicBezTo>
                  <a:pt x="696390" y="1691533"/>
                  <a:pt x="708910" y="1691346"/>
                  <a:pt x="727982" y="1710417"/>
                </a:cubicBezTo>
                <a:cubicBezTo>
                  <a:pt x="754990" y="1737425"/>
                  <a:pt x="736479" y="1790700"/>
                  <a:pt x="700087" y="1790700"/>
                </a:cubicBezTo>
                <a:cubicBezTo>
                  <a:pt x="692977" y="1790700"/>
                  <a:pt x="680425" y="1783964"/>
                  <a:pt x="672192" y="1775732"/>
                </a:cubicBezTo>
                <a:close/>
                <a:moveTo>
                  <a:pt x="1859280" y="1779270"/>
                </a:moveTo>
                <a:cubicBezTo>
                  <a:pt x="1829800" y="1749790"/>
                  <a:pt x="1867829" y="1694607"/>
                  <a:pt x="1904207" y="1714075"/>
                </a:cubicBezTo>
                <a:cubicBezTo>
                  <a:pt x="1938530" y="1732444"/>
                  <a:pt x="1924649" y="1790700"/>
                  <a:pt x="1885950" y="1790700"/>
                </a:cubicBezTo>
                <a:cubicBezTo>
                  <a:pt x="1877568" y="1790700"/>
                  <a:pt x="1865566" y="1785556"/>
                  <a:pt x="1859280" y="1779270"/>
                </a:cubicBezTo>
                <a:close/>
                <a:moveTo>
                  <a:pt x="946782" y="1735785"/>
                </a:moveTo>
                <a:cubicBezTo>
                  <a:pt x="904343" y="1707448"/>
                  <a:pt x="913208" y="1639470"/>
                  <a:pt x="961977" y="1619269"/>
                </a:cubicBezTo>
                <a:cubicBezTo>
                  <a:pt x="1026510" y="1592539"/>
                  <a:pt x="1078524" y="1674200"/>
                  <a:pt x="1028700" y="1724025"/>
                </a:cubicBezTo>
                <a:cubicBezTo>
                  <a:pt x="1009751" y="1742973"/>
                  <a:pt x="966785" y="1749141"/>
                  <a:pt x="946782" y="1735785"/>
                </a:cubicBezTo>
                <a:close/>
                <a:moveTo>
                  <a:pt x="1449919" y="1728247"/>
                </a:moveTo>
                <a:cubicBezTo>
                  <a:pt x="1415739" y="1704306"/>
                  <a:pt x="1426420" y="1649983"/>
                  <a:pt x="1468137" y="1635587"/>
                </a:cubicBezTo>
                <a:cubicBezTo>
                  <a:pt x="1493024" y="1626998"/>
                  <a:pt x="1524000" y="1654910"/>
                  <a:pt x="1524000" y="1685925"/>
                </a:cubicBezTo>
                <a:cubicBezTo>
                  <a:pt x="1524000" y="1709893"/>
                  <a:pt x="1496349" y="1743075"/>
                  <a:pt x="1476375" y="1743075"/>
                </a:cubicBezTo>
                <a:cubicBezTo>
                  <a:pt x="1473467" y="1743075"/>
                  <a:pt x="1461562" y="1736402"/>
                  <a:pt x="1449919" y="1728247"/>
                </a:cubicBezTo>
                <a:close/>
                <a:moveTo>
                  <a:pt x="1652750" y="1727590"/>
                </a:moveTo>
                <a:cubicBezTo>
                  <a:pt x="1615882" y="1690721"/>
                  <a:pt x="1661097" y="1623879"/>
                  <a:pt x="1703035" y="1653253"/>
                </a:cubicBezTo>
                <a:cubicBezTo>
                  <a:pt x="1730121" y="1672225"/>
                  <a:pt x="1730032" y="1709211"/>
                  <a:pt x="1702855" y="1728247"/>
                </a:cubicBezTo>
                <a:cubicBezTo>
                  <a:pt x="1676380" y="1746791"/>
                  <a:pt x="1671893" y="1746732"/>
                  <a:pt x="1652750" y="1727590"/>
                </a:cubicBezTo>
                <a:close/>
                <a:moveTo>
                  <a:pt x="2068830" y="1712595"/>
                </a:moveTo>
                <a:cubicBezTo>
                  <a:pt x="2041892" y="1685657"/>
                  <a:pt x="2066455" y="1628775"/>
                  <a:pt x="2105025" y="1628775"/>
                </a:cubicBezTo>
                <a:cubicBezTo>
                  <a:pt x="2151010" y="1628775"/>
                  <a:pt x="2164797" y="1674986"/>
                  <a:pt x="2127552" y="1704283"/>
                </a:cubicBezTo>
                <a:cubicBezTo>
                  <a:pt x="2098844" y="1726866"/>
                  <a:pt x="2085052" y="1728817"/>
                  <a:pt x="2068830" y="1712595"/>
                </a:cubicBezTo>
                <a:close/>
                <a:moveTo>
                  <a:pt x="1137389" y="1634761"/>
                </a:moveTo>
                <a:cubicBezTo>
                  <a:pt x="1126800" y="1607167"/>
                  <a:pt x="1137587" y="1585912"/>
                  <a:pt x="1162180" y="1585912"/>
                </a:cubicBezTo>
                <a:cubicBezTo>
                  <a:pt x="1182143" y="1585912"/>
                  <a:pt x="1185862" y="1590399"/>
                  <a:pt x="1185862" y="1614487"/>
                </a:cubicBezTo>
                <a:cubicBezTo>
                  <a:pt x="1185862" y="1646442"/>
                  <a:pt x="1147955" y="1662297"/>
                  <a:pt x="1137389" y="1634761"/>
                </a:cubicBezTo>
                <a:close/>
                <a:moveTo>
                  <a:pt x="1329730" y="1560627"/>
                </a:moveTo>
                <a:cubicBezTo>
                  <a:pt x="1309433" y="1531649"/>
                  <a:pt x="1325838" y="1502775"/>
                  <a:pt x="1360334" y="1506760"/>
                </a:cubicBezTo>
                <a:cubicBezTo>
                  <a:pt x="1389107" y="1510084"/>
                  <a:pt x="1400380" y="1543660"/>
                  <a:pt x="1380689" y="1567386"/>
                </a:cubicBezTo>
                <a:cubicBezTo>
                  <a:pt x="1364522" y="1586866"/>
                  <a:pt x="1346428" y="1584466"/>
                  <a:pt x="1329730" y="1560627"/>
                </a:cubicBezTo>
                <a:close/>
                <a:moveTo>
                  <a:pt x="744855" y="1541145"/>
                </a:moveTo>
                <a:cubicBezTo>
                  <a:pt x="727975" y="1524265"/>
                  <a:pt x="730889" y="1507806"/>
                  <a:pt x="753568" y="1491921"/>
                </a:cubicBezTo>
                <a:cubicBezTo>
                  <a:pt x="777504" y="1475155"/>
                  <a:pt x="797136" y="1480608"/>
                  <a:pt x="805286" y="1506287"/>
                </a:cubicBezTo>
                <a:cubicBezTo>
                  <a:pt x="816580" y="1541871"/>
                  <a:pt x="771553" y="1567843"/>
                  <a:pt x="744855" y="1541145"/>
                </a:cubicBezTo>
                <a:close/>
                <a:moveTo>
                  <a:pt x="938623" y="1520716"/>
                </a:moveTo>
                <a:cubicBezTo>
                  <a:pt x="918691" y="1506141"/>
                  <a:pt x="922072" y="1468178"/>
                  <a:pt x="944557" y="1454087"/>
                </a:cubicBezTo>
                <a:cubicBezTo>
                  <a:pt x="956028" y="1446899"/>
                  <a:pt x="964610" y="1447613"/>
                  <a:pt x="975514" y="1456662"/>
                </a:cubicBezTo>
                <a:cubicBezTo>
                  <a:pt x="1011609" y="1486619"/>
                  <a:pt x="976163" y="1548165"/>
                  <a:pt x="938623" y="1520716"/>
                </a:cubicBezTo>
                <a:close/>
                <a:moveTo>
                  <a:pt x="1486744" y="1510729"/>
                </a:moveTo>
                <a:cubicBezTo>
                  <a:pt x="1472879" y="1494023"/>
                  <a:pt x="1488090" y="1457325"/>
                  <a:pt x="1508881" y="1457325"/>
                </a:cubicBezTo>
                <a:cubicBezTo>
                  <a:pt x="1531018" y="1457325"/>
                  <a:pt x="1548008" y="1485430"/>
                  <a:pt x="1536714" y="1503367"/>
                </a:cubicBezTo>
                <a:cubicBezTo>
                  <a:pt x="1523293" y="1524679"/>
                  <a:pt x="1501042" y="1527957"/>
                  <a:pt x="1486744" y="1510729"/>
                </a:cubicBezTo>
                <a:close/>
                <a:moveTo>
                  <a:pt x="1676502" y="1509836"/>
                </a:moveTo>
                <a:cubicBezTo>
                  <a:pt x="1658199" y="1487781"/>
                  <a:pt x="1672369" y="1447800"/>
                  <a:pt x="1698488" y="1447800"/>
                </a:cubicBezTo>
                <a:cubicBezTo>
                  <a:pt x="1739264" y="1447800"/>
                  <a:pt x="1755589" y="1481549"/>
                  <a:pt x="1728107" y="1509032"/>
                </a:cubicBezTo>
                <a:cubicBezTo>
                  <a:pt x="1709326" y="1527812"/>
                  <a:pt x="1691650" y="1528087"/>
                  <a:pt x="1676502" y="1509836"/>
                </a:cubicBezTo>
                <a:close/>
                <a:moveTo>
                  <a:pt x="2164670" y="1478118"/>
                </a:moveTo>
                <a:cubicBezTo>
                  <a:pt x="2144790" y="1465492"/>
                  <a:pt x="2171241" y="1408254"/>
                  <a:pt x="2195359" y="1411710"/>
                </a:cubicBezTo>
                <a:cubicBezTo>
                  <a:pt x="2217919" y="1414943"/>
                  <a:pt x="2226413" y="1451593"/>
                  <a:pt x="2209364" y="1472136"/>
                </a:cubicBezTo>
                <a:cubicBezTo>
                  <a:pt x="2196654" y="1487452"/>
                  <a:pt x="2182374" y="1489363"/>
                  <a:pt x="2164670" y="1478118"/>
                </a:cubicBezTo>
                <a:close/>
                <a:moveTo>
                  <a:pt x="1177813" y="1439906"/>
                </a:moveTo>
                <a:cubicBezTo>
                  <a:pt x="1140826" y="1399036"/>
                  <a:pt x="1174360" y="1334487"/>
                  <a:pt x="1225864" y="1347413"/>
                </a:cubicBezTo>
                <a:cubicBezTo>
                  <a:pt x="1257143" y="1355264"/>
                  <a:pt x="1266481" y="1367542"/>
                  <a:pt x="1266679" y="1401079"/>
                </a:cubicBezTo>
                <a:cubicBezTo>
                  <a:pt x="1266965" y="1449530"/>
                  <a:pt x="1209317" y="1474717"/>
                  <a:pt x="1177813" y="1439906"/>
                </a:cubicBezTo>
                <a:close/>
                <a:moveTo>
                  <a:pt x="628005" y="1408495"/>
                </a:moveTo>
                <a:cubicBezTo>
                  <a:pt x="620136" y="1393792"/>
                  <a:pt x="619988" y="1382043"/>
                  <a:pt x="627465" y="1365632"/>
                </a:cubicBezTo>
                <a:cubicBezTo>
                  <a:pt x="645025" y="1327093"/>
                  <a:pt x="695325" y="1342107"/>
                  <a:pt x="695325" y="1385887"/>
                </a:cubicBezTo>
                <a:cubicBezTo>
                  <a:pt x="695325" y="1428264"/>
                  <a:pt x="647229" y="1444416"/>
                  <a:pt x="628005" y="1408495"/>
                </a:cubicBezTo>
                <a:close/>
                <a:moveTo>
                  <a:pt x="1004156" y="1338739"/>
                </a:moveTo>
                <a:cubicBezTo>
                  <a:pt x="992471" y="1292185"/>
                  <a:pt x="1045362" y="1267141"/>
                  <a:pt x="1070541" y="1307306"/>
                </a:cubicBezTo>
                <a:cubicBezTo>
                  <a:pt x="1084886" y="1330191"/>
                  <a:pt x="1067386" y="1356441"/>
                  <a:pt x="1035215" y="1360294"/>
                </a:cubicBezTo>
                <a:cubicBezTo>
                  <a:pt x="1015233" y="1362687"/>
                  <a:pt x="1009097" y="1358429"/>
                  <a:pt x="1004156" y="1338739"/>
                </a:cubicBezTo>
                <a:close/>
                <a:moveTo>
                  <a:pt x="1529442" y="1347107"/>
                </a:moveTo>
                <a:cubicBezTo>
                  <a:pt x="1497358" y="1315022"/>
                  <a:pt x="1519927" y="1247775"/>
                  <a:pt x="1562780" y="1247775"/>
                </a:cubicBezTo>
                <a:cubicBezTo>
                  <a:pt x="1585820" y="1247775"/>
                  <a:pt x="1619250" y="1280352"/>
                  <a:pt x="1619250" y="1302805"/>
                </a:cubicBezTo>
                <a:cubicBezTo>
                  <a:pt x="1619250" y="1351030"/>
                  <a:pt x="1561736" y="1379401"/>
                  <a:pt x="1529442" y="1347107"/>
                </a:cubicBezTo>
                <a:close/>
                <a:moveTo>
                  <a:pt x="1768363" y="1329148"/>
                </a:moveTo>
                <a:cubicBezTo>
                  <a:pt x="1761681" y="1311736"/>
                  <a:pt x="1770055" y="1285875"/>
                  <a:pt x="1782375" y="1285875"/>
                </a:cubicBezTo>
                <a:cubicBezTo>
                  <a:pt x="1787153" y="1285875"/>
                  <a:pt x="1788235" y="1297662"/>
                  <a:pt x="1784779" y="1312068"/>
                </a:cubicBezTo>
                <a:cubicBezTo>
                  <a:pt x="1776778" y="1345419"/>
                  <a:pt x="1775226" y="1347033"/>
                  <a:pt x="1768363" y="1329148"/>
                </a:cubicBezTo>
                <a:close/>
                <a:moveTo>
                  <a:pt x="1393848" y="1318572"/>
                </a:moveTo>
                <a:cubicBezTo>
                  <a:pt x="1390698" y="1310361"/>
                  <a:pt x="1392794" y="1298970"/>
                  <a:pt x="1398506" y="1293258"/>
                </a:cubicBezTo>
                <a:cubicBezTo>
                  <a:pt x="1412259" y="1279505"/>
                  <a:pt x="1439190" y="1300981"/>
                  <a:pt x="1431927" y="1319908"/>
                </a:cubicBezTo>
                <a:cubicBezTo>
                  <a:pt x="1424959" y="1338066"/>
                  <a:pt x="1401006" y="1337225"/>
                  <a:pt x="1393848" y="1318572"/>
                </a:cubicBezTo>
                <a:close/>
                <a:moveTo>
                  <a:pt x="796622" y="1304233"/>
                </a:moveTo>
                <a:cubicBezTo>
                  <a:pt x="753230" y="1270101"/>
                  <a:pt x="774143" y="1200150"/>
                  <a:pt x="827738" y="1200150"/>
                </a:cubicBezTo>
                <a:cubicBezTo>
                  <a:pt x="880642" y="1200150"/>
                  <a:pt x="905318" y="1266381"/>
                  <a:pt x="866775" y="1304925"/>
                </a:cubicBezTo>
                <a:cubicBezTo>
                  <a:pt x="842643" y="1329056"/>
                  <a:pt x="827995" y="1328912"/>
                  <a:pt x="796622" y="1304233"/>
                </a:cubicBezTo>
                <a:close/>
                <a:moveTo>
                  <a:pt x="2206297" y="1239737"/>
                </a:moveTo>
                <a:cubicBezTo>
                  <a:pt x="2204360" y="1236299"/>
                  <a:pt x="2199856" y="1206698"/>
                  <a:pt x="2196289" y="1173956"/>
                </a:cubicBezTo>
                <a:cubicBezTo>
                  <a:pt x="2190172" y="1117810"/>
                  <a:pt x="2190938" y="1114425"/>
                  <a:pt x="2209759" y="1114425"/>
                </a:cubicBezTo>
                <a:cubicBezTo>
                  <a:pt x="2234316" y="1114425"/>
                  <a:pt x="2276475" y="1154945"/>
                  <a:pt x="2276475" y="1178547"/>
                </a:cubicBezTo>
                <a:cubicBezTo>
                  <a:pt x="2276475" y="1213085"/>
                  <a:pt x="2219347" y="1262895"/>
                  <a:pt x="2206297" y="1239737"/>
                </a:cubicBezTo>
                <a:close/>
                <a:moveTo>
                  <a:pt x="1282588" y="1192256"/>
                </a:moveTo>
                <a:cubicBezTo>
                  <a:pt x="1234293" y="1138890"/>
                  <a:pt x="1303121" y="1071496"/>
                  <a:pt x="1359693" y="1116757"/>
                </a:cubicBezTo>
                <a:cubicBezTo>
                  <a:pt x="1374149" y="1128322"/>
                  <a:pt x="1375187" y="1166124"/>
                  <a:pt x="1361739" y="1191251"/>
                </a:cubicBezTo>
                <a:cubicBezTo>
                  <a:pt x="1349047" y="1214966"/>
                  <a:pt x="1303663" y="1215543"/>
                  <a:pt x="1282588" y="1192256"/>
                </a:cubicBezTo>
                <a:close/>
                <a:moveTo>
                  <a:pt x="1647825" y="1162050"/>
                </a:moveTo>
                <a:cubicBezTo>
                  <a:pt x="1633576" y="1135426"/>
                  <a:pt x="1651383" y="1104900"/>
                  <a:pt x="1681162" y="1104900"/>
                </a:cubicBezTo>
                <a:cubicBezTo>
                  <a:pt x="1709453" y="1104900"/>
                  <a:pt x="1724679" y="1130543"/>
                  <a:pt x="1713681" y="1159668"/>
                </a:cubicBezTo>
                <a:cubicBezTo>
                  <a:pt x="1703257" y="1187273"/>
                  <a:pt x="1662120" y="1188761"/>
                  <a:pt x="1647825" y="1162050"/>
                </a:cubicBezTo>
                <a:close/>
                <a:moveTo>
                  <a:pt x="1032767" y="1164285"/>
                </a:moveTo>
                <a:cubicBezTo>
                  <a:pt x="1014154" y="1151540"/>
                  <a:pt x="1010891" y="1126416"/>
                  <a:pt x="1025196" y="1105993"/>
                </a:cubicBezTo>
                <a:cubicBezTo>
                  <a:pt x="1049633" y="1071104"/>
                  <a:pt x="1095375" y="1085912"/>
                  <a:pt x="1095375" y="1128712"/>
                </a:cubicBezTo>
                <a:cubicBezTo>
                  <a:pt x="1095375" y="1163357"/>
                  <a:pt x="1060419" y="1183219"/>
                  <a:pt x="1032767" y="1164285"/>
                </a:cubicBezTo>
                <a:close/>
                <a:moveTo>
                  <a:pt x="571500" y="1085477"/>
                </a:moveTo>
                <a:cubicBezTo>
                  <a:pt x="571500" y="1041763"/>
                  <a:pt x="573248" y="1037343"/>
                  <a:pt x="586269" y="1048149"/>
                </a:cubicBezTo>
                <a:cubicBezTo>
                  <a:pt x="603754" y="1062660"/>
                  <a:pt x="601597" y="1125175"/>
                  <a:pt x="583406" y="1131151"/>
                </a:cubicBezTo>
                <a:cubicBezTo>
                  <a:pt x="574905" y="1133943"/>
                  <a:pt x="571500" y="1120881"/>
                  <a:pt x="571500" y="1085477"/>
                </a:cubicBezTo>
                <a:close/>
                <a:moveTo>
                  <a:pt x="759043" y="1074859"/>
                </a:moveTo>
                <a:cubicBezTo>
                  <a:pt x="723374" y="1054898"/>
                  <a:pt x="750306" y="992106"/>
                  <a:pt x="789237" y="1004463"/>
                </a:cubicBezTo>
                <a:cubicBezTo>
                  <a:pt x="812843" y="1011955"/>
                  <a:pt x="821757" y="1034604"/>
                  <a:pt x="809855" y="1056844"/>
                </a:cubicBezTo>
                <a:cubicBezTo>
                  <a:pt x="797789" y="1079389"/>
                  <a:pt x="779025" y="1086042"/>
                  <a:pt x="759043" y="1074859"/>
                </a:cubicBezTo>
                <a:close/>
                <a:moveTo>
                  <a:pt x="1478280" y="1074420"/>
                </a:moveTo>
                <a:cubicBezTo>
                  <a:pt x="1454355" y="1050495"/>
                  <a:pt x="1472164" y="1009650"/>
                  <a:pt x="1506519" y="1009650"/>
                </a:cubicBezTo>
                <a:cubicBezTo>
                  <a:pt x="1515765" y="1009650"/>
                  <a:pt x="1527917" y="1018222"/>
                  <a:pt x="1533525" y="1028700"/>
                </a:cubicBezTo>
                <a:cubicBezTo>
                  <a:pt x="1554104" y="1067153"/>
                  <a:pt x="1508639" y="1104779"/>
                  <a:pt x="1478280" y="1074420"/>
                </a:cubicBezTo>
                <a:close/>
                <a:moveTo>
                  <a:pt x="1154906" y="1022391"/>
                </a:moveTo>
                <a:cubicBezTo>
                  <a:pt x="1138357" y="1015714"/>
                  <a:pt x="1139949" y="974758"/>
                  <a:pt x="1157011" y="968211"/>
                </a:cubicBezTo>
                <a:cubicBezTo>
                  <a:pt x="1179436" y="959606"/>
                  <a:pt x="1202072" y="988259"/>
                  <a:pt x="1190270" y="1010311"/>
                </a:cubicBezTo>
                <a:cubicBezTo>
                  <a:pt x="1180181" y="1029163"/>
                  <a:pt x="1175581" y="1030734"/>
                  <a:pt x="1154906" y="1022391"/>
                </a:cubicBezTo>
                <a:close/>
                <a:moveTo>
                  <a:pt x="920638" y="982706"/>
                </a:moveTo>
                <a:cubicBezTo>
                  <a:pt x="889444" y="948236"/>
                  <a:pt x="914496" y="876300"/>
                  <a:pt x="957695" y="876300"/>
                </a:cubicBezTo>
                <a:cubicBezTo>
                  <a:pt x="977989" y="876300"/>
                  <a:pt x="1019175" y="919256"/>
                  <a:pt x="1019175" y="940422"/>
                </a:cubicBezTo>
                <a:cubicBezTo>
                  <a:pt x="1019175" y="991743"/>
                  <a:pt x="954092" y="1019671"/>
                  <a:pt x="920638" y="982706"/>
                </a:cubicBezTo>
                <a:close/>
                <a:moveTo>
                  <a:pt x="1672317" y="985157"/>
                </a:moveTo>
                <a:cubicBezTo>
                  <a:pt x="1630578" y="943417"/>
                  <a:pt x="1671116" y="882948"/>
                  <a:pt x="1726676" y="904072"/>
                </a:cubicBezTo>
                <a:cubicBezTo>
                  <a:pt x="1772153" y="921362"/>
                  <a:pt x="1754359" y="1000125"/>
                  <a:pt x="1704975" y="1000125"/>
                </a:cubicBezTo>
                <a:cubicBezTo>
                  <a:pt x="1695245" y="1000125"/>
                  <a:pt x="1680550" y="993389"/>
                  <a:pt x="1672317" y="985157"/>
                </a:cubicBezTo>
                <a:close/>
                <a:moveTo>
                  <a:pt x="2038350" y="963027"/>
                </a:moveTo>
                <a:cubicBezTo>
                  <a:pt x="2010656" y="955323"/>
                  <a:pt x="2007315" y="935319"/>
                  <a:pt x="2031206" y="920249"/>
                </a:cubicBezTo>
                <a:cubicBezTo>
                  <a:pt x="2052691" y="906696"/>
                  <a:pt x="2080014" y="922581"/>
                  <a:pt x="2084256" y="951091"/>
                </a:cubicBezTo>
                <a:cubicBezTo>
                  <a:pt x="2087455" y="972595"/>
                  <a:pt x="2079853" y="974572"/>
                  <a:pt x="2038350" y="963027"/>
                </a:cubicBezTo>
                <a:close/>
                <a:moveTo>
                  <a:pt x="2222769" y="957262"/>
                </a:moveTo>
                <a:cubicBezTo>
                  <a:pt x="2210467" y="925202"/>
                  <a:pt x="2227925" y="910656"/>
                  <a:pt x="2248030" y="936214"/>
                </a:cubicBezTo>
                <a:cubicBezTo>
                  <a:pt x="2258436" y="949443"/>
                  <a:pt x="2266950" y="962805"/>
                  <a:pt x="2266950" y="965908"/>
                </a:cubicBezTo>
                <a:cubicBezTo>
                  <a:pt x="2266950" y="978263"/>
                  <a:pt x="2227895" y="970621"/>
                  <a:pt x="2222769" y="957262"/>
                </a:cubicBezTo>
                <a:close/>
                <a:moveTo>
                  <a:pt x="1325522" y="953658"/>
                </a:moveTo>
                <a:cubicBezTo>
                  <a:pt x="1303088" y="939437"/>
                  <a:pt x="1315942" y="900112"/>
                  <a:pt x="1343025" y="900112"/>
                </a:cubicBezTo>
                <a:cubicBezTo>
                  <a:pt x="1360876" y="900112"/>
                  <a:pt x="1367642" y="905804"/>
                  <a:pt x="1370052" y="922847"/>
                </a:cubicBezTo>
                <a:cubicBezTo>
                  <a:pt x="1372800" y="942286"/>
                  <a:pt x="1359284" y="961733"/>
                  <a:pt x="1343025" y="961733"/>
                </a:cubicBezTo>
                <a:cubicBezTo>
                  <a:pt x="1340405" y="961733"/>
                  <a:pt x="1332529" y="958099"/>
                  <a:pt x="1325522" y="953658"/>
                </a:cubicBezTo>
                <a:close/>
                <a:moveTo>
                  <a:pt x="590859" y="895928"/>
                </a:moveTo>
                <a:cubicBezTo>
                  <a:pt x="567111" y="851555"/>
                  <a:pt x="624736" y="817030"/>
                  <a:pt x="651441" y="859631"/>
                </a:cubicBezTo>
                <a:cubicBezTo>
                  <a:pt x="659023" y="871726"/>
                  <a:pt x="659023" y="880873"/>
                  <a:pt x="651441" y="892968"/>
                </a:cubicBezTo>
                <a:cubicBezTo>
                  <a:pt x="636012" y="917581"/>
                  <a:pt x="603303" y="919179"/>
                  <a:pt x="590859" y="895928"/>
                </a:cubicBezTo>
                <a:close/>
                <a:moveTo>
                  <a:pt x="1527710" y="843655"/>
                </a:moveTo>
                <a:cubicBezTo>
                  <a:pt x="1516137" y="813497"/>
                  <a:pt x="1528226" y="785874"/>
                  <a:pt x="1554315" y="782860"/>
                </a:cubicBezTo>
                <a:cubicBezTo>
                  <a:pt x="1586596" y="779131"/>
                  <a:pt x="1606266" y="809067"/>
                  <a:pt x="1590675" y="838200"/>
                </a:cubicBezTo>
                <a:cubicBezTo>
                  <a:pt x="1578817" y="860356"/>
                  <a:pt x="1535557" y="864104"/>
                  <a:pt x="1527710" y="843655"/>
                </a:cubicBezTo>
                <a:close/>
                <a:moveTo>
                  <a:pt x="1878007" y="839379"/>
                </a:moveTo>
                <a:cubicBezTo>
                  <a:pt x="1860857" y="828508"/>
                  <a:pt x="1885259" y="819150"/>
                  <a:pt x="1930757" y="819150"/>
                </a:cubicBezTo>
                <a:cubicBezTo>
                  <a:pt x="1959655" y="819150"/>
                  <a:pt x="1962785" y="821195"/>
                  <a:pt x="1952625" y="833437"/>
                </a:cubicBezTo>
                <a:cubicBezTo>
                  <a:pt x="1939734" y="848969"/>
                  <a:pt x="1898336" y="852266"/>
                  <a:pt x="1878007" y="839379"/>
                </a:cubicBezTo>
                <a:close/>
                <a:moveTo>
                  <a:pt x="1097280" y="826770"/>
                </a:moveTo>
                <a:cubicBezTo>
                  <a:pt x="1065026" y="794516"/>
                  <a:pt x="1097764" y="741826"/>
                  <a:pt x="1138519" y="760395"/>
                </a:cubicBezTo>
                <a:cubicBezTo>
                  <a:pt x="1176715" y="777798"/>
                  <a:pt x="1165405" y="838200"/>
                  <a:pt x="1123950" y="838200"/>
                </a:cubicBezTo>
                <a:cubicBezTo>
                  <a:pt x="1115568" y="838200"/>
                  <a:pt x="1103566" y="833056"/>
                  <a:pt x="1097280" y="826770"/>
                </a:cubicBezTo>
                <a:close/>
                <a:moveTo>
                  <a:pt x="1300702" y="788455"/>
                </a:moveTo>
                <a:cubicBezTo>
                  <a:pt x="1280477" y="759580"/>
                  <a:pt x="1282088" y="727686"/>
                  <a:pt x="1304925" y="704850"/>
                </a:cubicBezTo>
                <a:cubicBezTo>
                  <a:pt x="1357485" y="652289"/>
                  <a:pt x="1427023" y="722610"/>
                  <a:pt x="1390314" y="791201"/>
                </a:cubicBezTo>
                <a:cubicBezTo>
                  <a:pt x="1375970" y="818003"/>
                  <a:pt x="1320201" y="816294"/>
                  <a:pt x="1300702" y="788455"/>
                </a:cubicBezTo>
                <a:close/>
                <a:moveTo>
                  <a:pt x="749737" y="794187"/>
                </a:moveTo>
                <a:cubicBezTo>
                  <a:pt x="735331" y="779781"/>
                  <a:pt x="742890" y="734727"/>
                  <a:pt x="760658" y="729088"/>
                </a:cubicBezTo>
                <a:cubicBezTo>
                  <a:pt x="792585" y="718954"/>
                  <a:pt x="810912" y="733161"/>
                  <a:pt x="807756" y="765597"/>
                </a:cubicBezTo>
                <a:cubicBezTo>
                  <a:pt x="804898" y="794966"/>
                  <a:pt x="768468" y="812918"/>
                  <a:pt x="749737" y="794187"/>
                </a:cubicBezTo>
                <a:close/>
                <a:moveTo>
                  <a:pt x="542925" y="725010"/>
                </a:moveTo>
                <a:cubicBezTo>
                  <a:pt x="542925" y="679301"/>
                  <a:pt x="565042" y="655748"/>
                  <a:pt x="592202" y="672534"/>
                </a:cubicBezTo>
                <a:cubicBezTo>
                  <a:pt x="609509" y="683230"/>
                  <a:pt x="600266" y="741735"/>
                  <a:pt x="578905" y="756697"/>
                </a:cubicBezTo>
                <a:cubicBezTo>
                  <a:pt x="546938" y="779087"/>
                  <a:pt x="542925" y="775553"/>
                  <a:pt x="542925" y="725010"/>
                </a:cubicBezTo>
                <a:close/>
                <a:moveTo>
                  <a:pt x="902007" y="678368"/>
                </a:moveTo>
                <a:cubicBezTo>
                  <a:pt x="857714" y="629426"/>
                  <a:pt x="906318" y="556523"/>
                  <a:pt x="963325" y="586393"/>
                </a:cubicBezTo>
                <a:cubicBezTo>
                  <a:pt x="993651" y="602282"/>
                  <a:pt x="1003271" y="633734"/>
                  <a:pt x="987759" y="666274"/>
                </a:cubicBezTo>
                <a:cubicBezTo>
                  <a:pt x="972834" y="697580"/>
                  <a:pt x="925442" y="704264"/>
                  <a:pt x="902007" y="678368"/>
                </a:cubicBezTo>
                <a:close/>
                <a:moveTo>
                  <a:pt x="1676878" y="681613"/>
                </a:moveTo>
                <a:cubicBezTo>
                  <a:pt x="1661551" y="663146"/>
                  <a:pt x="1667869" y="618642"/>
                  <a:pt x="1687566" y="606313"/>
                </a:cubicBezTo>
                <a:cubicBezTo>
                  <a:pt x="1729253" y="580220"/>
                  <a:pt x="1776485" y="648579"/>
                  <a:pt x="1741170" y="683895"/>
                </a:cubicBezTo>
                <a:cubicBezTo>
                  <a:pt x="1725547" y="699517"/>
                  <a:pt x="1690711" y="698281"/>
                  <a:pt x="1676878" y="681613"/>
                </a:cubicBezTo>
                <a:close/>
                <a:moveTo>
                  <a:pt x="1459639" y="636679"/>
                </a:moveTo>
                <a:cubicBezTo>
                  <a:pt x="1426658" y="603698"/>
                  <a:pt x="1464663" y="549939"/>
                  <a:pt x="1505506" y="571797"/>
                </a:cubicBezTo>
                <a:cubicBezTo>
                  <a:pt x="1535377" y="587784"/>
                  <a:pt x="1527947" y="641919"/>
                  <a:pt x="1495358" y="645728"/>
                </a:cubicBezTo>
                <a:cubicBezTo>
                  <a:pt x="1482224" y="647262"/>
                  <a:pt x="1466150" y="643190"/>
                  <a:pt x="1459639" y="636679"/>
                </a:cubicBezTo>
                <a:close/>
                <a:moveTo>
                  <a:pt x="1244000" y="603977"/>
                </a:moveTo>
                <a:cubicBezTo>
                  <a:pt x="1236198" y="583645"/>
                  <a:pt x="1244944" y="571500"/>
                  <a:pt x="1267387" y="571500"/>
                </a:cubicBezTo>
                <a:cubicBezTo>
                  <a:pt x="1280757" y="571500"/>
                  <a:pt x="1285875" y="578091"/>
                  <a:pt x="1285875" y="595312"/>
                </a:cubicBezTo>
                <a:cubicBezTo>
                  <a:pt x="1285875" y="622756"/>
                  <a:pt x="1253757" y="629403"/>
                  <a:pt x="1244000" y="603977"/>
                </a:cubicBezTo>
                <a:close/>
                <a:moveTo>
                  <a:pt x="1073943" y="570737"/>
                </a:moveTo>
                <a:cubicBezTo>
                  <a:pt x="1047248" y="555188"/>
                  <a:pt x="1054598" y="542925"/>
                  <a:pt x="1090612" y="542925"/>
                </a:cubicBezTo>
                <a:cubicBezTo>
                  <a:pt x="1125514" y="542925"/>
                  <a:pt x="1131681" y="550433"/>
                  <a:pt x="1112520" y="569595"/>
                </a:cubicBezTo>
                <a:cubicBezTo>
                  <a:pt x="1098871" y="583243"/>
                  <a:pt x="1095582" y="583340"/>
                  <a:pt x="1073943" y="570737"/>
                </a:cubicBezTo>
                <a:close/>
              </a:path>
            </a:pathLst>
          </a:custGeom>
          <a:solidFill>
            <a:srgbClr val="F9C9DF">
              <a:alpha val="85000"/>
            </a:srgbClr>
          </a:solidFill>
          <a:ln>
            <a:noFill/>
          </a:ln>
        </p:spPr>
      </p:sp>
      <p:pic>
        <p:nvPicPr>
          <p:cNvPr id="9" name="hourglass" descr="0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240000">
            <a:off x="561975" y="9372600"/>
            <a:ext cx="2495550" cy="4114800"/>
          </a:xfrm>
          <a:prstGeom prst="rect">
            <a:avLst/>
          </a:prstGeom>
        </p:spPr>
      </p:pic>
      <p:sp>
        <p:nvSpPr>
          <p:cNvPr id="10" name="hourglass pattern"/>
          <p:cNvSpPr/>
          <p:nvPr/>
        </p:nvSpPr>
        <p:spPr>
          <a:xfrm rot="-360000">
            <a:off x="561975" y="9372600"/>
            <a:ext cx="2495550" cy="4114800"/>
          </a:xfrm>
          <a:custGeom>
            <a:avLst/>
            <a:gdLst/>
            <a:ahLst/>
            <a:cxnLst/>
            <a:rect l="0" t="0" r="r" b="b"/>
            <a:pathLst>
              <a:path w="2495550" h="4114800">
                <a:moveTo>
                  <a:pt x="1162050" y="3562064"/>
                </a:moveTo>
                <a:cubicBezTo>
                  <a:pt x="1127998" y="3558232"/>
                  <a:pt x="1083613" y="3550650"/>
                  <a:pt x="1063418" y="3545213"/>
                </a:cubicBezTo>
                <a:cubicBezTo>
                  <a:pt x="1043222" y="3539777"/>
                  <a:pt x="985715" y="3535001"/>
                  <a:pt x="935626" y="3534599"/>
                </a:cubicBezTo>
                <a:cubicBezTo>
                  <a:pt x="727471" y="3532929"/>
                  <a:pt x="552449" y="3446023"/>
                  <a:pt x="552450" y="3344335"/>
                </a:cubicBezTo>
                <a:cubicBezTo>
                  <a:pt x="552450" y="3325054"/>
                  <a:pt x="622105" y="3323366"/>
                  <a:pt x="766762" y="3339140"/>
                </a:cubicBezTo>
                <a:cubicBezTo>
                  <a:pt x="863604" y="3349700"/>
                  <a:pt x="966572" y="3351328"/>
                  <a:pt x="972098" y="3342387"/>
                </a:cubicBezTo>
                <a:cubicBezTo>
                  <a:pt x="979375" y="3330613"/>
                  <a:pt x="986327" y="3330608"/>
                  <a:pt x="1128712" y="3342262"/>
                </a:cubicBezTo>
                <a:cubicBezTo>
                  <a:pt x="1191577" y="3347408"/>
                  <a:pt x="1260157" y="3349289"/>
                  <a:pt x="1281112" y="3346442"/>
                </a:cubicBezTo>
                <a:cubicBezTo>
                  <a:pt x="1302067" y="3343596"/>
                  <a:pt x="1400651" y="3339668"/>
                  <a:pt x="1500187" y="3337714"/>
                </a:cubicBezTo>
                <a:cubicBezTo>
                  <a:pt x="1599723" y="3335760"/>
                  <a:pt x="1742723" y="3331282"/>
                  <a:pt x="1817964" y="3327762"/>
                </a:cubicBezTo>
                <a:lnTo>
                  <a:pt x="1954767" y="3321363"/>
                </a:lnTo>
                <a:lnTo>
                  <a:pt x="1947890" y="3353750"/>
                </a:lnTo>
                <a:cubicBezTo>
                  <a:pt x="1929834" y="3438787"/>
                  <a:pt x="1847180" y="3490021"/>
                  <a:pt x="1666228" y="3528339"/>
                </a:cubicBezTo>
                <a:cubicBezTo>
                  <a:pt x="1521378" y="3559013"/>
                  <a:pt x="1279008" y="3575225"/>
                  <a:pt x="1162050" y="3562064"/>
                </a:cubicBezTo>
                <a:close/>
                <a:moveTo>
                  <a:pt x="1266825" y="3543300"/>
                </a:moveTo>
                <a:cubicBezTo>
                  <a:pt x="1266825" y="3537635"/>
                  <a:pt x="1236903" y="3534404"/>
                  <a:pt x="1193006" y="3535327"/>
                </a:cubicBezTo>
                <a:cubicBezTo>
                  <a:pt x="1119404" y="3536875"/>
                  <a:pt x="1119341" y="3536898"/>
                  <a:pt x="1171575" y="3543300"/>
                </a:cubicBezTo>
                <a:cubicBezTo>
                  <a:pt x="1254357" y="3553444"/>
                  <a:pt x="1266825" y="3553444"/>
                  <a:pt x="1266825" y="3543300"/>
                </a:cubicBezTo>
                <a:close/>
                <a:moveTo>
                  <a:pt x="1326537" y="3537052"/>
                </a:moveTo>
                <a:cubicBezTo>
                  <a:pt x="1320088" y="3534443"/>
                  <a:pt x="1307230" y="3534284"/>
                  <a:pt x="1297962" y="3536699"/>
                </a:cubicBezTo>
                <a:cubicBezTo>
                  <a:pt x="1288695" y="3539114"/>
                  <a:pt x="1293971" y="3541248"/>
                  <a:pt x="1309687" y="3541443"/>
                </a:cubicBezTo>
                <a:cubicBezTo>
                  <a:pt x="1325403" y="3541637"/>
                  <a:pt x="1332986" y="3539661"/>
                  <a:pt x="1326537" y="3537052"/>
                </a:cubicBezTo>
                <a:close/>
                <a:moveTo>
                  <a:pt x="928687" y="3333750"/>
                </a:moveTo>
                <a:cubicBezTo>
                  <a:pt x="931925" y="3328511"/>
                  <a:pt x="941003" y="3324225"/>
                  <a:pt x="948861" y="3324225"/>
                </a:cubicBezTo>
                <a:cubicBezTo>
                  <a:pt x="956719" y="3324225"/>
                  <a:pt x="960500" y="3328511"/>
                  <a:pt x="957262" y="3333750"/>
                </a:cubicBezTo>
                <a:cubicBezTo>
                  <a:pt x="954024" y="3338988"/>
                  <a:pt x="944946" y="3343275"/>
                  <a:pt x="937088" y="3343275"/>
                </a:cubicBezTo>
                <a:cubicBezTo>
                  <a:pt x="929230" y="3343275"/>
                  <a:pt x="925449" y="3338988"/>
                  <a:pt x="928687" y="3333750"/>
                </a:cubicBezTo>
                <a:close/>
                <a:moveTo>
                  <a:pt x="703156" y="3200421"/>
                </a:moveTo>
                <a:cubicBezTo>
                  <a:pt x="636740" y="3197673"/>
                  <a:pt x="579400" y="3192425"/>
                  <a:pt x="575733" y="3188758"/>
                </a:cubicBezTo>
                <a:cubicBezTo>
                  <a:pt x="569095" y="3182120"/>
                  <a:pt x="648123" y="3087799"/>
                  <a:pt x="671728" y="3074188"/>
                </a:cubicBezTo>
                <a:cubicBezTo>
                  <a:pt x="678547" y="3070256"/>
                  <a:pt x="686930" y="3050448"/>
                  <a:pt x="690356" y="3030169"/>
                </a:cubicBezTo>
                <a:lnTo>
                  <a:pt x="696585" y="2993300"/>
                </a:lnTo>
                <a:lnTo>
                  <a:pt x="750723" y="2998858"/>
                </a:lnTo>
                <a:cubicBezTo>
                  <a:pt x="848436" y="3008890"/>
                  <a:pt x="1194898" y="2999007"/>
                  <a:pt x="1352550" y="2981692"/>
                </a:cubicBezTo>
                <a:cubicBezTo>
                  <a:pt x="1564232" y="2958441"/>
                  <a:pt x="1612393" y="2957912"/>
                  <a:pt x="1605729" y="2978908"/>
                </a:cubicBezTo>
                <a:cubicBezTo>
                  <a:pt x="1600879" y="2994190"/>
                  <a:pt x="1604875" y="2999483"/>
                  <a:pt x="1625099" y="3004559"/>
                </a:cubicBezTo>
                <a:cubicBezTo>
                  <a:pt x="1653091" y="3011584"/>
                  <a:pt x="1666815" y="3002834"/>
                  <a:pt x="1670797" y="2975426"/>
                </a:cubicBezTo>
                <a:cubicBezTo>
                  <a:pt x="1673051" y="2959905"/>
                  <a:pt x="1683456" y="2957135"/>
                  <a:pt x="1748685" y="2954688"/>
                </a:cubicBezTo>
                <a:cubicBezTo>
                  <a:pt x="1806577" y="2952516"/>
                  <a:pt x="1821371" y="2954463"/>
                  <a:pt x="1812719" y="2963115"/>
                </a:cubicBezTo>
                <a:cubicBezTo>
                  <a:pt x="1804067" y="2971767"/>
                  <a:pt x="1804867" y="2979556"/>
                  <a:pt x="1816183" y="2996826"/>
                </a:cubicBezTo>
                <a:cubicBezTo>
                  <a:pt x="1824694" y="3009814"/>
                  <a:pt x="1828545" y="3028667"/>
                  <a:pt x="1825316" y="3041533"/>
                </a:cubicBezTo>
                <a:cubicBezTo>
                  <a:pt x="1820813" y="3059474"/>
                  <a:pt x="1830162" y="3074210"/>
                  <a:pt x="1873616" y="3117664"/>
                </a:cubicBezTo>
                <a:cubicBezTo>
                  <a:pt x="1935545" y="3179592"/>
                  <a:pt x="1934625" y="3185937"/>
                  <a:pt x="1865128" y="3176248"/>
                </a:cubicBezTo>
                <a:cubicBezTo>
                  <a:pt x="1828246" y="3171106"/>
                  <a:pt x="1819672" y="3167353"/>
                  <a:pt x="1833527" y="3162416"/>
                </a:cubicBezTo>
                <a:cubicBezTo>
                  <a:pt x="1912235" y="3134373"/>
                  <a:pt x="1581403" y="3147488"/>
                  <a:pt x="1362075" y="3181106"/>
                </a:cubicBezTo>
                <a:cubicBezTo>
                  <a:pt x="1301829" y="3190340"/>
                  <a:pt x="1236405" y="3195840"/>
                  <a:pt x="1216687" y="3193328"/>
                </a:cubicBezTo>
                <a:cubicBezTo>
                  <a:pt x="1196970" y="3190815"/>
                  <a:pt x="1175144" y="3193485"/>
                  <a:pt x="1168186" y="3199259"/>
                </a:cubicBezTo>
                <a:cubicBezTo>
                  <a:pt x="1161227" y="3205034"/>
                  <a:pt x="1152456" y="3206681"/>
                  <a:pt x="1148695" y="3202920"/>
                </a:cubicBezTo>
                <a:cubicBezTo>
                  <a:pt x="1143169" y="3197394"/>
                  <a:pt x="845532" y="3198248"/>
                  <a:pt x="828675" y="3203838"/>
                </a:cubicBezTo>
                <a:cubicBezTo>
                  <a:pt x="826055" y="3204706"/>
                  <a:pt x="769572" y="3203169"/>
                  <a:pt x="703156" y="3200421"/>
                </a:cubicBezTo>
                <a:close/>
                <a:moveTo>
                  <a:pt x="1428750" y="3191027"/>
                </a:moveTo>
                <a:cubicBezTo>
                  <a:pt x="1418396" y="3184225"/>
                  <a:pt x="1428885" y="3181376"/>
                  <a:pt x="1466850" y="3180677"/>
                </a:cubicBezTo>
                <a:cubicBezTo>
                  <a:pt x="1495663" y="3180147"/>
                  <a:pt x="1533275" y="3178687"/>
                  <a:pt x="1550434" y="3177433"/>
                </a:cubicBezTo>
                <a:cubicBezTo>
                  <a:pt x="1567592" y="3176179"/>
                  <a:pt x="1578307" y="3178458"/>
                  <a:pt x="1574246" y="3182496"/>
                </a:cubicBezTo>
                <a:cubicBezTo>
                  <a:pt x="1562291" y="3194384"/>
                  <a:pt x="1444384" y="3201297"/>
                  <a:pt x="1428750" y="3191027"/>
                </a:cubicBezTo>
                <a:close/>
                <a:moveTo>
                  <a:pt x="728662" y="2849406"/>
                </a:moveTo>
                <a:cubicBezTo>
                  <a:pt x="711221" y="2843735"/>
                  <a:pt x="709406" y="2833654"/>
                  <a:pt x="707175" y="2730038"/>
                </a:cubicBezTo>
                <a:lnTo>
                  <a:pt x="704739" y="2616864"/>
                </a:lnTo>
                <a:lnTo>
                  <a:pt x="740513" y="2622831"/>
                </a:lnTo>
                <a:cubicBezTo>
                  <a:pt x="760189" y="2626113"/>
                  <a:pt x="818078" y="2631609"/>
                  <a:pt x="869156" y="2635043"/>
                </a:cubicBezTo>
                <a:cubicBezTo>
                  <a:pt x="961538" y="2641255"/>
                  <a:pt x="962020" y="2641418"/>
                  <a:pt x="961075" y="2666050"/>
                </a:cubicBezTo>
                <a:lnTo>
                  <a:pt x="960126" y="2690812"/>
                </a:lnTo>
                <a:lnTo>
                  <a:pt x="953408" y="2667000"/>
                </a:lnTo>
                <a:cubicBezTo>
                  <a:pt x="947151" y="2644822"/>
                  <a:pt x="946040" y="2645803"/>
                  <a:pt x="937225" y="2681287"/>
                </a:cubicBezTo>
                <a:cubicBezTo>
                  <a:pt x="920489" y="2748661"/>
                  <a:pt x="924820" y="2765693"/>
                  <a:pt x="961735" y="2777661"/>
                </a:cubicBezTo>
                <a:cubicBezTo>
                  <a:pt x="1000289" y="2790160"/>
                  <a:pt x="1046575" y="2778241"/>
                  <a:pt x="1053965" y="2753910"/>
                </a:cubicBezTo>
                <a:cubicBezTo>
                  <a:pt x="1056550" y="2745400"/>
                  <a:pt x="1062558" y="2731123"/>
                  <a:pt x="1067316" y="2722184"/>
                </a:cubicBezTo>
                <a:cubicBezTo>
                  <a:pt x="1072074" y="2713245"/>
                  <a:pt x="1078738" y="2688599"/>
                  <a:pt x="1082125" y="2667416"/>
                </a:cubicBezTo>
                <a:cubicBezTo>
                  <a:pt x="1087962" y="2630917"/>
                  <a:pt x="1090092" y="2628841"/>
                  <a:pt x="1122786" y="2627777"/>
                </a:cubicBezTo>
                <a:cubicBezTo>
                  <a:pt x="1141761" y="2627159"/>
                  <a:pt x="1172289" y="2625829"/>
                  <a:pt x="1190625" y="2624821"/>
                </a:cubicBezTo>
                <a:cubicBezTo>
                  <a:pt x="1208960" y="2623812"/>
                  <a:pt x="1256967" y="2628366"/>
                  <a:pt x="1297306" y="2634940"/>
                </a:cubicBezTo>
                <a:cubicBezTo>
                  <a:pt x="1342652" y="2642330"/>
                  <a:pt x="1381497" y="2643781"/>
                  <a:pt x="1399068" y="2638742"/>
                </a:cubicBezTo>
                <a:cubicBezTo>
                  <a:pt x="1431726" y="2629376"/>
                  <a:pt x="1541103" y="2637094"/>
                  <a:pt x="1548645" y="2649297"/>
                </a:cubicBezTo>
                <a:cubicBezTo>
                  <a:pt x="1551424" y="2653795"/>
                  <a:pt x="1576468" y="2657475"/>
                  <a:pt x="1604297" y="2657475"/>
                </a:cubicBezTo>
                <a:lnTo>
                  <a:pt x="1654895" y="2657475"/>
                </a:lnTo>
                <a:lnTo>
                  <a:pt x="1661256" y="2705423"/>
                </a:lnTo>
                <a:cubicBezTo>
                  <a:pt x="1670207" y="2772900"/>
                  <a:pt x="1660134" y="2818354"/>
                  <a:pt x="1634842" y="2824618"/>
                </a:cubicBezTo>
                <a:cubicBezTo>
                  <a:pt x="1623647" y="2827391"/>
                  <a:pt x="1520190" y="2831339"/>
                  <a:pt x="1404937" y="2833393"/>
                </a:cubicBezTo>
                <a:cubicBezTo>
                  <a:pt x="1289685" y="2835446"/>
                  <a:pt x="1167526" y="2841624"/>
                  <a:pt x="1133475" y="2847121"/>
                </a:cubicBezTo>
                <a:cubicBezTo>
                  <a:pt x="1066826" y="2857881"/>
                  <a:pt x="760051" y="2859613"/>
                  <a:pt x="728662" y="2849406"/>
                </a:cubicBezTo>
                <a:close/>
                <a:moveTo>
                  <a:pt x="1731168" y="2811780"/>
                </a:moveTo>
                <a:lnTo>
                  <a:pt x="1676400" y="2808924"/>
                </a:lnTo>
                <a:lnTo>
                  <a:pt x="1676269" y="2759393"/>
                </a:lnTo>
                <a:cubicBezTo>
                  <a:pt x="1676198" y="2732151"/>
                  <a:pt x="1673657" y="2700609"/>
                  <a:pt x="1670623" y="2689299"/>
                </a:cubicBezTo>
                <a:cubicBezTo>
                  <a:pt x="1663895" y="2664218"/>
                  <a:pt x="1677899" y="2660342"/>
                  <a:pt x="1751207" y="2667000"/>
                </a:cubicBezTo>
                <a:lnTo>
                  <a:pt x="1803651" y="2671762"/>
                </a:lnTo>
                <a:lnTo>
                  <a:pt x="1801284" y="2738437"/>
                </a:lnTo>
                <a:cubicBezTo>
                  <a:pt x="1798477" y="2817506"/>
                  <a:pt x="1800494" y="2815396"/>
                  <a:pt x="1731168" y="2811780"/>
                </a:cubicBezTo>
                <a:close/>
                <a:moveTo>
                  <a:pt x="760995" y="2507469"/>
                </a:moveTo>
                <a:lnTo>
                  <a:pt x="698078" y="2504267"/>
                </a:lnTo>
                <a:lnTo>
                  <a:pt x="691541" y="2403151"/>
                </a:lnTo>
                <a:cubicBezTo>
                  <a:pt x="687729" y="2344188"/>
                  <a:pt x="688682" y="2298357"/>
                  <a:pt x="693827" y="2293212"/>
                </a:cubicBezTo>
                <a:cubicBezTo>
                  <a:pt x="699243" y="2287796"/>
                  <a:pt x="730789" y="2289116"/>
                  <a:pt x="775491" y="2296627"/>
                </a:cubicBezTo>
                <a:lnTo>
                  <a:pt x="848330" y="2308866"/>
                </a:lnTo>
                <a:lnTo>
                  <a:pt x="845646" y="2408577"/>
                </a:lnTo>
                <a:cubicBezTo>
                  <a:pt x="844104" y="2465861"/>
                  <a:pt x="838909" y="2508795"/>
                  <a:pt x="833437" y="2509480"/>
                </a:cubicBezTo>
                <a:cubicBezTo>
                  <a:pt x="828198" y="2510135"/>
                  <a:pt x="795599" y="2509231"/>
                  <a:pt x="760995" y="2507469"/>
                </a:cubicBezTo>
                <a:close/>
                <a:moveTo>
                  <a:pt x="866775" y="2501880"/>
                </a:moveTo>
                <a:cubicBezTo>
                  <a:pt x="866775" y="2486126"/>
                  <a:pt x="914888" y="2407891"/>
                  <a:pt x="955606" y="2357437"/>
                </a:cubicBezTo>
                <a:lnTo>
                  <a:pt x="994041" y="2309812"/>
                </a:lnTo>
                <a:lnTo>
                  <a:pt x="1204251" y="2312551"/>
                </a:lnTo>
                <a:cubicBezTo>
                  <a:pt x="1472314" y="2316045"/>
                  <a:pt x="1481694" y="2317043"/>
                  <a:pt x="1505050" y="2344555"/>
                </a:cubicBezTo>
                <a:cubicBezTo>
                  <a:pt x="1530680" y="2374747"/>
                  <a:pt x="1600199" y="2477159"/>
                  <a:pt x="1600202" y="2484729"/>
                </a:cubicBezTo>
                <a:cubicBezTo>
                  <a:pt x="1600203" y="2488061"/>
                  <a:pt x="1541267" y="2488887"/>
                  <a:pt x="1469233" y="2486564"/>
                </a:cubicBezTo>
                <a:cubicBezTo>
                  <a:pt x="1397199" y="2484241"/>
                  <a:pt x="1287890" y="2482098"/>
                  <a:pt x="1226325" y="2481802"/>
                </a:cubicBezTo>
                <a:lnTo>
                  <a:pt x="1114388" y="2481262"/>
                </a:lnTo>
                <a:lnTo>
                  <a:pt x="1108393" y="2447925"/>
                </a:lnTo>
                <a:cubicBezTo>
                  <a:pt x="1099989" y="2401195"/>
                  <a:pt x="1095849" y="2396917"/>
                  <a:pt x="1076221" y="2414681"/>
                </a:cubicBezTo>
                <a:cubicBezTo>
                  <a:pt x="1059739" y="2429597"/>
                  <a:pt x="1059341" y="2428656"/>
                  <a:pt x="1067414" y="2393870"/>
                </a:cubicBezTo>
                <a:cubicBezTo>
                  <a:pt x="1086865" y="2310062"/>
                  <a:pt x="1075503" y="2304312"/>
                  <a:pt x="1028700" y="2374277"/>
                </a:cubicBezTo>
                <a:cubicBezTo>
                  <a:pt x="989599" y="2432727"/>
                  <a:pt x="984298" y="2443418"/>
                  <a:pt x="998889" y="2434401"/>
                </a:cubicBezTo>
                <a:cubicBezTo>
                  <a:pt x="1013497" y="2425372"/>
                  <a:pt x="1012922" y="2459892"/>
                  <a:pt x="998220" y="2474594"/>
                </a:cubicBezTo>
                <a:cubicBezTo>
                  <a:pt x="989330" y="2483485"/>
                  <a:pt x="989330" y="2486025"/>
                  <a:pt x="998220" y="2486025"/>
                </a:cubicBezTo>
                <a:cubicBezTo>
                  <a:pt x="1004506" y="2486025"/>
                  <a:pt x="1009650" y="2481024"/>
                  <a:pt x="1009650" y="2474912"/>
                </a:cubicBezTo>
                <a:cubicBezTo>
                  <a:pt x="1009650" y="2468800"/>
                  <a:pt x="1012440" y="2466590"/>
                  <a:pt x="1015851" y="2470001"/>
                </a:cubicBezTo>
                <a:cubicBezTo>
                  <a:pt x="1019263" y="2473413"/>
                  <a:pt x="1027699" y="2468769"/>
                  <a:pt x="1034599" y="2459683"/>
                </a:cubicBezTo>
                <a:cubicBezTo>
                  <a:pt x="1041498" y="2450596"/>
                  <a:pt x="1047280" y="2447701"/>
                  <a:pt x="1047447" y="2453248"/>
                </a:cubicBezTo>
                <a:cubicBezTo>
                  <a:pt x="1047613" y="2458795"/>
                  <a:pt x="1042392" y="2470062"/>
                  <a:pt x="1035843" y="2478285"/>
                </a:cubicBezTo>
                <a:cubicBezTo>
                  <a:pt x="1021731" y="2496006"/>
                  <a:pt x="952500" y="2508881"/>
                  <a:pt x="952500" y="2493784"/>
                </a:cubicBezTo>
                <a:cubicBezTo>
                  <a:pt x="952500" y="2486997"/>
                  <a:pt x="948601" y="2486801"/>
                  <a:pt x="940593" y="2493187"/>
                </a:cubicBezTo>
                <a:cubicBezTo>
                  <a:pt x="923858" y="2506532"/>
                  <a:pt x="866775" y="2513255"/>
                  <a:pt x="866775" y="2501880"/>
                </a:cubicBezTo>
                <a:close/>
                <a:moveTo>
                  <a:pt x="1663666" y="2497931"/>
                </a:moveTo>
                <a:cubicBezTo>
                  <a:pt x="1661283" y="2494002"/>
                  <a:pt x="1657815" y="2450068"/>
                  <a:pt x="1655960" y="2400300"/>
                </a:cubicBezTo>
                <a:lnTo>
                  <a:pt x="1652587" y="2309812"/>
                </a:lnTo>
                <a:lnTo>
                  <a:pt x="1700212" y="2303503"/>
                </a:lnTo>
                <a:cubicBezTo>
                  <a:pt x="1726406" y="2300033"/>
                  <a:pt x="1763910" y="2296818"/>
                  <a:pt x="1783556" y="2296359"/>
                </a:cubicBezTo>
                <a:lnTo>
                  <a:pt x="1819275" y="2295525"/>
                </a:lnTo>
                <a:lnTo>
                  <a:pt x="1819275" y="2341752"/>
                </a:lnTo>
                <a:cubicBezTo>
                  <a:pt x="1819275" y="2367178"/>
                  <a:pt x="1816521" y="2414326"/>
                  <a:pt x="1813155" y="2446527"/>
                </a:cubicBezTo>
                <a:lnTo>
                  <a:pt x="1807036" y="2505075"/>
                </a:lnTo>
                <a:lnTo>
                  <a:pt x="1737517" y="2505075"/>
                </a:lnTo>
                <a:cubicBezTo>
                  <a:pt x="1699282" y="2505075"/>
                  <a:pt x="1666049" y="2501860"/>
                  <a:pt x="1663666" y="2497931"/>
                </a:cubicBezTo>
                <a:close/>
                <a:moveTo>
                  <a:pt x="1647825" y="2160492"/>
                </a:moveTo>
                <a:cubicBezTo>
                  <a:pt x="1647825" y="2156907"/>
                  <a:pt x="1657469" y="2152117"/>
                  <a:pt x="1669256" y="2149847"/>
                </a:cubicBezTo>
                <a:lnTo>
                  <a:pt x="1690687" y="2145719"/>
                </a:lnTo>
                <a:lnTo>
                  <a:pt x="1668789" y="2144422"/>
                </a:lnTo>
                <a:cubicBezTo>
                  <a:pt x="1647384" y="2143154"/>
                  <a:pt x="1646927" y="2140995"/>
                  <a:pt x="1648516" y="2048763"/>
                </a:cubicBezTo>
                <a:cubicBezTo>
                  <a:pt x="1650088" y="1957532"/>
                  <a:pt x="1650893" y="1954259"/>
                  <a:pt x="1672796" y="1950072"/>
                </a:cubicBezTo>
                <a:cubicBezTo>
                  <a:pt x="1696351" y="1945569"/>
                  <a:pt x="1704361" y="1956966"/>
                  <a:pt x="1683543" y="1965366"/>
                </a:cubicBezTo>
                <a:cubicBezTo>
                  <a:pt x="1676995" y="1968009"/>
                  <a:pt x="1686639" y="1970208"/>
                  <a:pt x="1704975" y="1970253"/>
                </a:cubicBezTo>
                <a:cubicBezTo>
                  <a:pt x="1731955" y="1970320"/>
                  <a:pt x="1734679" y="1968775"/>
                  <a:pt x="1719262" y="1962150"/>
                </a:cubicBezTo>
                <a:cubicBezTo>
                  <a:pt x="1699101" y="1953486"/>
                  <a:pt x="1712033" y="1948689"/>
                  <a:pt x="1746024" y="1952223"/>
                </a:cubicBezTo>
                <a:cubicBezTo>
                  <a:pt x="1755504" y="1953208"/>
                  <a:pt x="1769616" y="1948740"/>
                  <a:pt x="1777384" y="1942293"/>
                </a:cubicBezTo>
                <a:cubicBezTo>
                  <a:pt x="1800782" y="1922874"/>
                  <a:pt x="1807194" y="1942551"/>
                  <a:pt x="1812292" y="2049424"/>
                </a:cubicBezTo>
                <a:cubicBezTo>
                  <a:pt x="1816942" y="2146892"/>
                  <a:pt x="1816317" y="2151247"/>
                  <a:pt x="1796775" y="2157439"/>
                </a:cubicBezTo>
                <a:cubicBezTo>
                  <a:pt x="1769234" y="2166165"/>
                  <a:pt x="1647825" y="2168654"/>
                  <a:pt x="1647825" y="2160492"/>
                </a:cubicBezTo>
                <a:close/>
                <a:moveTo>
                  <a:pt x="1047750" y="2058659"/>
                </a:moveTo>
                <a:lnTo>
                  <a:pt x="1047750" y="1954788"/>
                </a:lnTo>
                <a:lnTo>
                  <a:pt x="1088231" y="1949314"/>
                </a:lnTo>
                <a:cubicBezTo>
                  <a:pt x="1187878" y="1935841"/>
                  <a:pt x="1340631" y="1931520"/>
                  <a:pt x="1347102" y="1941991"/>
                </a:cubicBezTo>
                <a:cubicBezTo>
                  <a:pt x="1351063" y="1948400"/>
                  <a:pt x="1363992" y="1950144"/>
                  <a:pt x="1379327" y="1946338"/>
                </a:cubicBezTo>
                <a:cubicBezTo>
                  <a:pt x="1407294" y="1939397"/>
                  <a:pt x="1411889" y="1932151"/>
                  <a:pt x="1319886" y="2040075"/>
                </a:cubicBezTo>
                <a:cubicBezTo>
                  <a:pt x="1305118" y="2057399"/>
                  <a:pt x="1306168" y="2109756"/>
                  <a:pt x="1321877" y="2139358"/>
                </a:cubicBezTo>
                <a:cubicBezTo>
                  <a:pt x="1331054" y="2156651"/>
                  <a:pt x="1325480" y="2157520"/>
                  <a:pt x="1189604" y="2159972"/>
                </a:cubicBezTo>
                <a:lnTo>
                  <a:pt x="1047750" y="2162531"/>
                </a:lnTo>
                <a:lnTo>
                  <a:pt x="1047750" y="2058659"/>
                </a:lnTo>
                <a:close/>
                <a:moveTo>
                  <a:pt x="781050" y="2146269"/>
                </a:moveTo>
                <a:cubicBezTo>
                  <a:pt x="762714" y="2144436"/>
                  <a:pt x="733782" y="2140641"/>
                  <a:pt x="716756" y="2137836"/>
                </a:cubicBezTo>
                <a:lnTo>
                  <a:pt x="685800" y="2132736"/>
                </a:lnTo>
                <a:lnTo>
                  <a:pt x="685800" y="2042680"/>
                </a:lnTo>
                <a:lnTo>
                  <a:pt x="685800" y="1952625"/>
                </a:lnTo>
                <a:lnTo>
                  <a:pt x="711993" y="1951498"/>
                </a:lnTo>
                <a:lnTo>
                  <a:pt x="738187" y="1950371"/>
                </a:lnTo>
                <a:lnTo>
                  <a:pt x="709612" y="1943100"/>
                </a:lnTo>
                <a:cubicBezTo>
                  <a:pt x="693896" y="1939100"/>
                  <a:pt x="687466" y="1934860"/>
                  <a:pt x="695325" y="1933677"/>
                </a:cubicBezTo>
                <a:cubicBezTo>
                  <a:pt x="711441" y="1931249"/>
                  <a:pt x="841822" y="1933763"/>
                  <a:pt x="843866" y="1936540"/>
                </a:cubicBezTo>
                <a:cubicBezTo>
                  <a:pt x="844593" y="1937528"/>
                  <a:pt x="848132" y="1986557"/>
                  <a:pt x="851731" y="2045493"/>
                </a:cubicBezTo>
                <a:lnTo>
                  <a:pt x="858273" y="2152650"/>
                </a:lnTo>
                <a:lnTo>
                  <a:pt x="836330" y="2151125"/>
                </a:lnTo>
                <a:cubicBezTo>
                  <a:pt x="824261" y="2150287"/>
                  <a:pt x="799385" y="2148101"/>
                  <a:pt x="781050" y="2146269"/>
                </a:cubicBezTo>
                <a:close/>
                <a:moveTo>
                  <a:pt x="710651" y="1793400"/>
                </a:moveTo>
                <a:cubicBezTo>
                  <a:pt x="694083" y="1789155"/>
                  <a:pt x="693072" y="1781543"/>
                  <a:pt x="698034" y="1698379"/>
                </a:cubicBezTo>
                <a:cubicBezTo>
                  <a:pt x="701000" y="1648655"/>
                  <a:pt x="705010" y="1606389"/>
                  <a:pt x="706945" y="1604454"/>
                </a:cubicBezTo>
                <a:cubicBezTo>
                  <a:pt x="708880" y="1602519"/>
                  <a:pt x="783137" y="1598898"/>
                  <a:pt x="871962" y="1596406"/>
                </a:cubicBezTo>
                <a:cubicBezTo>
                  <a:pt x="960787" y="1593915"/>
                  <a:pt x="1069895" y="1587241"/>
                  <a:pt x="1114425" y="1581576"/>
                </a:cubicBezTo>
                <a:cubicBezTo>
                  <a:pt x="1164851" y="1575160"/>
                  <a:pt x="1266170" y="1573624"/>
                  <a:pt x="1383057" y="1577502"/>
                </a:cubicBezTo>
                <a:cubicBezTo>
                  <a:pt x="1563178" y="1583479"/>
                  <a:pt x="1571564" y="1584620"/>
                  <a:pt x="1591530" y="1605872"/>
                </a:cubicBezTo>
                <a:lnTo>
                  <a:pt x="1612332" y="1628015"/>
                </a:lnTo>
                <a:lnTo>
                  <a:pt x="1587611" y="1678401"/>
                </a:lnTo>
                <a:cubicBezTo>
                  <a:pt x="1574014" y="1706113"/>
                  <a:pt x="1550814" y="1743200"/>
                  <a:pt x="1536056" y="1760817"/>
                </a:cubicBezTo>
                <a:lnTo>
                  <a:pt x="1509221" y="1792846"/>
                </a:lnTo>
                <a:lnTo>
                  <a:pt x="1399929" y="1784629"/>
                </a:lnTo>
                <a:cubicBezTo>
                  <a:pt x="1339818" y="1780110"/>
                  <a:pt x="1209198" y="1778891"/>
                  <a:pt x="1109662" y="1781921"/>
                </a:cubicBezTo>
                <a:cubicBezTo>
                  <a:pt x="903355" y="1788200"/>
                  <a:pt x="918843" y="1793529"/>
                  <a:pt x="871775" y="1700080"/>
                </a:cubicBezTo>
                <a:lnTo>
                  <a:pt x="838258" y="1633537"/>
                </a:lnTo>
                <a:lnTo>
                  <a:pt x="838229" y="1716881"/>
                </a:lnTo>
                <a:lnTo>
                  <a:pt x="838200" y="1800225"/>
                </a:lnTo>
                <a:lnTo>
                  <a:pt x="783431" y="1799120"/>
                </a:lnTo>
                <a:cubicBezTo>
                  <a:pt x="753308" y="1798512"/>
                  <a:pt x="720557" y="1795938"/>
                  <a:pt x="710651" y="1793400"/>
                </a:cubicBezTo>
                <a:close/>
                <a:moveTo>
                  <a:pt x="1657350" y="1690687"/>
                </a:moveTo>
                <a:cubicBezTo>
                  <a:pt x="1657350" y="1609081"/>
                  <a:pt x="1660386" y="1581305"/>
                  <a:pt x="1669256" y="1581761"/>
                </a:cubicBezTo>
                <a:cubicBezTo>
                  <a:pt x="1675804" y="1582097"/>
                  <a:pt x="1706880" y="1587785"/>
                  <a:pt x="1738312" y="1594400"/>
                </a:cubicBezTo>
                <a:lnTo>
                  <a:pt x="1795462" y="1606427"/>
                </a:lnTo>
                <a:lnTo>
                  <a:pt x="1798172" y="1697224"/>
                </a:lnTo>
                <a:lnTo>
                  <a:pt x="1800882" y="1788020"/>
                </a:lnTo>
                <a:lnTo>
                  <a:pt x="1756361" y="1794122"/>
                </a:lnTo>
                <a:cubicBezTo>
                  <a:pt x="1731875" y="1797478"/>
                  <a:pt x="1699580" y="1800225"/>
                  <a:pt x="1684595" y="1800225"/>
                </a:cubicBezTo>
                <a:lnTo>
                  <a:pt x="1657350" y="1800225"/>
                </a:lnTo>
                <a:lnTo>
                  <a:pt x="1657350" y="1690687"/>
                </a:lnTo>
                <a:close/>
                <a:moveTo>
                  <a:pt x="1659776" y="1478485"/>
                </a:moveTo>
                <a:cubicBezTo>
                  <a:pt x="1655615" y="1467641"/>
                  <a:pt x="1665111" y="1283409"/>
                  <a:pt x="1670002" y="1280102"/>
                </a:cubicBezTo>
                <a:cubicBezTo>
                  <a:pt x="1670901" y="1279493"/>
                  <a:pt x="1695788" y="1276278"/>
                  <a:pt x="1725307" y="1272956"/>
                </a:cubicBezTo>
                <a:cubicBezTo>
                  <a:pt x="1789765" y="1265702"/>
                  <a:pt x="1790372" y="1266819"/>
                  <a:pt x="1790569" y="1392849"/>
                </a:cubicBezTo>
                <a:cubicBezTo>
                  <a:pt x="1790715" y="1486100"/>
                  <a:pt x="1794779" y="1481501"/>
                  <a:pt x="1706279" y="1488217"/>
                </a:cubicBezTo>
                <a:cubicBezTo>
                  <a:pt x="1677796" y="1490379"/>
                  <a:pt x="1663165" y="1487317"/>
                  <a:pt x="1659776" y="1478485"/>
                </a:cubicBezTo>
                <a:close/>
                <a:moveTo>
                  <a:pt x="1090612" y="1452665"/>
                </a:moveTo>
                <a:cubicBezTo>
                  <a:pt x="991506" y="1441779"/>
                  <a:pt x="983658" y="1438985"/>
                  <a:pt x="1036890" y="1433547"/>
                </a:cubicBezTo>
                <a:cubicBezTo>
                  <a:pt x="1064381" y="1430738"/>
                  <a:pt x="1072517" y="1418482"/>
                  <a:pt x="1080466" y="1367905"/>
                </a:cubicBezTo>
                <a:cubicBezTo>
                  <a:pt x="1096600" y="1265253"/>
                  <a:pt x="1101465" y="1257300"/>
                  <a:pt x="1148129" y="1257300"/>
                </a:cubicBezTo>
                <a:cubicBezTo>
                  <a:pt x="1183855" y="1257300"/>
                  <a:pt x="1190625" y="1260247"/>
                  <a:pt x="1190625" y="1275802"/>
                </a:cubicBezTo>
                <a:cubicBezTo>
                  <a:pt x="1190625" y="1290647"/>
                  <a:pt x="1182624" y="1295025"/>
                  <a:pt x="1150143" y="1297950"/>
                </a:cubicBezTo>
                <a:lnTo>
                  <a:pt x="1109662" y="1301596"/>
                </a:lnTo>
                <a:lnTo>
                  <a:pt x="1149743" y="1303260"/>
                </a:lnTo>
                <a:lnTo>
                  <a:pt x="1189823" y="1304925"/>
                </a:lnTo>
                <a:lnTo>
                  <a:pt x="1192605" y="1378342"/>
                </a:lnTo>
                <a:cubicBezTo>
                  <a:pt x="1195226" y="1447501"/>
                  <a:pt x="1196768" y="1452141"/>
                  <a:pt x="1219200" y="1458355"/>
                </a:cubicBezTo>
                <a:lnTo>
                  <a:pt x="1243012" y="1464951"/>
                </a:lnTo>
                <a:lnTo>
                  <a:pt x="1219200" y="1464562"/>
                </a:lnTo>
                <a:cubicBezTo>
                  <a:pt x="1206103" y="1464349"/>
                  <a:pt x="1148238" y="1458995"/>
                  <a:pt x="1090612" y="1452665"/>
                </a:cubicBezTo>
                <a:close/>
                <a:moveTo>
                  <a:pt x="704850" y="1346541"/>
                </a:moveTo>
                <a:lnTo>
                  <a:pt x="704850" y="1245282"/>
                </a:lnTo>
                <a:lnTo>
                  <a:pt x="740568" y="1251186"/>
                </a:lnTo>
                <a:cubicBezTo>
                  <a:pt x="760214" y="1254433"/>
                  <a:pt x="788074" y="1257137"/>
                  <a:pt x="802481" y="1257195"/>
                </a:cubicBezTo>
                <a:lnTo>
                  <a:pt x="828675" y="1257300"/>
                </a:lnTo>
                <a:lnTo>
                  <a:pt x="828675" y="1352550"/>
                </a:lnTo>
                <a:lnTo>
                  <a:pt x="828675" y="1447800"/>
                </a:lnTo>
                <a:lnTo>
                  <a:pt x="766762" y="1447800"/>
                </a:lnTo>
                <a:lnTo>
                  <a:pt x="704850" y="1447800"/>
                </a:lnTo>
                <a:lnTo>
                  <a:pt x="704850" y="1346541"/>
                </a:lnTo>
                <a:close/>
                <a:moveTo>
                  <a:pt x="1061409" y="1081087"/>
                </a:moveTo>
                <a:cubicBezTo>
                  <a:pt x="1054467" y="1044085"/>
                  <a:pt x="1065572" y="1046643"/>
                  <a:pt x="900112" y="1043926"/>
                </a:cubicBezTo>
                <a:cubicBezTo>
                  <a:pt x="843938" y="1043003"/>
                  <a:pt x="843011" y="1043411"/>
                  <a:pt x="845846" y="1067817"/>
                </a:cubicBezTo>
                <a:cubicBezTo>
                  <a:pt x="848977" y="1094767"/>
                  <a:pt x="814558" y="1104900"/>
                  <a:pt x="719882" y="1104900"/>
                </a:cubicBezTo>
                <a:lnTo>
                  <a:pt x="680424" y="1104900"/>
                </a:lnTo>
                <a:lnTo>
                  <a:pt x="679667" y="1052538"/>
                </a:lnTo>
                <a:cubicBezTo>
                  <a:pt x="679020" y="1007775"/>
                  <a:pt x="675263" y="997308"/>
                  <a:pt x="653780" y="980409"/>
                </a:cubicBezTo>
                <a:cubicBezTo>
                  <a:pt x="639958" y="969537"/>
                  <a:pt x="628484" y="953452"/>
                  <a:pt x="628283" y="944664"/>
                </a:cubicBezTo>
                <a:cubicBezTo>
                  <a:pt x="628081" y="935877"/>
                  <a:pt x="614449" y="920115"/>
                  <a:pt x="597991" y="909637"/>
                </a:cubicBezTo>
                <a:cubicBezTo>
                  <a:pt x="581532" y="899160"/>
                  <a:pt x="569910" y="886301"/>
                  <a:pt x="572164" y="881062"/>
                </a:cubicBezTo>
                <a:cubicBezTo>
                  <a:pt x="577677" y="868249"/>
                  <a:pt x="1274521" y="872480"/>
                  <a:pt x="1379031" y="885962"/>
                </a:cubicBezTo>
                <a:cubicBezTo>
                  <a:pt x="1443423" y="894268"/>
                  <a:pt x="1460302" y="893733"/>
                  <a:pt x="1470989" y="883046"/>
                </a:cubicBezTo>
                <a:cubicBezTo>
                  <a:pt x="1481183" y="872851"/>
                  <a:pt x="1495341" y="871906"/>
                  <a:pt x="1534995" y="878773"/>
                </a:cubicBezTo>
                <a:cubicBezTo>
                  <a:pt x="1562999" y="883622"/>
                  <a:pt x="1642706" y="889229"/>
                  <a:pt x="1712121" y="891232"/>
                </a:cubicBezTo>
                <a:cubicBezTo>
                  <a:pt x="1854820" y="895350"/>
                  <a:pt x="1844228" y="892512"/>
                  <a:pt x="1834159" y="923925"/>
                </a:cubicBezTo>
                <a:cubicBezTo>
                  <a:pt x="1809284" y="1001533"/>
                  <a:pt x="1802959" y="1035575"/>
                  <a:pt x="1807343" y="1068258"/>
                </a:cubicBezTo>
                <a:lnTo>
                  <a:pt x="1812258" y="1104900"/>
                </a:lnTo>
                <a:lnTo>
                  <a:pt x="1725279" y="1104900"/>
                </a:lnTo>
                <a:lnTo>
                  <a:pt x="1638300" y="1104900"/>
                </a:lnTo>
                <a:lnTo>
                  <a:pt x="1638300" y="1078230"/>
                </a:lnTo>
                <a:cubicBezTo>
                  <a:pt x="1638300" y="1063561"/>
                  <a:pt x="1643302" y="1046557"/>
                  <a:pt x="1649417" y="1040442"/>
                </a:cubicBezTo>
                <a:cubicBezTo>
                  <a:pt x="1668988" y="1020871"/>
                  <a:pt x="1632107" y="1015821"/>
                  <a:pt x="1559032" y="1028065"/>
                </a:cubicBezTo>
                <a:cubicBezTo>
                  <a:pt x="1521428" y="1034366"/>
                  <a:pt x="1427993" y="1042002"/>
                  <a:pt x="1351397" y="1045034"/>
                </a:cubicBezTo>
                <a:lnTo>
                  <a:pt x="1212132" y="1050547"/>
                </a:lnTo>
                <a:lnTo>
                  <a:pt x="1199601" y="1082486"/>
                </a:lnTo>
                <a:cubicBezTo>
                  <a:pt x="1187239" y="1113991"/>
                  <a:pt x="1186258" y="1114425"/>
                  <a:pt x="1127366" y="1114425"/>
                </a:cubicBezTo>
                <a:lnTo>
                  <a:pt x="1067663" y="1114425"/>
                </a:lnTo>
                <a:lnTo>
                  <a:pt x="1061409" y="1081087"/>
                </a:lnTo>
                <a:close/>
                <a:moveTo>
                  <a:pt x="827467" y="767340"/>
                </a:moveTo>
                <a:cubicBezTo>
                  <a:pt x="824184" y="763948"/>
                  <a:pt x="758819" y="761277"/>
                  <a:pt x="682211" y="761404"/>
                </a:cubicBezTo>
                <a:lnTo>
                  <a:pt x="542925" y="761636"/>
                </a:lnTo>
                <a:lnTo>
                  <a:pt x="542925" y="737532"/>
                </a:lnTo>
                <a:cubicBezTo>
                  <a:pt x="542925" y="611101"/>
                  <a:pt x="794849" y="549482"/>
                  <a:pt x="1309687" y="549987"/>
                </a:cubicBezTo>
                <a:cubicBezTo>
                  <a:pt x="1585784" y="550257"/>
                  <a:pt x="1781175" y="567520"/>
                  <a:pt x="1781175" y="591642"/>
                </a:cubicBezTo>
                <a:cubicBezTo>
                  <a:pt x="1781175" y="596739"/>
                  <a:pt x="1786532" y="599863"/>
                  <a:pt x="1793081" y="598584"/>
                </a:cubicBezTo>
                <a:cubicBezTo>
                  <a:pt x="1852398" y="586996"/>
                  <a:pt x="1924050" y="642420"/>
                  <a:pt x="1924050" y="699890"/>
                </a:cubicBezTo>
                <a:lnTo>
                  <a:pt x="1924050" y="731568"/>
                </a:lnTo>
                <a:lnTo>
                  <a:pt x="1791209" y="726910"/>
                </a:lnTo>
                <a:cubicBezTo>
                  <a:pt x="1684489" y="723167"/>
                  <a:pt x="1647510" y="725408"/>
                  <a:pt x="1603143" y="738306"/>
                </a:cubicBezTo>
                <a:cubicBezTo>
                  <a:pt x="1559653" y="750949"/>
                  <a:pt x="1497303" y="755072"/>
                  <a:pt x="1309740" y="757707"/>
                </a:cubicBezTo>
                <a:cubicBezTo>
                  <a:pt x="1178742" y="759548"/>
                  <a:pt x="1017984" y="763856"/>
                  <a:pt x="952500" y="767281"/>
                </a:cubicBezTo>
                <a:cubicBezTo>
                  <a:pt x="887015" y="770705"/>
                  <a:pt x="830751" y="770732"/>
                  <a:pt x="827467" y="767340"/>
                </a:cubicBezTo>
                <a:close/>
              </a:path>
            </a:pathLst>
          </a:custGeom>
          <a:solidFill>
            <a:srgbClr val="F9C9DF">
              <a:alpha val="50000"/>
            </a:srgbClr>
          </a:solidFill>
          <a:ln>
            <a:noFill/>
          </a:ln>
        </p:spPr>
      </p:sp>
      <p:pic>
        <p:nvPicPr>
          <p:cNvPr id="11" name="candle" descr="0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40000">
            <a:off x="7134225" y="9729788"/>
            <a:ext cx="2686050" cy="3400425"/>
          </a:xfrm>
          <a:prstGeom prst="rect">
            <a:avLst/>
          </a:prstGeom>
        </p:spPr>
      </p:pic>
      <p:sp>
        <p:nvSpPr>
          <p:cNvPr id="12" name="candle pattern"/>
          <p:cNvSpPr/>
          <p:nvPr/>
        </p:nvSpPr>
        <p:spPr>
          <a:xfrm rot="240000">
            <a:off x="7134225" y="9729787"/>
            <a:ext cx="2686050" cy="3400425"/>
          </a:xfrm>
          <a:custGeom>
            <a:avLst/>
            <a:gdLst/>
            <a:ahLst/>
            <a:cxnLst/>
            <a:rect l="0" t="0" r="r" b="b"/>
            <a:pathLst>
              <a:path w="2686050" h="3400425">
                <a:moveTo>
                  <a:pt x="1207293" y="2850561"/>
                </a:moveTo>
                <a:cubicBezTo>
                  <a:pt x="1166803" y="2846325"/>
                  <a:pt x="1159181" y="2824043"/>
                  <a:pt x="1188993" y="2797063"/>
                </a:cubicBezTo>
                <a:cubicBezTo>
                  <a:pt x="1215167" y="2773376"/>
                  <a:pt x="1254108" y="2777099"/>
                  <a:pt x="1272415" y="2805038"/>
                </a:cubicBezTo>
                <a:cubicBezTo>
                  <a:pt x="1290546" y="2832710"/>
                  <a:pt x="1284315" y="2858195"/>
                  <a:pt x="1259980" y="2855898"/>
                </a:cubicBezTo>
                <a:cubicBezTo>
                  <a:pt x="1250647" y="2855018"/>
                  <a:pt x="1226939" y="2852616"/>
                  <a:pt x="1207293" y="2850561"/>
                </a:cubicBezTo>
                <a:close/>
                <a:moveTo>
                  <a:pt x="1434564" y="2832995"/>
                </a:moveTo>
                <a:cubicBezTo>
                  <a:pt x="1426294" y="2811442"/>
                  <a:pt x="1446266" y="2789244"/>
                  <a:pt x="1470779" y="2792746"/>
                </a:cubicBezTo>
                <a:cubicBezTo>
                  <a:pt x="1502470" y="2797274"/>
                  <a:pt x="1498168" y="2842342"/>
                  <a:pt x="1465685" y="2846109"/>
                </a:cubicBezTo>
                <a:cubicBezTo>
                  <a:pt x="1449179" y="2848023"/>
                  <a:pt x="1438624" y="2843575"/>
                  <a:pt x="1434564" y="2832995"/>
                </a:cubicBezTo>
                <a:close/>
                <a:moveTo>
                  <a:pt x="885825" y="2809875"/>
                </a:moveTo>
                <a:lnTo>
                  <a:pt x="862012" y="2802248"/>
                </a:lnTo>
                <a:lnTo>
                  <a:pt x="887644" y="2801299"/>
                </a:lnTo>
                <a:cubicBezTo>
                  <a:pt x="901741" y="2800777"/>
                  <a:pt x="915924" y="2804636"/>
                  <a:pt x="919162" y="2809875"/>
                </a:cubicBezTo>
                <a:cubicBezTo>
                  <a:pt x="925854" y="2820702"/>
                  <a:pt x="919633" y="2820702"/>
                  <a:pt x="885825" y="2809875"/>
                </a:cubicBezTo>
                <a:close/>
                <a:moveTo>
                  <a:pt x="1803968" y="2794808"/>
                </a:moveTo>
                <a:cubicBezTo>
                  <a:pt x="1807148" y="2786521"/>
                  <a:pt x="1809750" y="2777949"/>
                  <a:pt x="1809750" y="2775758"/>
                </a:cubicBezTo>
                <a:cubicBezTo>
                  <a:pt x="1809750" y="2773567"/>
                  <a:pt x="1820212" y="2771775"/>
                  <a:pt x="1833000" y="2771775"/>
                </a:cubicBezTo>
                <a:cubicBezTo>
                  <a:pt x="1866325" y="2771775"/>
                  <a:pt x="1872440" y="2789190"/>
                  <a:pt x="1843040" y="2800367"/>
                </a:cubicBezTo>
                <a:cubicBezTo>
                  <a:pt x="1807875" y="2813737"/>
                  <a:pt x="1797283" y="2812230"/>
                  <a:pt x="1803968" y="2794808"/>
                </a:cubicBezTo>
                <a:close/>
                <a:moveTo>
                  <a:pt x="1035049" y="2736850"/>
                </a:moveTo>
                <a:cubicBezTo>
                  <a:pt x="1022380" y="2724180"/>
                  <a:pt x="1029106" y="2686502"/>
                  <a:pt x="1045614" y="2677667"/>
                </a:cubicBezTo>
                <a:cubicBezTo>
                  <a:pt x="1080842" y="2658814"/>
                  <a:pt x="1112382" y="2703332"/>
                  <a:pt x="1083945" y="2731770"/>
                </a:cubicBezTo>
                <a:cubicBezTo>
                  <a:pt x="1071491" y="2744223"/>
                  <a:pt x="1045159" y="2746959"/>
                  <a:pt x="1035049" y="2736850"/>
                </a:cubicBezTo>
                <a:close/>
                <a:moveTo>
                  <a:pt x="719168" y="2705196"/>
                </a:moveTo>
                <a:cubicBezTo>
                  <a:pt x="711047" y="2679610"/>
                  <a:pt x="730491" y="2655694"/>
                  <a:pt x="756404" y="2659396"/>
                </a:cubicBezTo>
                <a:cubicBezTo>
                  <a:pt x="789149" y="2664075"/>
                  <a:pt x="784403" y="2718448"/>
                  <a:pt x="750911" y="2722322"/>
                </a:cubicBezTo>
                <a:cubicBezTo>
                  <a:pt x="731997" y="2724510"/>
                  <a:pt x="723913" y="2720148"/>
                  <a:pt x="719168" y="2705196"/>
                </a:cubicBezTo>
                <a:close/>
                <a:moveTo>
                  <a:pt x="1590675" y="2695575"/>
                </a:moveTo>
                <a:cubicBezTo>
                  <a:pt x="1554906" y="2659806"/>
                  <a:pt x="1578699" y="2600325"/>
                  <a:pt x="1628775" y="2600325"/>
                </a:cubicBezTo>
                <a:cubicBezTo>
                  <a:pt x="1681053" y="2600325"/>
                  <a:pt x="1700665" y="2653125"/>
                  <a:pt x="1662545" y="2691245"/>
                </a:cubicBezTo>
                <a:cubicBezTo>
                  <a:pt x="1634184" y="2719606"/>
                  <a:pt x="1615813" y="2720713"/>
                  <a:pt x="1590675" y="2695575"/>
                </a:cubicBezTo>
                <a:close/>
                <a:moveTo>
                  <a:pt x="1327685" y="2691505"/>
                </a:moveTo>
                <a:cubicBezTo>
                  <a:pt x="1324816" y="2684028"/>
                  <a:pt x="1323879" y="2667954"/>
                  <a:pt x="1325603" y="2655786"/>
                </a:cubicBezTo>
                <a:cubicBezTo>
                  <a:pt x="1330157" y="2623639"/>
                  <a:pt x="1384446" y="2623495"/>
                  <a:pt x="1388999" y="2655618"/>
                </a:cubicBezTo>
                <a:cubicBezTo>
                  <a:pt x="1394636" y="2695378"/>
                  <a:pt x="1341178" y="2726667"/>
                  <a:pt x="1327685" y="2691505"/>
                </a:cubicBezTo>
                <a:close/>
                <a:moveTo>
                  <a:pt x="600199" y="2671995"/>
                </a:moveTo>
                <a:cubicBezTo>
                  <a:pt x="593130" y="2658786"/>
                  <a:pt x="590415" y="2644909"/>
                  <a:pt x="594167" y="2641157"/>
                </a:cubicBezTo>
                <a:cubicBezTo>
                  <a:pt x="604865" y="2630459"/>
                  <a:pt x="633412" y="2652900"/>
                  <a:pt x="633412" y="2672006"/>
                </a:cubicBezTo>
                <a:cubicBezTo>
                  <a:pt x="633412" y="2698668"/>
                  <a:pt x="614471" y="2698661"/>
                  <a:pt x="600199" y="2671995"/>
                </a:cubicBezTo>
                <a:close/>
                <a:moveTo>
                  <a:pt x="1977117" y="2671082"/>
                </a:moveTo>
                <a:cubicBezTo>
                  <a:pt x="1944229" y="2638193"/>
                  <a:pt x="1968299" y="2578893"/>
                  <a:pt x="2014537" y="2578893"/>
                </a:cubicBezTo>
                <a:cubicBezTo>
                  <a:pt x="2062172" y="2578893"/>
                  <a:pt x="2084889" y="2638264"/>
                  <a:pt x="2049506" y="2670286"/>
                </a:cubicBezTo>
                <a:cubicBezTo>
                  <a:pt x="2027554" y="2690152"/>
                  <a:pt x="1996529" y="2690493"/>
                  <a:pt x="1977117" y="2671082"/>
                </a:cubicBezTo>
                <a:close/>
                <a:moveTo>
                  <a:pt x="1791842" y="2659610"/>
                </a:moveTo>
                <a:cubicBezTo>
                  <a:pt x="1781060" y="2639462"/>
                  <a:pt x="1794633" y="2609850"/>
                  <a:pt x="1814650" y="2609850"/>
                </a:cubicBezTo>
                <a:cubicBezTo>
                  <a:pt x="1834472" y="2609850"/>
                  <a:pt x="1848079" y="2640383"/>
                  <a:pt x="1837044" y="2660102"/>
                </a:cubicBezTo>
                <a:cubicBezTo>
                  <a:pt x="1825155" y="2681345"/>
                  <a:pt x="1803347" y="2681107"/>
                  <a:pt x="1791842" y="2659610"/>
                </a:cubicBezTo>
                <a:close/>
                <a:moveTo>
                  <a:pt x="875837" y="2608985"/>
                </a:moveTo>
                <a:cubicBezTo>
                  <a:pt x="852333" y="2565068"/>
                  <a:pt x="900302" y="2510812"/>
                  <a:pt x="942615" y="2533457"/>
                </a:cubicBezTo>
                <a:cubicBezTo>
                  <a:pt x="964677" y="2545264"/>
                  <a:pt x="969719" y="2598345"/>
                  <a:pt x="950595" y="2617470"/>
                </a:cubicBezTo>
                <a:cubicBezTo>
                  <a:pt x="931776" y="2636288"/>
                  <a:pt x="887776" y="2631294"/>
                  <a:pt x="875837" y="2608985"/>
                </a:cubicBezTo>
                <a:close/>
                <a:moveTo>
                  <a:pt x="1137976" y="2590511"/>
                </a:moveTo>
                <a:cubicBezTo>
                  <a:pt x="1102280" y="2551067"/>
                  <a:pt x="1155227" y="2490794"/>
                  <a:pt x="1195911" y="2524560"/>
                </a:cubicBezTo>
                <a:cubicBezTo>
                  <a:pt x="1214070" y="2539630"/>
                  <a:pt x="1213444" y="2576144"/>
                  <a:pt x="1194707" y="2594882"/>
                </a:cubicBezTo>
                <a:cubicBezTo>
                  <a:pt x="1174649" y="2614939"/>
                  <a:pt x="1158992" y="2613733"/>
                  <a:pt x="1137976" y="2590511"/>
                </a:cubicBezTo>
                <a:close/>
                <a:moveTo>
                  <a:pt x="574968" y="2538476"/>
                </a:moveTo>
                <a:cubicBezTo>
                  <a:pt x="571669" y="2529878"/>
                  <a:pt x="573537" y="2518277"/>
                  <a:pt x="579120" y="2512695"/>
                </a:cubicBezTo>
                <a:cubicBezTo>
                  <a:pt x="593632" y="2498182"/>
                  <a:pt x="621129" y="2511446"/>
                  <a:pt x="617338" y="2531130"/>
                </a:cubicBezTo>
                <a:cubicBezTo>
                  <a:pt x="613115" y="2553055"/>
                  <a:pt x="582594" y="2558347"/>
                  <a:pt x="574968" y="2538476"/>
                </a:cubicBezTo>
                <a:close/>
                <a:moveTo>
                  <a:pt x="1486269" y="2515290"/>
                </a:moveTo>
                <a:cubicBezTo>
                  <a:pt x="1473818" y="2492025"/>
                  <a:pt x="1482281" y="2469407"/>
                  <a:pt x="1506287" y="2461788"/>
                </a:cubicBezTo>
                <a:cubicBezTo>
                  <a:pt x="1541871" y="2450494"/>
                  <a:pt x="1567843" y="2495521"/>
                  <a:pt x="1541145" y="2522220"/>
                </a:cubicBezTo>
                <a:cubicBezTo>
                  <a:pt x="1524001" y="2539363"/>
                  <a:pt x="1497352" y="2535998"/>
                  <a:pt x="1486269" y="2515290"/>
                </a:cubicBezTo>
                <a:close/>
                <a:moveTo>
                  <a:pt x="1847950" y="2509958"/>
                </a:moveTo>
                <a:cubicBezTo>
                  <a:pt x="1832123" y="2490888"/>
                  <a:pt x="1842666" y="2466975"/>
                  <a:pt x="1866900" y="2466975"/>
                </a:cubicBezTo>
                <a:cubicBezTo>
                  <a:pt x="1877706" y="2466975"/>
                  <a:pt x="1889036" y="2473458"/>
                  <a:pt x="1892077" y="2481383"/>
                </a:cubicBezTo>
                <a:cubicBezTo>
                  <a:pt x="1897550" y="2495646"/>
                  <a:pt x="1880775" y="2524125"/>
                  <a:pt x="1866900" y="2524125"/>
                </a:cubicBezTo>
                <a:cubicBezTo>
                  <a:pt x="1862944" y="2524125"/>
                  <a:pt x="1854416" y="2517750"/>
                  <a:pt x="1847950" y="2509958"/>
                </a:cubicBezTo>
                <a:close/>
                <a:moveTo>
                  <a:pt x="710799" y="2500139"/>
                </a:moveTo>
                <a:cubicBezTo>
                  <a:pt x="692914" y="2482254"/>
                  <a:pt x="691253" y="2463804"/>
                  <a:pt x="705185" y="2437773"/>
                </a:cubicBezTo>
                <a:cubicBezTo>
                  <a:pt x="718110" y="2413621"/>
                  <a:pt x="754449" y="2414269"/>
                  <a:pt x="776876" y="2439050"/>
                </a:cubicBezTo>
                <a:cubicBezTo>
                  <a:pt x="812769" y="2478712"/>
                  <a:pt x="748650" y="2537989"/>
                  <a:pt x="710799" y="2500139"/>
                </a:cubicBezTo>
                <a:close/>
                <a:moveTo>
                  <a:pt x="1306585" y="2463979"/>
                </a:moveTo>
                <a:cubicBezTo>
                  <a:pt x="1279707" y="2435369"/>
                  <a:pt x="1280420" y="2414413"/>
                  <a:pt x="1309254" y="2385579"/>
                </a:cubicBezTo>
                <a:cubicBezTo>
                  <a:pt x="1350062" y="2344771"/>
                  <a:pt x="1400175" y="2363760"/>
                  <a:pt x="1400175" y="2420030"/>
                </a:cubicBezTo>
                <a:cubicBezTo>
                  <a:pt x="1400175" y="2477347"/>
                  <a:pt x="1343948" y="2503751"/>
                  <a:pt x="1306585" y="2463979"/>
                </a:cubicBezTo>
                <a:close/>
                <a:moveTo>
                  <a:pt x="1661236" y="2443162"/>
                </a:moveTo>
                <a:cubicBezTo>
                  <a:pt x="1629896" y="2395331"/>
                  <a:pt x="1694786" y="2345122"/>
                  <a:pt x="1727528" y="2391868"/>
                </a:cubicBezTo>
                <a:cubicBezTo>
                  <a:pt x="1743019" y="2413984"/>
                  <a:pt x="1738917" y="2436693"/>
                  <a:pt x="1716110" y="2455068"/>
                </a:cubicBezTo>
                <a:cubicBezTo>
                  <a:pt x="1693947" y="2472926"/>
                  <a:pt x="1678549" y="2469585"/>
                  <a:pt x="1661236" y="2443162"/>
                </a:cubicBezTo>
                <a:close/>
                <a:moveTo>
                  <a:pt x="2029194" y="2439090"/>
                </a:moveTo>
                <a:cubicBezTo>
                  <a:pt x="2017810" y="2417818"/>
                  <a:pt x="2024370" y="2394522"/>
                  <a:pt x="2043848" y="2387047"/>
                </a:cubicBezTo>
                <a:cubicBezTo>
                  <a:pt x="2063763" y="2379406"/>
                  <a:pt x="2084425" y="2389936"/>
                  <a:pt x="2091161" y="2411162"/>
                </a:cubicBezTo>
                <a:cubicBezTo>
                  <a:pt x="2103673" y="2450583"/>
                  <a:pt x="2048623" y="2475393"/>
                  <a:pt x="2029194" y="2439090"/>
                </a:cubicBezTo>
                <a:close/>
                <a:moveTo>
                  <a:pt x="1035379" y="2432379"/>
                </a:moveTo>
                <a:cubicBezTo>
                  <a:pt x="1022922" y="2419922"/>
                  <a:pt x="1028619" y="2380683"/>
                  <a:pt x="1043726" y="2374886"/>
                </a:cubicBezTo>
                <a:cubicBezTo>
                  <a:pt x="1066728" y="2366059"/>
                  <a:pt x="1092857" y="2396580"/>
                  <a:pt x="1079905" y="2417147"/>
                </a:cubicBezTo>
                <a:cubicBezTo>
                  <a:pt x="1068549" y="2435179"/>
                  <a:pt x="1045920" y="2442920"/>
                  <a:pt x="1035379" y="2432379"/>
                </a:cubicBezTo>
                <a:close/>
                <a:moveTo>
                  <a:pt x="561975" y="2356739"/>
                </a:moveTo>
                <a:cubicBezTo>
                  <a:pt x="561975" y="2321435"/>
                  <a:pt x="564941" y="2313761"/>
                  <a:pt x="577622" y="2316257"/>
                </a:cubicBezTo>
                <a:cubicBezTo>
                  <a:pt x="603872" y="2321423"/>
                  <a:pt x="614808" y="2347954"/>
                  <a:pt x="602145" y="2375747"/>
                </a:cubicBezTo>
                <a:cubicBezTo>
                  <a:pt x="583311" y="2417083"/>
                  <a:pt x="561975" y="2406986"/>
                  <a:pt x="561975" y="2356739"/>
                </a:cubicBezTo>
                <a:close/>
                <a:moveTo>
                  <a:pt x="848160" y="2348436"/>
                </a:moveTo>
                <a:cubicBezTo>
                  <a:pt x="821068" y="2315793"/>
                  <a:pt x="858433" y="2260609"/>
                  <a:pt x="892968" y="2282258"/>
                </a:cubicBezTo>
                <a:cubicBezTo>
                  <a:pt x="926957" y="2303565"/>
                  <a:pt x="914731" y="2362200"/>
                  <a:pt x="876300" y="2362200"/>
                </a:cubicBezTo>
                <a:cubicBezTo>
                  <a:pt x="867105" y="2362200"/>
                  <a:pt x="854442" y="2356006"/>
                  <a:pt x="848160" y="2348436"/>
                </a:cubicBezTo>
                <a:close/>
                <a:moveTo>
                  <a:pt x="1172010" y="2329386"/>
                </a:moveTo>
                <a:cubicBezTo>
                  <a:pt x="1150599" y="2303588"/>
                  <a:pt x="1163519" y="2271712"/>
                  <a:pt x="1195387" y="2271712"/>
                </a:cubicBezTo>
                <a:cubicBezTo>
                  <a:pt x="1217972" y="2271712"/>
                  <a:pt x="1224614" y="2276314"/>
                  <a:pt x="1227074" y="2293668"/>
                </a:cubicBezTo>
                <a:cubicBezTo>
                  <a:pt x="1230485" y="2317724"/>
                  <a:pt x="1214203" y="2343150"/>
                  <a:pt x="1195387" y="2343150"/>
                </a:cubicBezTo>
                <a:cubicBezTo>
                  <a:pt x="1188812" y="2343150"/>
                  <a:pt x="1178292" y="2336956"/>
                  <a:pt x="1172010" y="2329386"/>
                </a:cubicBezTo>
                <a:close/>
                <a:moveTo>
                  <a:pt x="1872342" y="2328182"/>
                </a:moveTo>
                <a:cubicBezTo>
                  <a:pt x="1839252" y="2295091"/>
                  <a:pt x="1866666" y="2238375"/>
                  <a:pt x="1915751" y="2238375"/>
                </a:cubicBezTo>
                <a:cubicBezTo>
                  <a:pt x="1960638" y="2238375"/>
                  <a:pt x="1976486" y="2280343"/>
                  <a:pt x="1947322" y="2321980"/>
                </a:cubicBezTo>
                <a:cubicBezTo>
                  <a:pt x="1930028" y="2346670"/>
                  <a:pt x="1893825" y="2349664"/>
                  <a:pt x="1872342" y="2328182"/>
                </a:cubicBezTo>
                <a:close/>
                <a:moveTo>
                  <a:pt x="1544955" y="2322195"/>
                </a:moveTo>
                <a:cubicBezTo>
                  <a:pt x="1516517" y="2293757"/>
                  <a:pt x="1548057" y="2249239"/>
                  <a:pt x="1583285" y="2268092"/>
                </a:cubicBezTo>
                <a:cubicBezTo>
                  <a:pt x="1605694" y="2280085"/>
                  <a:pt x="1604845" y="2311418"/>
                  <a:pt x="1581776" y="2323764"/>
                </a:cubicBezTo>
                <a:cubicBezTo>
                  <a:pt x="1558815" y="2336053"/>
                  <a:pt x="1558813" y="2336053"/>
                  <a:pt x="1544955" y="2322195"/>
                </a:cubicBezTo>
                <a:close/>
                <a:moveTo>
                  <a:pt x="705285" y="2281761"/>
                </a:moveTo>
                <a:cubicBezTo>
                  <a:pt x="685480" y="2257898"/>
                  <a:pt x="696873" y="2224458"/>
                  <a:pt x="725949" y="2221105"/>
                </a:cubicBezTo>
                <a:cubicBezTo>
                  <a:pt x="746956" y="2218683"/>
                  <a:pt x="752966" y="2222729"/>
                  <a:pt x="757968" y="2242660"/>
                </a:cubicBezTo>
                <a:cubicBezTo>
                  <a:pt x="768383" y="2284156"/>
                  <a:pt x="730566" y="2312224"/>
                  <a:pt x="705285" y="2281761"/>
                </a:cubicBezTo>
                <a:close/>
                <a:moveTo>
                  <a:pt x="1390750" y="2233733"/>
                </a:moveTo>
                <a:cubicBezTo>
                  <a:pt x="1374923" y="2214663"/>
                  <a:pt x="1385466" y="2190750"/>
                  <a:pt x="1409700" y="2190750"/>
                </a:cubicBezTo>
                <a:cubicBezTo>
                  <a:pt x="1420506" y="2190750"/>
                  <a:pt x="1431836" y="2197233"/>
                  <a:pt x="1434877" y="2205158"/>
                </a:cubicBezTo>
                <a:cubicBezTo>
                  <a:pt x="1440350" y="2219421"/>
                  <a:pt x="1423575" y="2247900"/>
                  <a:pt x="1409700" y="2247900"/>
                </a:cubicBezTo>
                <a:cubicBezTo>
                  <a:pt x="1405744" y="2247900"/>
                  <a:pt x="1397216" y="2241525"/>
                  <a:pt x="1390750" y="2233733"/>
                </a:cubicBezTo>
                <a:close/>
                <a:moveTo>
                  <a:pt x="1725930" y="2236470"/>
                </a:moveTo>
                <a:cubicBezTo>
                  <a:pt x="1702005" y="2212545"/>
                  <a:pt x="1719814" y="2171700"/>
                  <a:pt x="1754169" y="2171700"/>
                </a:cubicBezTo>
                <a:cubicBezTo>
                  <a:pt x="1768337" y="2171700"/>
                  <a:pt x="1790700" y="2197139"/>
                  <a:pt x="1790700" y="2213255"/>
                </a:cubicBezTo>
                <a:cubicBezTo>
                  <a:pt x="1790700" y="2238090"/>
                  <a:pt x="1744211" y="2254751"/>
                  <a:pt x="1725930" y="2236470"/>
                </a:cubicBezTo>
                <a:close/>
                <a:moveTo>
                  <a:pt x="977788" y="2201906"/>
                </a:moveTo>
                <a:cubicBezTo>
                  <a:pt x="946947" y="2167826"/>
                  <a:pt x="965421" y="2114550"/>
                  <a:pt x="1008080" y="2114550"/>
                </a:cubicBezTo>
                <a:cubicBezTo>
                  <a:pt x="1022564" y="2114550"/>
                  <a:pt x="1039736" y="2109228"/>
                  <a:pt x="1046241" y="2102723"/>
                </a:cubicBezTo>
                <a:cubicBezTo>
                  <a:pt x="1055660" y="2093304"/>
                  <a:pt x="1059897" y="2093789"/>
                  <a:pt x="1067050" y="2105104"/>
                </a:cubicBezTo>
                <a:cubicBezTo>
                  <a:pt x="1105010" y="2165147"/>
                  <a:pt x="1024014" y="2252985"/>
                  <a:pt x="977788" y="2201906"/>
                </a:cubicBezTo>
                <a:close/>
                <a:moveTo>
                  <a:pt x="561975" y="2114585"/>
                </a:moveTo>
                <a:cubicBezTo>
                  <a:pt x="561975" y="2059603"/>
                  <a:pt x="563248" y="2056258"/>
                  <a:pt x="583087" y="2059118"/>
                </a:cubicBezTo>
                <a:cubicBezTo>
                  <a:pt x="594700" y="2060792"/>
                  <a:pt x="610685" y="2073753"/>
                  <a:pt x="618611" y="2087919"/>
                </a:cubicBezTo>
                <a:cubicBezTo>
                  <a:pt x="631913" y="2111696"/>
                  <a:pt x="631494" y="2115724"/>
                  <a:pt x="613157" y="2140307"/>
                </a:cubicBezTo>
                <a:cubicBezTo>
                  <a:pt x="577046" y="2188718"/>
                  <a:pt x="561975" y="2181144"/>
                  <a:pt x="561975" y="2114585"/>
                </a:cubicBezTo>
                <a:close/>
                <a:moveTo>
                  <a:pt x="1520713" y="2135231"/>
                </a:moveTo>
                <a:cubicBezTo>
                  <a:pt x="1499097" y="2111345"/>
                  <a:pt x="1500517" y="2069967"/>
                  <a:pt x="1523373" y="2057735"/>
                </a:cubicBezTo>
                <a:cubicBezTo>
                  <a:pt x="1585840" y="2024303"/>
                  <a:pt x="1639492" y="2084782"/>
                  <a:pt x="1590675" y="2133600"/>
                </a:cubicBezTo>
                <a:cubicBezTo>
                  <a:pt x="1566946" y="2157328"/>
                  <a:pt x="1541253" y="2157927"/>
                  <a:pt x="1520713" y="2135231"/>
                </a:cubicBezTo>
                <a:close/>
                <a:moveTo>
                  <a:pt x="1994169" y="2128837"/>
                </a:moveTo>
                <a:cubicBezTo>
                  <a:pt x="1986623" y="2109173"/>
                  <a:pt x="1996854" y="2085975"/>
                  <a:pt x="2013072" y="2085975"/>
                </a:cubicBezTo>
                <a:cubicBezTo>
                  <a:pt x="2036551" y="2085975"/>
                  <a:pt x="2052075" y="2112299"/>
                  <a:pt x="2038350" y="2128837"/>
                </a:cubicBezTo>
                <a:cubicBezTo>
                  <a:pt x="2031828" y="2136695"/>
                  <a:pt x="2020453" y="2143125"/>
                  <a:pt x="2013072" y="2143125"/>
                </a:cubicBezTo>
                <a:cubicBezTo>
                  <a:pt x="2005691" y="2143125"/>
                  <a:pt x="1997184" y="2136695"/>
                  <a:pt x="1994169" y="2128837"/>
                </a:cubicBezTo>
                <a:close/>
                <a:moveTo>
                  <a:pt x="1243692" y="2109107"/>
                </a:moveTo>
                <a:cubicBezTo>
                  <a:pt x="1220095" y="2085509"/>
                  <a:pt x="1233061" y="2019300"/>
                  <a:pt x="1261279" y="2019300"/>
                </a:cubicBezTo>
                <a:cubicBezTo>
                  <a:pt x="1273079" y="2019300"/>
                  <a:pt x="1323975" y="2051304"/>
                  <a:pt x="1323975" y="2058723"/>
                </a:cubicBezTo>
                <a:cubicBezTo>
                  <a:pt x="1323975" y="2106257"/>
                  <a:pt x="1272897" y="2138312"/>
                  <a:pt x="1243692" y="2109107"/>
                </a:cubicBezTo>
                <a:close/>
                <a:moveTo>
                  <a:pt x="792480" y="2103120"/>
                </a:moveTo>
                <a:cubicBezTo>
                  <a:pt x="763607" y="2074247"/>
                  <a:pt x="802886" y="2022520"/>
                  <a:pt x="834046" y="2048380"/>
                </a:cubicBezTo>
                <a:cubicBezTo>
                  <a:pt x="858188" y="2068416"/>
                  <a:pt x="844482" y="2114550"/>
                  <a:pt x="814387" y="2114550"/>
                </a:cubicBezTo>
                <a:cubicBezTo>
                  <a:pt x="808624" y="2114550"/>
                  <a:pt x="798766" y="2109406"/>
                  <a:pt x="792480" y="2103120"/>
                </a:cubicBezTo>
                <a:close/>
                <a:moveTo>
                  <a:pt x="1768475" y="2060574"/>
                </a:moveTo>
                <a:cubicBezTo>
                  <a:pt x="1755536" y="2047636"/>
                  <a:pt x="1762695" y="2010139"/>
                  <a:pt x="1779859" y="2000954"/>
                </a:cubicBezTo>
                <a:cubicBezTo>
                  <a:pt x="1807294" y="1986271"/>
                  <a:pt x="1833305" y="2009575"/>
                  <a:pt x="1825260" y="2041630"/>
                </a:cubicBezTo>
                <a:cubicBezTo>
                  <a:pt x="1819116" y="2066112"/>
                  <a:pt x="1785295" y="2077395"/>
                  <a:pt x="1768475" y="2060574"/>
                </a:cubicBezTo>
                <a:close/>
                <a:moveTo>
                  <a:pt x="924025" y="1995608"/>
                </a:moveTo>
                <a:cubicBezTo>
                  <a:pt x="908198" y="1976538"/>
                  <a:pt x="918741" y="1952625"/>
                  <a:pt x="942975" y="1952625"/>
                </a:cubicBezTo>
                <a:cubicBezTo>
                  <a:pt x="953781" y="1952625"/>
                  <a:pt x="965111" y="1959108"/>
                  <a:pt x="968152" y="1967033"/>
                </a:cubicBezTo>
                <a:cubicBezTo>
                  <a:pt x="973625" y="1981296"/>
                  <a:pt x="956850" y="2009775"/>
                  <a:pt x="942975" y="2009775"/>
                </a:cubicBezTo>
                <a:cubicBezTo>
                  <a:pt x="939019" y="2009775"/>
                  <a:pt x="930491" y="2003400"/>
                  <a:pt x="924025" y="1995608"/>
                </a:cubicBezTo>
                <a:close/>
                <a:moveTo>
                  <a:pt x="1949338" y="1973306"/>
                </a:moveTo>
                <a:cubicBezTo>
                  <a:pt x="1919529" y="1940367"/>
                  <a:pt x="1935159" y="1895475"/>
                  <a:pt x="1976437" y="1895475"/>
                </a:cubicBezTo>
                <a:cubicBezTo>
                  <a:pt x="2003809" y="1895475"/>
                  <a:pt x="2019300" y="1913254"/>
                  <a:pt x="2019300" y="1944669"/>
                </a:cubicBezTo>
                <a:cubicBezTo>
                  <a:pt x="2019300" y="1986376"/>
                  <a:pt x="1976880" y="2003739"/>
                  <a:pt x="1949338" y="1973306"/>
                </a:cubicBezTo>
                <a:close/>
                <a:moveTo>
                  <a:pt x="1091292" y="1966232"/>
                </a:moveTo>
                <a:cubicBezTo>
                  <a:pt x="1073063" y="1948003"/>
                  <a:pt x="1072765" y="1942084"/>
                  <a:pt x="1088957" y="1919940"/>
                </a:cubicBezTo>
                <a:cubicBezTo>
                  <a:pt x="1106229" y="1896318"/>
                  <a:pt x="1143000" y="1907976"/>
                  <a:pt x="1143000" y="1937074"/>
                </a:cubicBezTo>
                <a:cubicBezTo>
                  <a:pt x="1143000" y="1976015"/>
                  <a:pt x="1116192" y="1991131"/>
                  <a:pt x="1091292" y="1966232"/>
                </a:cubicBezTo>
                <a:close/>
                <a:moveTo>
                  <a:pt x="600835" y="1958304"/>
                </a:moveTo>
                <a:cubicBezTo>
                  <a:pt x="581279" y="1934740"/>
                  <a:pt x="597272" y="1903379"/>
                  <a:pt x="627086" y="1906827"/>
                </a:cubicBezTo>
                <a:cubicBezTo>
                  <a:pt x="648279" y="1909278"/>
                  <a:pt x="652462" y="1914472"/>
                  <a:pt x="652462" y="1938337"/>
                </a:cubicBezTo>
                <a:cubicBezTo>
                  <a:pt x="652462" y="1971062"/>
                  <a:pt x="621395" y="1983077"/>
                  <a:pt x="600835" y="1958304"/>
                </a:cubicBezTo>
                <a:close/>
                <a:moveTo>
                  <a:pt x="1394360" y="1958080"/>
                </a:moveTo>
                <a:cubicBezTo>
                  <a:pt x="1383359" y="1929412"/>
                  <a:pt x="1394945" y="1900303"/>
                  <a:pt x="1418691" y="1896951"/>
                </a:cubicBezTo>
                <a:cubicBezTo>
                  <a:pt x="1458452" y="1891339"/>
                  <a:pt x="1477094" y="1941541"/>
                  <a:pt x="1443732" y="1964385"/>
                </a:cubicBezTo>
                <a:cubicBezTo>
                  <a:pt x="1426790" y="1975986"/>
                  <a:pt x="1399914" y="1972554"/>
                  <a:pt x="1394360" y="1958080"/>
                </a:cubicBezTo>
                <a:close/>
                <a:moveTo>
                  <a:pt x="1602581" y="1936750"/>
                </a:moveTo>
                <a:cubicBezTo>
                  <a:pt x="1585499" y="1929917"/>
                  <a:pt x="1587873" y="1886427"/>
                  <a:pt x="1605701" y="1879586"/>
                </a:cubicBezTo>
                <a:cubicBezTo>
                  <a:pt x="1628264" y="1870927"/>
                  <a:pt x="1654841" y="1901271"/>
                  <a:pt x="1642220" y="1921280"/>
                </a:cubicBezTo>
                <a:cubicBezTo>
                  <a:pt x="1630825" y="1939345"/>
                  <a:pt x="1619813" y="1943642"/>
                  <a:pt x="1602581" y="1936750"/>
                </a:cubicBezTo>
                <a:close/>
                <a:moveTo>
                  <a:pt x="747169" y="1900744"/>
                </a:moveTo>
                <a:cubicBezTo>
                  <a:pt x="716443" y="1853851"/>
                  <a:pt x="774449" y="1794985"/>
                  <a:pt x="813200" y="1833735"/>
                </a:cubicBezTo>
                <a:cubicBezTo>
                  <a:pt x="834061" y="1854597"/>
                  <a:pt x="832690" y="1881934"/>
                  <a:pt x="809625" y="1905000"/>
                </a:cubicBezTo>
                <a:cubicBezTo>
                  <a:pt x="784326" y="1930298"/>
                  <a:pt x="765701" y="1929029"/>
                  <a:pt x="747169" y="1900744"/>
                </a:cubicBezTo>
                <a:close/>
                <a:moveTo>
                  <a:pt x="2105404" y="1853070"/>
                </a:moveTo>
                <a:cubicBezTo>
                  <a:pt x="2090020" y="1834533"/>
                  <a:pt x="2096531" y="1805966"/>
                  <a:pt x="2117040" y="1802017"/>
                </a:cubicBezTo>
                <a:cubicBezTo>
                  <a:pt x="2130275" y="1799468"/>
                  <a:pt x="2133600" y="1805661"/>
                  <a:pt x="2133600" y="1832864"/>
                </a:cubicBezTo>
                <a:cubicBezTo>
                  <a:pt x="2133600" y="1868988"/>
                  <a:pt x="2124204" y="1875722"/>
                  <a:pt x="2105404" y="1853070"/>
                </a:cubicBezTo>
                <a:close/>
                <a:moveTo>
                  <a:pt x="1206388" y="1839956"/>
                </a:moveTo>
                <a:cubicBezTo>
                  <a:pt x="1172215" y="1802195"/>
                  <a:pt x="1198480" y="1743075"/>
                  <a:pt x="1249429" y="1743075"/>
                </a:cubicBezTo>
                <a:cubicBezTo>
                  <a:pt x="1284926" y="1743075"/>
                  <a:pt x="1308169" y="1773292"/>
                  <a:pt x="1300285" y="1809189"/>
                </a:cubicBezTo>
                <a:cubicBezTo>
                  <a:pt x="1289966" y="1856173"/>
                  <a:pt x="1236823" y="1873586"/>
                  <a:pt x="1206388" y="1839956"/>
                </a:cubicBezTo>
                <a:close/>
                <a:moveTo>
                  <a:pt x="1749313" y="1839956"/>
                </a:moveTo>
                <a:cubicBezTo>
                  <a:pt x="1727593" y="1815955"/>
                  <a:pt x="1729583" y="1785612"/>
                  <a:pt x="1754396" y="1762496"/>
                </a:cubicBezTo>
                <a:cubicBezTo>
                  <a:pt x="1808662" y="1711939"/>
                  <a:pt x="1875907" y="1774979"/>
                  <a:pt x="1833022" y="1836205"/>
                </a:cubicBezTo>
                <a:cubicBezTo>
                  <a:pt x="1814715" y="1862342"/>
                  <a:pt x="1771332" y="1864286"/>
                  <a:pt x="1749313" y="1839956"/>
                </a:cubicBezTo>
                <a:close/>
                <a:moveTo>
                  <a:pt x="914500" y="1805108"/>
                </a:moveTo>
                <a:cubicBezTo>
                  <a:pt x="898673" y="1786038"/>
                  <a:pt x="909216" y="1762125"/>
                  <a:pt x="933450" y="1762125"/>
                </a:cubicBezTo>
                <a:cubicBezTo>
                  <a:pt x="944256" y="1762125"/>
                  <a:pt x="955586" y="1768608"/>
                  <a:pt x="958627" y="1776533"/>
                </a:cubicBezTo>
                <a:cubicBezTo>
                  <a:pt x="964100" y="1790796"/>
                  <a:pt x="947325" y="1819275"/>
                  <a:pt x="933450" y="1819275"/>
                </a:cubicBezTo>
                <a:cubicBezTo>
                  <a:pt x="929494" y="1819275"/>
                  <a:pt x="920966" y="1812900"/>
                  <a:pt x="914500" y="1805108"/>
                </a:cubicBezTo>
                <a:close/>
                <a:moveTo>
                  <a:pt x="552450" y="1747837"/>
                </a:moveTo>
                <a:cubicBezTo>
                  <a:pt x="552450" y="1691577"/>
                  <a:pt x="560544" y="1684494"/>
                  <a:pt x="590550" y="1714500"/>
                </a:cubicBezTo>
                <a:cubicBezTo>
                  <a:pt x="621043" y="1744993"/>
                  <a:pt x="608553" y="1800225"/>
                  <a:pt x="571164" y="1800225"/>
                </a:cubicBezTo>
                <a:cubicBezTo>
                  <a:pt x="554830" y="1800225"/>
                  <a:pt x="552450" y="1793562"/>
                  <a:pt x="552450" y="1747837"/>
                </a:cubicBezTo>
                <a:close/>
                <a:moveTo>
                  <a:pt x="1442467" y="1748303"/>
                </a:moveTo>
                <a:cubicBezTo>
                  <a:pt x="1424984" y="1721622"/>
                  <a:pt x="1431079" y="1690446"/>
                  <a:pt x="1456430" y="1676878"/>
                </a:cubicBezTo>
                <a:cubicBezTo>
                  <a:pt x="1501755" y="1652621"/>
                  <a:pt x="1547810" y="1705567"/>
                  <a:pt x="1519270" y="1749123"/>
                </a:cubicBezTo>
                <a:cubicBezTo>
                  <a:pt x="1499631" y="1779097"/>
                  <a:pt x="1462383" y="1778699"/>
                  <a:pt x="1442467" y="1748303"/>
                </a:cubicBezTo>
                <a:close/>
                <a:moveTo>
                  <a:pt x="1635323" y="1765498"/>
                </a:moveTo>
                <a:cubicBezTo>
                  <a:pt x="1621840" y="1752015"/>
                  <a:pt x="1629470" y="1733550"/>
                  <a:pt x="1648523" y="1733550"/>
                </a:cubicBezTo>
                <a:cubicBezTo>
                  <a:pt x="1661838" y="1733550"/>
                  <a:pt x="1667268" y="1738722"/>
                  <a:pt x="1665192" y="1749429"/>
                </a:cubicBezTo>
                <a:cubicBezTo>
                  <a:pt x="1661792" y="1766960"/>
                  <a:pt x="1645532" y="1775707"/>
                  <a:pt x="1635323" y="1765498"/>
                </a:cubicBezTo>
                <a:close/>
                <a:moveTo>
                  <a:pt x="1953638" y="1735443"/>
                </a:moveTo>
                <a:cubicBezTo>
                  <a:pt x="1940908" y="1711658"/>
                  <a:pt x="1960936" y="1682460"/>
                  <a:pt x="1986592" y="1687400"/>
                </a:cubicBezTo>
                <a:cubicBezTo>
                  <a:pt x="2014485" y="1692772"/>
                  <a:pt x="2012469" y="1746775"/>
                  <a:pt x="1984225" y="1750796"/>
                </a:cubicBezTo>
                <a:cubicBezTo>
                  <a:pt x="1971312" y="1752635"/>
                  <a:pt x="1959726" y="1746819"/>
                  <a:pt x="1953638" y="1735443"/>
                </a:cubicBezTo>
                <a:close/>
                <a:moveTo>
                  <a:pt x="1038999" y="1729720"/>
                </a:moveTo>
                <a:cubicBezTo>
                  <a:pt x="1019563" y="1706301"/>
                  <a:pt x="1029851" y="1671637"/>
                  <a:pt x="1056236" y="1671637"/>
                </a:cubicBezTo>
                <a:cubicBezTo>
                  <a:pt x="1085893" y="1671637"/>
                  <a:pt x="1103956" y="1698756"/>
                  <a:pt x="1089542" y="1721643"/>
                </a:cubicBezTo>
                <a:cubicBezTo>
                  <a:pt x="1075639" y="1743720"/>
                  <a:pt x="1053548" y="1747250"/>
                  <a:pt x="1038999" y="1729720"/>
                </a:cubicBezTo>
                <a:close/>
                <a:moveTo>
                  <a:pt x="797326" y="1708551"/>
                </a:moveTo>
                <a:cubicBezTo>
                  <a:pt x="785847" y="1697072"/>
                  <a:pt x="789861" y="1669799"/>
                  <a:pt x="804862" y="1657350"/>
                </a:cubicBezTo>
                <a:cubicBezTo>
                  <a:pt x="823964" y="1641496"/>
                  <a:pt x="849783" y="1661994"/>
                  <a:pt x="845803" y="1689854"/>
                </a:cubicBezTo>
                <a:cubicBezTo>
                  <a:pt x="842986" y="1709568"/>
                  <a:pt x="810769" y="1721994"/>
                  <a:pt x="797326" y="1708551"/>
                </a:cubicBezTo>
                <a:close/>
                <a:moveTo>
                  <a:pt x="1178326" y="1632351"/>
                </a:moveTo>
                <a:cubicBezTo>
                  <a:pt x="1156559" y="1610584"/>
                  <a:pt x="1185042" y="1566425"/>
                  <a:pt x="1213745" y="1577439"/>
                </a:cubicBezTo>
                <a:cubicBezTo>
                  <a:pt x="1237076" y="1586392"/>
                  <a:pt x="1229821" y="1632698"/>
                  <a:pt x="1204520" y="1636320"/>
                </a:cubicBezTo>
                <a:cubicBezTo>
                  <a:pt x="1193827" y="1637851"/>
                  <a:pt x="1182040" y="1636065"/>
                  <a:pt x="1178326" y="1632351"/>
                </a:cubicBezTo>
                <a:close/>
                <a:moveTo>
                  <a:pt x="1700233" y="1625205"/>
                </a:moveTo>
                <a:cubicBezTo>
                  <a:pt x="1677864" y="1608849"/>
                  <a:pt x="1684816" y="1567701"/>
                  <a:pt x="1710570" y="1564021"/>
                </a:cubicBezTo>
                <a:cubicBezTo>
                  <a:pt x="1735811" y="1560415"/>
                  <a:pt x="1755960" y="1584132"/>
                  <a:pt x="1748261" y="1608387"/>
                </a:cubicBezTo>
                <a:cubicBezTo>
                  <a:pt x="1740508" y="1632817"/>
                  <a:pt x="1720314" y="1639889"/>
                  <a:pt x="1700233" y="1625205"/>
                </a:cubicBezTo>
                <a:close/>
                <a:moveTo>
                  <a:pt x="647700" y="1609725"/>
                </a:moveTo>
                <a:cubicBezTo>
                  <a:pt x="626242" y="1569631"/>
                  <a:pt x="676019" y="1532123"/>
                  <a:pt x="704747" y="1566738"/>
                </a:cubicBezTo>
                <a:cubicBezTo>
                  <a:pt x="711489" y="1574862"/>
                  <a:pt x="713940" y="1591110"/>
                  <a:pt x="710494" y="1604838"/>
                </a:cubicBezTo>
                <a:cubicBezTo>
                  <a:pt x="702940" y="1634937"/>
                  <a:pt x="662862" y="1638055"/>
                  <a:pt x="647700" y="1609725"/>
                </a:cubicBezTo>
                <a:close/>
                <a:moveTo>
                  <a:pt x="881602" y="1569505"/>
                </a:moveTo>
                <a:cubicBezTo>
                  <a:pt x="862135" y="1541713"/>
                  <a:pt x="862871" y="1531531"/>
                  <a:pt x="886516" y="1501472"/>
                </a:cubicBezTo>
                <a:cubicBezTo>
                  <a:pt x="921728" y="1456707"/>
                  <a:pt x="981075" y="1476824"/>
                  <a:pt x="981075" y="1533525"/>
                </a:cubicBezTo>
                <a:cubicBezTo>
                  <a:pt x="981075" y="1588174"/>
                  <a:pt x="912142" y="1613107"/>
                  <a:pt x="881602" y="1569505"/>
                </a:cubicBezTo>
                <a:close/>
                <a:moveTo>
                  <a:pt x="1329084" y="1572008"/>
                </a:moveTo>
                <a:cubicBezTo>
                  <a:pt x="1294454" y="1533742"/>
                  <a:pt x="1335389" y="1480473"/>
                  <a:pt x="1380765" y="1504757"/>
                </a:cubicBezTo>
                <a:cubicBezTo>
                  <a:pt x="1404963" y="1517707"/>
                  <a:pt x="1405990" y="1553884"/>
                  <a:pt x="1382756" y="1574911"/>
                </a:cubicBezTo>
                <a:cubicBezTo>
                  <a:pt x="1360169" y="1595352"/>
                  <a:pt x="1349697" y="1594785"/>
                  <a:pt x="1329084" y="1572008"/>
                </a:cubicBezTo>
                <a:close/>
                <a:moveTo>
                  <a:pt x="1509885" y="1575200"/>
                </a:moveTo>
                <a:cubicBezTo>
                  <a:pt x="1490961" y="1556276"/>
                  <a:pt x="1494361" y="1524835"/>
                  <a:pt x="1516856" y="1510733"/>
                </a:cubicBezTo>
                <a:cubicBezTo>
                  <a:pt x="1554170" y="1487343"/>
                  <a:pt x="1592138" y="1552118"/>
                  <a:pt x="1556421" y="1578235"/>
                </a:cubicBezTo>
                <a:cubicBezTo>
                  <a:pt x="1534454" y="1594297"/>
                  <a:pt x="1528602" y="1593916"/>
                  <a:pt x="1509885" y="1575200"/>
                </a:cubicBezTo>
                <a:close/>
                <a:moveTo>
                  <a:pt x="1878330" y="1569720"/>
                </a:moveTo>
                <a:cubicBezTo>
                  <a:pt x="1855107" y="1546497"/>
                  <a:pt x="1874879" y="1485900"/>
                  <a:pt x="1905680" y="1485900"/>
                </a:cubicBezTo>
                <a:cubicBezTo>
                  <a:pt x="1916386" y="1485900"/>
                  <a:pt x="1952625" y="1521027"/>
                  <a:pt x="1952625" y="1531405"/>
                </a:cubicBezTo>
                <a:cubicBezTo>
                  <a:pt x="1952625" y="1566410"/>
                  <a:pt x="1901424" y="1592814"/>
                  <a:pt x="1878330" y="1569720"/>
                </a:cubicBezTo>
                <a:close/>
                <a:moveTo>
                  <a:pt x="2070369" y="1509712"/>
                </a:moveTo>
                <a:cubicBezTo>
                  <a:pt x="2062010" y="1487928"/>
                  <a:pt x="2073720" y="1466850"/>
                  <a:pt x="2094181" y="1466850"/>
                </a:cubicBezTo>
                <a:cubicBezTo>
                  <a:pt x="2116710" y="1466850"/>
                  <a:pt x="2128277" y="1493171"/>
                  <a:pt x="2113548" y="1510919"/>
                </a:cubicBezTo>
                <a:cubicBezTo>
                  <a:pt x="2099217" y="1528186"/>
                  <a:pt x="2077222" y="1527572"/>
                  <a:pt x="2070369" y="1509712"/>
                </a:cubicBezTo>
                <a:close/>
                <a:moveTo>
                  <a:pt x="542925" y="1452562"/>
                </a:moveTo>
                <a:cubicBezTo>
                  <a:pt x="542925" y="1396302"/>
                  <a:pt x="551019" y="1389219"/>
                  <a:pt x="581025" y="1419225"/>
                </a:cubicBezTo>
                <a:cubicBezTo>
                  <a:pt x="603950" y="1442150"/>
                  <a:pt x="604843" y="1455802"/>
                  <a:pt x="585247" y="1483780"/>
                </a:cubicBezTo>
                <a:cubicBezTo>
                  <a:pt x="558450" y="1522038"/>
                  <a:pt x="542925" y="1510587"/>
                  <a:pt x="542925" y="1452562"/>
                </a:cubicBezTo>
                <a:close/>
                <a:moveTo>
                  <a:pt x="1060719" y="1490662"/>
                </a:moveTo>
                <a:cubicBezTo>
                  <a:pt x="1053173" y="1470998"/>
                  <a:pt x="1063404" y="1447800"/>
                  <a:pt x="1079622" y="1447800"/>
                </a:cubicBezTo>
                <a:cubicBezTo>
                  <a:pt x="1099119" y="1447800"/>
                  <a:pt x="1115707" y="1471475"/>
                  <a:pt x="1108807" y="1489455"/>
                </a:cubicBezTo>
                <a:cubicBezTo>
                  <a:pt x="1101340" y="1508914"/>
                  <a:pt x="1068044" y="1509750"/>
                  <a:pt x="1060719" y="1490662"/>
                </a:cubicBezTo>
                <a:close/>
                <a:moveTo>
                  <a:pt x="1229104" y="1433969"/>
                </a:moveTo>
                <a:cubicBezTo>
                  <a:pt x="1211781" y="1413096"/>
                  <a:pt x="1225958" y="1381125"/>
                  <a:pt x="1252537" y="1381125"/>
                </a:cubicBezTo>
                <a:cubicBezTo>
                  <a:pt x="1266876" y="1381125"/>
                  <a:pt x="1277316" y="1388216"/>
                  <a:pt x="1281257" y="1400632"/>
                </a:cubicBezTo>
                <a:cubicBezTo>
                  <a:pt x="1287922" y="1421630"/>
                  <a:pt x="1271988" y="1447800"/>
                  <a:pt x="1252537" y="1447800"/>
                </a:cubicBezTo>
                <a:cubicBezTo>
                  <a:pt x="1245962" y="1447800"/>
                  <a:pt x="1235417" y="1441576"/>
                  <a:pt x="1229104" y="1433969"/>
                </a:cubicBezTo>
                <a:close/>
                <a:moveTo>
                  <a:pt x="718032" y="1415018"/>
                </a:moveTo>
                <a:cubicBezTo>
                  <a:pt x="715134" y="1407466"/>
                  <a:pt x="714256" y="1393536"/>
                  <a:pt x="716081" y="1384062"/>
                </a:cubicBezTo>
                <a:cubicBezTo>
                  <a:pt x="720591" y="1360640"/>
                  <a:pt x="765292" y="1360558"/>
                  <a:pt x="769799" y="1383963"/>
                </a:cubicBezTo>
                <a:cubicBezTo>
                  <a:pt x="776351" y="1417983"/>
                  <a:pt x="729870" y="1445867"/>
                  <a:pt x="718032" y="1415018"/>
                </a:cubicBezTo>
                <a:close/>
                <a:moveTo>
                  <a:pt x="1714364" y="1411505"/>
                </a:moveTo>
                <a:cubicBezTo>
                  <a:pt x="1671310" y="1376642"/>
                  <a:pt x="1693292" y="1314450"/>
                  <a:pt x="1748668" y="1314450"/>
                </a:cubicBezTo>
                <a:cubicBezTo>
                  <a:pt x="1799177" y="1314450"/>
                  <a:pt x="1818832" y="1372042"/>
                  <a:pt x="1781175" y="1409700"/>
                </a:cubicBezTo>
                <a:cubicBezTo>
                  <a:pt x="1757606" y="1433268"/>
                  <a:pt x="1741769" y="1433696"/>
                  <a:pt x="1714364" y="1411505"/>
                </a:cubicBezTo>
                <a:close/>
                <a:moveTo>
                  <a:pt x="877313" y="1383018"/>
                </a:moveTo>
                <a:cubicBezTo>
                  <a:pt x="864583" y="1359233"/>
                  <a:pt x="884611" y="1330035"/>
                  <a:pt x="910267" y="1334975"/>
                </a:cubicBezTo>
                <a:cubicBezTo>
                  <a:pt x="938160" y="1340347"/>
                  <a:pt x="936144" y="1394350"/>
                  <a:pt x="907900" y="1398371"/>
                </a:cubicBezTo>
                <a:cubicBezTo>
                  <a:pt x="894987" y="1400210"/>
                  <a:pt x="883401" y="1394394"/>
                  <a:pt x="877313" y="1383018"/>
                </a:cubicBezTo>
                <a:close/>
                <a:moveTo>
                  <a:pt x="1365519" y="1385887"/>
                </a:moveTo>
                <a:cubicBezTo>
                  <a:pt x="1357973" y="1366223"/>
                  <a:pt x="1368204" y="1343025"/>
                  <a:pt x="1384422" y="1343025"/>
                </a:cubicBezTo>
                <a:cubicBezTo>
                  <a:pt x="1391803" y="1343025"/>
                  <a:pt x="1403178" y="1349454"/>
                  <a:pt x="1409700" y="1357312"/>
                </a:cubicBezTo>
                <a:cubicBezTo>
                  <a:pt x="1423425" y="1373850"/>
                  <a:pt x="1407901" y="1400175"/>
                  <a:pt x="1384422" y="1400175"/>
                </a:cubicBezTo>
                <a:cubicBezTo>
                  <a:pt x="1377041" y="1400175"/>
                  <a:pt x="1368534" y="1393745"/>
                  <a:pt x="1365519" y="1385887"/>
                </a:cubicBezTo>
                <a:close/>
                <a:moveTo>
                  <a:pt x="1533904" y="1386345"/>
                </a:moveTo>
                <a:cubicBezTo>
                  <a:pt x="1515675" y="1364380"/>
                  <a:pt x="1525937" y="1338609"/>
                  <a:pt x="1554220" y="1335327"/>
                </a:cubicBezTo>
                <a:cubicBezTo>
                  <a:pt x="1573051" y="1333142"/>
                  <a:pt x="1581141" y="1337518"/>
                  <a:pt x="1585881" y="1352453"/>
                </a:cubicBezTo>
                <a:cubicBezTo>
                  <a:pt x="1597562" y="1389255"/>
                  <a:pt x="1557824" y="1415166"/>
                  <a:pt x="1533904" y="1386345"/>
                </a:cubicBezTo>
                <a:close/>
                <a:moveTo>
                  <a:pt x="1947701" y="1342516"/>
                </a:moveTo>
                <a:cubicBezTo>
                  <a:pt x="1938609" y="1313870"/>
                  <a:pt x="1965451" y="1286809"/>
                  <a:pt x="1988522" y="1301362"/>
                </a:cubicBezTo>
                <a:cubicBezTo>
                  <a:pt x="1997591" y="1307082"/>
                  <a:pt x="2005012" y="1322012"/>
                  <a:pt x="2005012" y="1334538"/>
                </a:cubicBezTo>
                <a:cubicBezTo>
                  <a:pt x="2005012" y="1366451"/>
                  <a:pt x="1957401" y="1373079"/>
                  <a:pt x="1947701" y="1342516"/>
                </a:cubicBezTo>
                <a:close/>
                <a:moveTo>
                  <a:pt x="1102518" y="1332737"/>
                </a:moveTo>
                <a:cubicBezTo>
                  <a:pt x="1069146" y="1313299"/>
                  <a:pt x="1090491" y="1238250"/>
                  <a:pt x="1129392" y="1238250"/>
                </a:cubicBezTo>
                <a:cubicBezTo>
                  <a:pt x="1153885" y="1238250"/>
                  <a:pt x="1182646" y="1275396"/>
                  <a:pt x="1175862" y="1298268"/>
                </a:cubicBezTo>
                <a:cubicBezTo>
                  <a:pt x="1164395" y="1336933"/>
                  <a:pt x="1134137" y="1351153"/>
                  <a:pt x="1102518" y="1332737"/>
                </a:cubicBezTo>
                <a:close/>
                <a:moveTo>
                  <a:pt x="619504" y="1300620"/>
                </a:moveTo>
                <a:cubicBezTo>
                  <a:pt x="594285" y="1270232"/>
                  <a:pt x="631495" y="1222468"/>
                  <a:pt x="661189" y="1247112"/>
                </a:cubicBezTo>
                <a:cubicBezTo>
                  <a:pt x="679107" y="1261983"/>
                  <a:pt x="680750" y="1287114"/>
                  <a:pt x="664845" y="1303020"/>
                </a:cubicBezTo>
                <a:cubicBezTo>
                  <a:pt x="649573" y="1318291"/>
                  <a:pt x="633462" y="1317438"/>
                  <a:pt x="619504" y="1300620"/>
                </a:cubicBezTo>
                <a:close/>
                <a:moveTo>
                  <a:pt x="946632" y="1243568"/>
                </a:moveTo>
                <a:cubicBezTo>
                  <a:pt x="936487" y="1217129"/>
                  <a:pt x="947321" y="1195387"/>
                  <a:pt x="970642" y="1195387"/>
                </a:cubicBezTo>
                <a:cubicBezTo>
                  <a:pt x="1000688" y="1195387"/>
                  <a:pt x="1017708" y="1221825"/>
                  <a:pt x="1000787" y="1242214"/>
                </a:cubicBezTo>
                <a:cubicBezTo>
                  <a:pt x="985150" y="1261055"/>
                  <a:pt x="953645" y="1261843"/>
                  <a:pt x="946632" y="1243568"/>
                </a:cubicBezTo>
                <a:close/>
                <a:moveTo>
                  <a:pt x="1402080" y="1245870"/>
                </a:moveTo>
                <a:cubicBezTo>
                  <a:pt x="1374026" y="1217816"/>
                  <a:pt x="1394939" y="1162050"/>
                  <a:pt x="1433512" y="1162050"/>
                </a:cubicBezTo>
                <a:cubicBezTo>
                  <a:pt x="1460468" y="1162050"/>
                  <a:pt x="1476375" y="1179723"/>
                  <a:pt x="1476375" y="1209675"/>
                </a:cubicBezTo>
                <a:cubicBezTo>
                  <a:pt x="1476375" y="1239626"/>
                  <a:pt x="1460468" y="1257300"/>
                  <a:pt x="1433512" y="1257300"/>
                </a:cubicBezTo>
                <a:cubicBezTo>
                  <a:pt x="1422511" y="1257300"/>
                  <a:pt x="1408366" y="1252156"/>
                  <a:pt x="1402080" y="1245870"/>
                </a:cubicBezTo>
                <a:close/>
                <a:moveTo>
                  <a:pt x="1614342" y="1228267"/>
                </a:moveTo>
                <a:cubicBezTo>
                  <a:pt x="1608362" y="1209425"/>
                  <a:pt x="1623041" y="1181100"/>
                  <a:pt x="1638785" y="1181100"/>
                </a:cubicBezTo>
                <a:cubicBezTo>
                  <a:pt x="1658843" y="1181100"/>
                  <a:pt x="1676195" y="1211309"/>
                  <a:pt x="1666520" y="1229386"/>
                </a:cubicBezTo>
                <a:cubicBezTo>
                  <a:pt x="1653564" y="1253595"/>
                  <a:pt x="1622167" y="1252922"/>
                  <a:pt x="1614342" y="1228267"/>
                </a:cubicBezTo>
                <a:close/>
                <a:moveTo>
                  <a:pt x="1813407" y="1224518"/>
                </a:moveTo>
                <a:cubicBezTo>
                  <a:pt x="1804162" y="1200424"/>
                  <a:pt x="1814079" y="1176427"/>
                  <a:pt x="1834493" y="1173496"/>
                </a:cubicBezTo>
                <a:cubicBezTo>
                  <a:pt x="1860007" y="1169833"/>
                  <a:pt x="1879737" y="1193757"/>
                  <a:pt x="1871807" y="1218742"/>
                </a:cubicBezTo>
                <a:cubicBezTo>
                  <a:pt x="1864542" y="1241632"/>
                  <a:pt x="1821604" y="1245879"/>
                  <a:pt x="1813407" y="1224518"/>
                </a:cubicBezTo>
                <a:close/>
                <a:moveTo>
                  <a:pt x="1285875" y="1214999"/>
                </a:moveTo>
                <a:cubicBezTo>
                  <a:pt x="1285875" y="1195434"/>
                  <a:pt x="1305594" y="1185820"/>
                  <a:pt x="1314886" y="1200856"/>
                </a:cubicBezTo>
                <a:cubicBezTo>
                  <a:pt x="1319193" y="1207825"/>
                  <a:pt x="1320604" y="1216947"/>
                  <a:pt x="1318021" y="1221126"/>
                </a:cubicBezTo>
                <a:cubicBezTo>
                  <a:pt x="1310016" y="1234078"/>
                  <a:pt x="1285875" y="1229477"/>
                  <a:pt x="1285875" y="1214999"/>
                </a:cubicBezTo>
                <a:close/>
                <a:moveTo>
                  <a:pt x="758713" y="1201781"/>
                </a:moveTo>
                <a:cubicBezTo>
                  <a:pt x="722878" y="1162184"/>
                  <a:pt x="758324" y="1102807"/>
                  <a:pt x="807532" y="1120003"/>
                </a:cubicBezTo>
                <a:cubicBezTo>
                  <a:pt x="827551" y="1126999"/>
                  <a:pt x="834126" y="1136191"/>
                  <a:pt x="836468" y="1160462"/>
                </a:cubicBezTo>
                <a:cubicBezTo>
                  <a:pt x="841726" y="1214945"/>
                  <a:pt x="793715" y="1240457"/>
                  <a:pt x="758713" y="1201781"/>
                </a:cubicBezTo>
                <a:close/>
                <a:moveTo>
                  <a:pt x="1967592" y="1137557"/>
                </a:moveTo>
                <a:cubicBezTo>
                  <a:pt x="1943855" y="1113819"/>
                  <a:pt x="1948641" y="1069849"/>
                  <a:pt x="1976982" y="1051279"/>
                </a:cubicBezTo>
                <a:cubicBezTo>
                  <a:pt x="2023397" y="1020867"/>
                  <a:pt x="2075091" y="1081243"/>
                  <a:pt x="2043681" y="1129180"/>
                </a:cubicBezTo>
                <a:cubicBezTo>
                  <a:pt x="2026042" y="1156101"/>
                  <a:pt x="1990094" y="1160058"/>
                  <a:pt x="1967592" y="1137557"/>
                </a:cubicBezTo>
                <a:close/>
                <a:moveTo>
                  <a:pt x="1184986" y="1100137"/>
                </a:moveTo>
                <a:cubicBezTo>
                  <a:pt x="1170495" y="1078021"/>
                  <a:pt x="1170535" y="1074568"/>
                  <a:pt x="1185536" y="1051673"/>
                </a:cubicBezTo>
                <a:cubicBezTo>
                  <a:pt x="1211296" y="1012358"/>
                  <a:pt x="1266313" y="1032625"/>
                  <a:pt x="1266679" y="1081563"/>
                </a:cubicBezTo>
                <a:cubicBezTo>
                  <a:pt x="1267018" y="1126994"/>
                  <a:pt x="1210938" y="1139744"/>
                  <a:pt x="1184986" y="1100137"/>
                </a:cubicBezTo>
                <a:close/>
                <a:moveTo>
                  <a:pt x="1516380" y="1093470"/>
                </a:moveTo>
                <a:cubicBezTo>
                  <a:pt x="1487620" y="1064710"/>
                  <a:pt x="1516831" y="1019095"/>
                  <a:pt x="1551966" y="1037899"/>
                </a:cubicBezTo>
                <a:cubicBezTo>
                  <a:pt x="1582341" y="1054155"/>
                  <a:pt x="1571981" y="1104900"/>
                  <a:pt x="1538287" y="1104900"/>
                </a:cubicBezTo>
                <a:cubicBezTo>
                  <a:pt x="1532524" y="1104900"/>
                  <a:pt x="1522666" y="1099756"/>
                  <a:pt x="1516380" y="1093470"/>
                </a:cubicBezTo>
                <a:close/>
                <a:moveTo>
                  <a:pt x="966992" y="1079931"/>
                </a:moveTo>
                <a:cubicBezTo>
                  <a:pt x="937513" y="1050452"/>
                  <a:pt x="972315" y="1002994"/>
                  <a:pt x="1007268" y="1025007"/>
                </a:cubicBezTo>
                <a:cubicBezTo>
                  <a:pt x="1036459" y="1043389"/>
                  <a:pt x="1024144" y="1095375"/>
                  <a:pt x="990600" y="1095375"/>
                </a:cubicBezTo>
                <a:cubicBezTo>
                  <a:pt x="986109" y="1095375"/>
                  <a:pt x="975486" y="1088425"/>
                  <a:pt x="966992" y="1079931"/>
                </a:cubicBezTo>
                <a:close/>
                <a:moveTo>
                  <a:pt x="1716405" y="1074420"/>
                </a:moveTo>
                <a:cubicBezTo>
                  <a:pt x="1690218" y="1048233"/>
                  <a:pt x="1708850" y="990600"/>
                  <a:pt x="1743503" y="990600"/>
                </a:cubicBezTo>
                <a:cubicBezTo>
                  <a:pt x="1762862" y="990600"/>
                  <a:pt x="1790700" y="1020135"/>
                  <a:pt x="1790700" y="1040675"/>
                </a:cubicBezTo>
                <a:cubicBezTo>
                  <a:pt x="1790700" y="1076017"/>
                  <a:pt x="1740708" y="1098723"/>
                  <a:pt x="1716405" y="1074420"/>
                </a:cubicBezTo>
                <a:close/>
                <a:moveTo>
                  <a:pt x="1363622" y="1010808"/>
                </a:moveTo>
                <a:cubicBezTo>
                  <a:pt x="1341188" y="996587"/>
                  <a:pt x="1354042" y="957262"/>
                  <a:pt x="1381125" y="957262"/>
                </a:cubicBezTo>
                <a:cubicBezTo>
                  <a:pt x="1398976" y="957262"/>
                  <a:pt x="1405742" y="962954"/>
                  <a:pt x="1408152" y="979997"/>
                </a:cubicBezTo>
                <a:cubicBezTo>
                  <a:pt x="1410900" y="999436"/>
                  <a:pt x="1397384" y="1018883"/>
                  <a:pt x="1381125" y="1018883"/>
                </a:cubicBezTo>
                <a:cubicBezTo>
                  <a:pt x="1378505" y="1018883"/>
                  <a:pt x="1370629" y="1015249"/>
                  <a:pt x="1363622" y="1010808"/>
                </a:cubicBezTo>
                <a:close/>
                <a:moveTo>
                  <a:pt x="719139" y="1000128"/>
                </a:moveTo>
                <a:cubicBezTo>
                  <a:pt x="707639" y="981521"/>
                  <a:pt x="723034" y="942975"/>
                  <a:pt x="741965" y="942975"/>
                </a:cubicBezTo>
                <a:cubicBezTo>
                  <a:pt x="768229" y="942975"/>
                  <a:pt x="787054" y="969402"/>
                  <a:pt x="774762" y="989017"/>
                </a:cubicBezTo>
                <a:cubicBezTo>
                  <a:pt x="762823" y="1008067"/>
                  <a:pt x="728307" y="1014962"/>
                  <a:pt x="719139" y="1000128"/>
                </a:cubicBezTo>
                <a:close/>
                <a:moveTo>
                  <a:pt x="1073479" y="956004"/>
                </a:moveTo>
                <a:cubicBezTo>
                  <a:pt x="1057149" y="939674"/>
                  <a:pt x="1066978" y="913100"/>
                  <a:pt x="1088231" y="916118"/>
                </a:cubicBezTo>
                <a:cubicBezTo>
                  <a:pt x="1102241" y="918108"/>
                  <a:pt x="1109662" y="925713"/>
                  <a:pt x="1109662" y="938082"/>
                </a:cubicBezTo>
                <a:cubicBezTo>
                  <a:pt x="1109662" y="956975"/>
                  <a:pt x="1086114" y="968639"/>
                  <a:pt x="1073479" y="956004"/>
                </a:cubicBezTo>
                <a:close/>
                <a:moveTo>
                  <a:pt x="873013" y="925556"/>
                </a:moveTo>
                <a:cubicBezTo>
                  <a:pt x="837984" y="886848"/>
                  <a:pt x="862124" y="844269"/>
                  <a:pt x="916159" y="849456"/>
                </a:cubicBezTo>
                <a:cubicBezTo>
                  <a:pt x="944507" y="852177"/>
                  <a:pt x="948057" y="855854"/>
                  <a:pt x="950868" y="885404"/>
                </a:cubicBezTo>
                <a:cubicBezTo>
                  <a:pt x="955791" y="937159"/>
                  <a:pt x="906513" y="962573"/>
                  <a:pt x="873013" y="925556"/>
                </a:cubicBezTo>
                <a:close/>
                <a:moveTo>
                  <a:pt x="1529442" y="928007"/>
                </a:moveTo>
                <a:cubicBezTo>
                  <a:pt x="1506610" y="905174"/>
                  <a:pt x="1519798" y="847725"/>
                  <a:pt x="1547872" y="847725"/>
                </a:cubicBezTo>
                <a:cubicBezTo>
                  <a:pt x="1572590" y="847725"/>
                  <a:pt x="1600200" y="869857"/>
                  <a:pt x="1600200" y="889671"/>
                </a:cubicBezTo>
                <a:cubicBezTo>
                  <a:pt x="1600200" y="915167"/>
                  <a:pt x="1577839" y="942975"/>
                  <a:pt x="1557337" y="942975"/>
                </a:cubicBezTo>
                <a:cubicBezTo>
                  <a:pt x="1550227" y="942975"/>
                  <a:pt x="1537675" y="936239"/>
                  <a:pt x="1529442" y="928007"/>
                </a:cubicBezTo>
                <a:close/>
                <a:moveTo>
                  <a:pt x="1834242" y="928007"/>
                </a:moveTo>
                <a:cubicBezTo>
                  <a:pt x="1816535" y="910299"/>
                  <a:pt x="1816383" y="909026"/>
                  <a:pt x="1829135" y="885198"/>
                </a:cubicBezTo>
                <a:cubicBezTo>
                  <a:pt x="1845814" y="854032"/>
                  <a:pt x="1895475" y="871348"/>
                  <a:pt x="1895475" y="908330"/>
                </a:cubicBezTo>
                <a:cubicBezTo>
                  <a:pt x="1895475" y="916235"/>
                  <a:pt x="1866068" y="942975"/>
                  <a:pt x="1857375" y="942975"/>
                </a:cubicBezTo>
                <a:cubicBezTo>
                  <a:pt x="1852884" y="942975"/>
                  <a:pt x="1842475" y="936239"/>
                  <a:pt x="1834242" y="928007"/>
                </a:cubicBezTo>
                <a:close/>
                <a:moveTo>
                  <a:pt x="2009775" y="904875"/>
                </a:moveTo>
                <a:cubicBezTo>
                  <a:pt x="2009775" y="892940"/>
                  <a:pt x="2019883" y="892940"/>
                  <a:pt x="2038350" y="904875"/>
                </a:cubicBezTo>
                <a:cubicBezTo>
                  <a:pt x="2049903" y="912341"/>
                  <a:pt x="2048536" y="914136"/>
                  <a:pt x="2031206" y="914254"/>
                </a:cubicBezTo>
                <a:cubicBezTo>
                  <a:pt x="2019419" y="914334"/>
                  <a:pt x="2009775" y="910113"/>
                  <a:pt x="2009775" y="904875"/>
                </a:cubicBezTo>
                <a:close/>
                <a:moveTo>
                  <a:pt x="1220866" y="892595"/>
                </a:moveTo>
                <a:cubicBezTo>
                  <a:pt x="1212677" y="882728"/>
                  <a:pt x="1212955" y="875455"/>
                  <a:pt x="1221993" y="863093"/>
                </a:cubicBezTo>
                <a:cubicBezTo>
                  <a:pt x="1238206" y="840922"/>
                  <a:pt x="1268814" y="852824"/>
                  <a:pt x="1264947" y="879796"/>
                </a:cubicBezTo>
                <a:cubicBezTo>
                  <a:pt x="1261519" y="903703"/>
                  <a:pt x="1236189" y="911058"/>
                  <a:pt x="1220866" y="892595"/>
                </a:cubicBezTo>
                <a:close/>
                <a:moveTo>
                  <a:pt x="1406525" y="812800"/>
                </a:moveTo>
                <a:cubicBezTo>
                  <a:pt x="1396553" y="802828"/>
                  <a:pt x="1399105" y="762000"/>
                  <a:pt x="1409700" y="762000"/>
                </a:cubicBezTo>
                <a:cubicBezTo>
                  <a:pt x="1414938" y="762000"/>
                  <a:pt x="1419225" y="774858"/>
                  <a:pt x="1419225" y="790575"/>
                </a:cubicBezTo>
                <a:cubicBezTo>
                  <a:pt x="1419225" y="820167"/>
                  <a:pt x="1417286" y="823561"/>
                  <a:pt x="1406525" y="812800"/>
                </a:cubicBezTo>
                <a:close/>
                <a:moveTo>
                  <a:pt x="1346506" y="623984"/>
                </a:moveTo>
                <a:cubicBezTo>
                  <a:pt x="1338311" y="602626"/>
                  <a:pt x="1360046" y="556136"/>
                  <a:pt x="1372435" y="568525"/>
                </a:cubicBezTo>
                <a:cubicBezTo>
                  <a:pt x="1389715" y="585805"/>
                  <a:pt x="1387481" y="632335"/>
                  <a:pt x="1369189" y="636124"/>
                </a:cubicBezTo>
                <a:cubicBezTo>
                  <a:pt x="1360006" y="638026"/>
                  <a:pt x="1349798" y="632563"/>
                  <a:pt x="1346506" y="623984"/>
                </a:cubicBezTo>
                <a:close/>
              </a:path>
            </a:pathLst>
          </a:custGeom>
          <a:solidFill>
            <a:srgbClr val="F9C9DF">
              <a:alpha val="35000"/>
            </a:srgbClr>
          </a:solidFill>
          <a:ln>
            <a:noFill/>
          </a:ln>
        </p:spPr>
      </p:sp>
      <p:sp>
        <p:nvSpPr>
          <p:cNvPr id="13" name="LETTERING: every day"/>
          <p:cNvSpPr txBox="1"/>
          <p:nvPr/>
        </p:nvSpPr>
        <p:spPr>
          <a:xfrm rot="120000">
            <a:off x="828675" y="914400"/>
            <a:ext cx="8629650" cy="2171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250" i="0">
                <a:solidFill>
                  <a:srgbClr val="34568C"/>
                </a:solidFill>
                <a:latin typeface="DM Serif Display"/>
              </a:rPr>
              <a:t>every </a:t>
            </a:r>
            <a:r>
              <a:rPr sz="14250" i="1">
                <a:solidFill>
                  <a:srgbClr val="34568C"/>
                </a:solidFill>
                <a:latin typeface="DM Serif Display"/>
              </a:rPr>
              <a:t>day</a:t>
            </a:r>
          </a:p>
        </p:txBody>
      </p:sp>
      <p:sp>
        <p:nvSpPr>
          <p:cNvPr id="14" name="TEXT: [Product name] at [shop]"/>
          <p:cNvSpPr/>
          <p:nvPr/>
        </p:nvSpPr>
        <p:spPr>
          <a:xfrm rot="21480000">
            <a:off x="1390650" y="3124200"/>
            <a:ext cx="7505700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[Product name] at [shop]</a:t>
            </a:r>
          </a:p>
        </p:txBody>
      </p:sp>
      <p:sp>
        <p:nvSpPr>
          <p:cNvPr id="15" name="TEXT: comment &quot;[KEYWORD]&quot;"/>
          <p:cNvSpPr/>
          <p:nvPr/>
        </p:nvSpPr>
        <p:spPr>
          <a:xfrm rot="120000">
            <a:off x="1271588" y="4100512"/>
            <a:ext cx="7743825" cy="942975"/>
          </a:xfrm>
          <a:prstGeom prst="roundRect">
            <a:avLst>
              <a:gd name="adj" fmla="val 50000"/>
            </a:avLst>
          </a:prstGeom>
          <a:solidFill>
            <a:srgbClr val="F9C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14325" rIns="314325" tIns="125730" bIns="12573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comment "[KEYWORD]"</a:t>
            </a:r>
          </a:p>
        </p:txBody>
      </p:sp>
      <p:sp>
        <p:nvSpPr>
          <p:cNvPr id="16" name="arrow"/>
          <p:cNvSpPr/>
          <p:nvPr/>
        </p:nvSpPr>
        <p:spPr>
          <a:xfrm rot="0">
            <a:off x="2667000" y="5210175"/>
            <a:ext cx="1524000" cy="1009650"/>
          </a:xfrm>
          <a:custGeom>
            <a:avLst/>
            <a:gdLst/>
            <a:ahLst/>
            <a:cxnLst/>
            <a:rect l="0" t="0" r="r" b="b"/>
            <a:pathLst>
              <a:path w="1524000" h="1009650">
                <a:moveTo>
                  <a:pt x="1174560" y="983456"/>
                </a:moveTo>
                <a:cubicBezTo>
                  <a:pt x="1158261" y="969049"/>
                  <a:pt x="1103683" y="897875"/>
                  <a:pt x="1053275" y="825292"/>
                </a:cubicBezTo>
                <a:cubicBezTo>
                  <a:pt x="943259" y="666879"/>
                  <a:pt x="936220" y="654714"/>
                  <a:pt x="951606" y="649585"/>
                </a:cubicBezTo>
                <a:cubicBezTo>
                  <a:pt x="959848" y="646838"/>
                  <a:pt x="958833" y="639484"/>
                  <a:pt x="947910" y="622814"/>
                </a:cubicBezTo>
                <a:cubicBezTo>
                  <a:pt x="933570" y="600929"/>
                  <a:pt x="933955" y="599411"/>
                  <a:pt x="955964" y="591043"/>
                </a:cubicBezTo>
                <a:cubicBezTo>
                  <a:pt x="968676" y="586210"/>
                  <a:pt x="980917" y="576736"/>
                  <a:pt x="983165" y="569990"/>
                </a:cubicBezTo>
                <a:cubicBezTo>
                  <a:pt x="989183" y="551938"/>
                  <a:pt x="1058275" y="609708"/>
                  <a:pt x="1101984" y="669337"/>
                </a:cubicBezTo>
                <a:lnTo>
                  <a:pt x="1138237" y="718794"/>
                </a:lnTo>
                <a:lnTo>
                  <a:pt x="1143957" y="571328"/>
                </a:lnTo>
                <a:cubicBezTo>
                  <a:pt x="1159613" y="167668"/>
                  <a:pt x="1153256" y="159506"/>
                  <a:pt x="823912" y="160434"/>
                </a:cubicBezTo>
                <a:cubicBezTo>
                  <a:pt x="572228" y="161144"/>
                  <a:pt x="140071" y="170762"/>
                  <a:pt x="92868" y="176703"/>
                </a:cubicBezTo>
                <a:cubicBezTo>
                  <a:pt x="72165" y="179309"/>
                  <a:pt x="57149" y="177148"/>
                  <a:pt x="57149" y="171562"/>
                </a:cubicBezTo>
                <a:cubicBezTo>
                  <a:pt x="57149" y="166261"/>
                  <a:pt x="71080" y="161486"/>
                  <a:pt x="88106" y="160950"/>
                </a:cubicBezTo>
                <a:lnTo>
                  <a:pt x="119062" y="159975"/>
                </a:lnTo>
                <a:lnTo>
                  <a:pt x="85725" y="150937"/>
                </a:lnTo>
                <a:cubicBezTo>
                  <a:pt x="67389" y="145967"/>
                  <a:pt x="39528" y="138272"/>
                  <a:pt x="23812" y="133837"/>
                </a:cubicBezTo>
                <a:lnTo>
                  <a:pt x="-4762" y="125774"/>
                </a:lnTo>
                <a:lnTo>
                  <a:pt x="21993" y="124799"/>
                </a:lnTo>
                <a:cubicBezTo>
                  <a:pt x="36709" y="124263"/>
                  <a:pt x="46326" y="119904"/>
                  <a:pt x="43365" y="115113"/>
                </a:cubicBezTo>
                <a:cubicBezTo>
                  <a:pt x="40404" y="110322"/>
                  <a:pt x="43365" y="104219"/>
                  <a:pt x="49946" y="101551"/>
                </a:cubicBezTo>
                <a:cubicBezTo>
                  <a:pt x="58999" y="97881"/>
                  <a:pt x="58434" y="94240"/>
                  <a:pt x="47625" y="86596"/>
                </a:cubicBezTo>
                <a:cubicBezTo>
                  <a:pt x="35525" y="78039"/>
                  <a:pt x="36254" y="76296"/>
                  <a:pt x="52387" y="75218"/>
                </a:cubicBezTo>
                <a:cubicBezTo>
                  <a:pt x="65031" y="74374"/>
                  <a:pt x="61828" y="71625"/>
                  <a:pt x="42862" y="67044"/>
                </a:cubicBezTo>
                <a:cubicBezTo>
                  <a:pt x="13231" y="59887"/>
                  <a:pt x="13889" y="59352"/>
                  <a:pt x="76200" y="39916"/>
                </a:cubicBezTo>
                <a:cubicBezTo>
                  <a:pt x="178907" y="7880"/>
                  <a:pt x="1011710" y="-5664"/>
                  <a:pt x="1109662" y="23108"/>
                </a:cubicBezTo>
                <a:cubicBezTo>
                  <a:pt x="1170666" y="41027"/>
                  <a:pt x="1231155" y="92632"/>
                  <a:pt x="1262732" y="153695"/>
                </a:cubicBezTo>
                <a:cubicBezTo>
                  <a:pt x="1285671" y="198055"/>
                  <a:pt x="1295629" y="343680"/>
                  <a:pt x="1288859" y="535781"/>
                </a:cubicBezTo>
                <a:cubicBezTo>
                  <a:pt x="1285581" y="628769"/>
                  <a:pt x="1285336" y="704850"/>
                  <a:pt x="1288314" y="704850"/>
                </a:cubicBezTo>
                <a:cubicBezTo>
                  <a:pt x="1291291" y="704850"/>
                  <a:pt x="1312955" y="678060"/>
                  <a:pt x="1336456" y="645318"/>
                </a:cubicBezTo>
                <a:cubicBezTo>
                  <a:pt x="1359957" y="612576"/>
                  <a:pt x="1391409" y="574552"/>
                  <a:pt x="1406349" y="560820"/>
                </a:cubicBezTo>
                <a:cubicBezTo>
                  <a:pt x="1437522" y="532168"/>
                  <a:pt x="1487835" y="516009"/>
                  <a:pt x="1485258" y="535477"/>
                </a:cubicBezTo>
                <a:cubicBezTo>
                  <a:pt x="1481123" y="566728"/>
                  <a:pt x="1485437" y="574216"/>
                  <a:pt x="1500417" y="561783"/>
                </a:cubicBezTo>
                <a:cubicBezTo>
                  <a:pt x="1525856" y="540672"/>
                  <a:pt x="1528285" y="560968"/>
                  <a:pt x="1505847" y="607151"/>
                </a:cubicBezTo>
                <a:cubicBezTo>
                  <a:pt x="1480984" y="658327"/>
                  <a:pt x="1286459" y="944018"/>
                  <a:pt x="1249625" y="983456"/>
                </a:cubicBezTo>
                <a:cubicBezTo>
                  <a:pt x="1236170" y="997862"/>
                  <a:pt x="1220443" y="1009650"/>
                  <a:pt x="1214676" y="1009650"/>
                </a:cubicBezTo>
                <a:cubicBezTo>
                  <a:pt x="1208910" y="1009650"/>
                  <a:pt x="1190858" y="997862"/>
                  <a:pt x="1174560" y="983456"/>
                </a:cubicBezTo>
                <a:close/>
              </a:path>
            </a:pathLst>
          </a:custGeom>
          <a:solidFill>
            <a:srgbClr val="34568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