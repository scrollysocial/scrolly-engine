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 (head near the top, under the butterfly). Edit the [bracket] line to your buyer's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the everyday problem. Tip: set it to black and white (Edit photo &gt; Filters).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 and type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product photo (or the same one). Edit the line to what it fixes, in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Who it's for: three kinds of buyer, one per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screenshot of your shop or listing for the phone screen.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second photo of you (head near the top, under the crown).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jp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jp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image" Target="../media/image25.jp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685800" y="2495550"/>
            <a:ext cx="8915400" cy="10629900"/>
          </a:xfrm>
          <a:prstGeom prst="rect">
            <a:avLst/>
          </a:prstGeom>
        </p:spPr>
      </p:pic>
      <p:sp>
        <p:nvSpPr>
          <p:cNvPr id="4" name="PHOTO: You (head near the top)"/>
          <p:cNvSpPr/>
          <p:nvPr/>
        </p:nvSpPr>
        <p:spPr>
          <a:xfrm rot="120000">
            <a:off x="1333500" y="3143250"/>
            <a:ext cx="7620000" cy="9334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butterfly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">
            <a:off x="4600575" y="1604962"/>
            <a:ext cx="3181350" cy="3076575"/>
          </a:xfrm>
          <a:prstGeom prst="rect">
            <a:avLst/>
          </a:prstGeom>
        </p:spPr>
      </p:pic>
      <p:sp>
        <p:nvSpPr>
          <p:cNvPr id="6" name="butterfly pattern"/>
          <p:cNvSpPr/>
          <p:nvPr/>
        </p:nvSpPr>
        <p:spPr>
          <a:xfrm rot="1080000">
            <a:off x="4600575" y="1604962"/>
            <a:ext cx="3181350" cy="3076575"/>
          </a:xfrm>
          <a:custGeom>
            <a:avLst/>
            <a:gdLst/>
            <a:ahLst/>
            <a:cxnLst/>
            <a:rect l="0" t="0" r="r" b="b"/>
            <a:pathLst>
              <a:path w="3181350" h="3076575">
                <a:moveTo>
                  <a:pt x="1671896" y="2445543"/>
                </a:moveTo>
                <a:cubicBezTo>
                  <a:pt x="1643037" y="2318464"/>
                  <a:pt x="1642716" y="2312882"/>
                  <a:pt x="1664493" y="2316538"/>
                </a:cubicBezTo>
                <a:cubicBezTo>
                  <a:pt x="1675992" y="2318469"/>
                  <a:pt x="1685974" y="2337062"/>
                  <a:pt x="1696678" y="2376487"/>
                </a:cubicBezTo>
                <a:cubicBezTo>
                  <a:pt x="1705212" y="2407920"/>
                  <a:pt x="1715315" y="2441138"/>
                  <a:pt x="1719129" y="2450306"/>
                </a:cubicBezTo>
                <a:cubicBezTo>
                  <a:pt x="1724689" y="2463673"/>
                  <a:pt x="1721180" y="2466975"/>
                  <a:pt x="1701413" y="2466975"/>
                </a:cubicBezTo>
                <a:cubicBezTo>
                  <a:pt x="1683642" y="2466975"/>
                  <a:pt x="1675404" y="2460994"/>
                  <a:pt x="1671896" y="2445543"/>
                </a:cubicBezTo>
                <a:close/>
                <a:moveTo>
                  <a:pt x="504825" y="2416016"/>
                </a:moveTo>
                <a:cubicBezTo>
                  <a:pt x="504825" y="2360451"/>
                  <a:pt x="590442" y="2278063"/>
                  <a:pt x="641938" y="2284075"/>
                </a:cubicBezTo>
                <a:cubicBezTo>
                  <a:pt x="687833" y="2289433"/>
                  <a:pt x="686992" y="2291438"/>
                  <a:pt x="605852" y="2370115"/>
                </a:cubicBezTo>
                <a:cubicBezTo>
                  <a:pt x="531809" y="2441910"/>
                  <a:pt x="504825" y="2454171"/>
                  <a:pt x="504825" y="2416016"/>
                </a:cubicBezTo>
                <a:close/>
                <a:moveTo>
                  <a:pt x="764109" y="2144976"/>
                </a:moveTo>
                <a:cubicBezTo>
                  <a:pt x="787658" y="2119800"/>
                  <a:pt x="817156" y="2081424"/>
                  <a:pt x="829661" y="2059697"/>
                </a:cubicBezTo>
                <a:cubicBezTo>
                  <a:pt x="857241" y="2011776"/>
                  <a:pt x="863440" y="2010250"/>
                  <a:pt x="995362" y="2018908"/>
                </a:cubicBezTo>
                <a:cubicBezTo>
                  <a:pt x="1052988" y="2022690"/>
                  <a:pt x="1094779" y="2026468"/>
                  <a:pt x="1088231" y="2027304"/>
                </a:cubicBezTo>
                <a:cubicBezTo>
                  <a:pt x="1065622" y="2030191"/>
                  <a:pt x="1076395" y="2047875"/>
                  <a:pt x="1100763" y="2047875"/>
                </a:cubicBezTo>
                <a:cubicBezTo>
                  <a:pt x="1129236" y="2047875"/>
                  <a:pt x="1162157" y="2063721"/>
                  <a:pt x="1177814" y="2084963"/>
                </a:cubicBezTo>
                <a:cubicBezTo>
                  <a:pt x="1187766" y="2098465"/>
                  <a:pt x="1192086" y="2098331"/>
                  <a:pt x="1223058" y="2083561"/>
                </a:cubicBezTo>
                <a:cubicBezTo>
                  <a:pt x="1241891" y="2074581"/>
                  <a:pt x="1257300" y="2063166"/>
                  <a:pt x="1257300" y="2058195"/>
                </a:cubicBezTo>
                <a:cubicBezTo>
                  <a:pt x="1257300" y="2048753"/>
                  <a:pt x="1220186" y="2033021"/>
                  <a:pt x="1206585" y="2036698"/>
                </a:cubicBezTo>
                <a:cubicBezTo>
                  <a:pt x="1202267" y="2037866"/>
                  <a:pt x="1201448" y="2034429"/>
                  <a:pt x="1204766" y="2029060"/>
                </a:cubicBezTo>
                <a:cubicBezTo>
                  <a:pt x="1212195" y="2017041"/>
                  <a:pt x="1282743" y="2016052"/>
                  <a:pt x="1290044" y="2027865"/>
                </a:cubicBezTo>
                <a:cubicBezTo>
                  <a:pt x="1295646" y="2036929"/>
                  <a:pt x="1234295" y="2095500"/>
                  <a:pt x="1219200" y="2095500"/>
                </a:cubicBezTo>
                <a:cubicBezTo>
                  <a:pt x="1214325" y="2095500"/>
                  <a:pt x="1195175" y="2108812"/>
                  <a:pt x="1176643" y="2125084"/>
                </a:cubicBezTo>
                <a:cubicBezTo>
                  <a:pt x="1158111" y="2141355"/>
                  <a:pt x="1133316" y="2154137"/>
                  <a:pt x="1121543" y="2153488"/>
                </a:cubicBezTo>
                <a:cubicBezTo>
                  <a:pt x="1041197" y="2149060"/>
                  <a:pt x="1009868" y="2142611"/>
                  <a:pt x="978344" y="2124011"/>
                </a:cubicBezTo>
                <a:cubicBezTo>
                  <a:pt x="943867" y="2103670"/>
                  <a:pt x="922595" y="2102720"/>
                  <a:pt x="881881" y="2119706"/>
                </a:cubicBezTo>
                <a:cubicBezTo>
                  <a:pt x="867607" y="2125661"/>
                  <a:pt x="865419" y="2124376"/>
                  <a:pt x="871803" y="2113787"/>
                </a:cubicBezTo>
                <a:cubicBezTo>
                  <a:pt x="878673" y="2102390"/>
                  <a:pt x="877046" y="2102435"/>
                  <a:pt x="861459" y="2114073"/>
                </a:cubicBezTo>
                <a:cubicBezTo>
                  <a:pt x="820295" y="2144809"/>
                  <a:pt x="791531" y="2175067"/>
                  <a:pt x="796238" y="2182682"/>
                </a:cubicBezTo>
                <a:cubicBezTo>
                  <a:pt x="798980" y="2187119"/>
                  <a:pt x="783239" y="2190750"/>
                  <a:pt x="761258" y="2190750"/>
                </a:cubicBezTo>
                <a:lnTo>
                  <a:pt x="721293" y="2190750"/>
                </a:lnTo>
                <a:lnTo>
                  <a:pt x="764109" y="2144976"/>
                </a:lnTo>
                <a:close/>
                <a:moveTo>
                  <a:pt x="1533863" y="2158438"/>
                </a:moveTo>
                <a:cubicBezTo>
                  <a:pt x="1522162" y="2122984"/>
                  <a:pt x="1527459" y="2058863"/>
                  <a:pt x="1544818" y="2025832"/>
                </a:cubicBezTo>
                <a:cubicBezTo>
                  <a:pt x="1553023" y="2010219"/>
                  <a:pt x="1566634" y="2008788"/>
                  <a:pt x="1685840" y="2011007"/>
                </a:cubicBezTo>
                <a:lnTo>
                  <a:pt x="1817781" y="2013462"/>
                </a:lnTo>
                <a:lnTo>
                  <a:pt x="1799188" y="2049906"/>
                </a:lnTo>
                <a:cubicBezTo>
                  <a:pt x="1774730" y="2097847"/>
                  <a:pt x="1793560" y="2107187"/>
                  <a:pt x="1844663" y="2072462"/>
                </a:cubicBezTo>
                <a:cubicBezTo>
                  <a:pt x="1864564" y="2058939"/>
                  <a:pt x="1885902" y="2047875"/>
                  <a:pt x="1892080" y="2047875"/>
                </a:cubicBezTo>
                <a:cubicBezTo>
                  <a:pt x="1904172" y="2047875"/>
                  <a:pt x="1904265" y="2031367"/>
                  <a:pt x="1892281" y="2012185"/>
                </a:cubicBezTo>
                <a:cubicBezTo>
                  <a:pt x="1886627" y="2003134"/>
                  <a:pt x="1890300" y="2002375"/>
                  <a:pt x="1907713" y="2008996"/>
                </a:cubicBezTo>
                <a:cubicBezTo>
                  <a:pt x="1920282" y="2013774"/>
                  <a:pt x="1938283" y="2016976"/>
                  <a:pt x="1947714" y="2016111"/>
                </a:cubicBezTo>
                <a:cubicBezTo>
                  <a:pt x="1957145" y="2015245"/>
                  <a:pt x="1966721" y="2020966"/>
                  <a:pt x="1968993" y="2028825"/>
                </a:cubicBezTo>
                <a:cubicBezTo>
                  <a:pt x="1972394" y="2040586"/>
                  <a:pt x="1971497" y="2040785"/>
                  <a:pt x="1963916" y="2029947"/>
                </a:cubicBezTo>
                <a:cubicBezTo>
                  <a:pt x="1955084" y="2017321"/>
                  <a:pt x="1940286" y="2041842"/>
                  <a:pt x="1938805" y="2071557"/>
                </a:cubicBezTo>
                <a:cubicBezTo>
                  <a:pt x="1938548" y="2076724"/>
                  <a:pt x="1929765" y="2082312"/>
                  <a:pt x="1919287" y="2083975"/>
                </a:cubicBezTo>
                <a:cubicBezTo>
                  <a:pt x="1903574" y="2086469"/>
                  <a:pt x="1902740" y="2085266"/>
                  <a:pt x="1914525" y="2077107"/>
                </a:cubicBezTo>
                <a:cubicBezTo>
                  <a:pt x="1939492" y="2059822"/>
                  <a:pt x="1917770" y="2066153"/>
                  <a:pt x="1876470" y="2088198"/>
                </a:cubicBezTo>
                <a:cubicBezTo>
                  <a:pt x="1854550" y="2099898"/>
                  <a:pt x="1832498" y="2117163"/>
                  <a:pt x="1827467" y="2126565"/>
                </a:cubicBezTo>
                <a:cubicBezTo>
                  <a:pt x="1822435" y="2135966"/>
                  <a:pt x="1814297" y="2141172"/>
                  <a:pt x="1809381" y="2138134"/>
                </a:cubicBezTo>
                <a:cubicBezTo>
                  <a:pt x="1804332" y="2135014"/>
                  <a:pt x="1803172" y="2139722"/>
                  <a:pt x="1806715" y="2148955"/>
                </a:cubicBezTo>
                <a:cubicBezTo>
                  <a:pt x="1810970" y="2160044"/>
                  <a:pt x="1809404" y="2163085"/>
                  <a:pt x="1801843" y="2158412"/>
                </a:cubicBezTo>
                <a:cubicBezTo>
                  <a:pt x="1795714" y="2154624"/>
                  <a:pt x="1790700" y="2156064"/>
                  <a:pt x="1790700" y="2161612"/>
                </a:cubicBezTo>
                <a:cubicBezTo>
                  <a:pt x="1790700" y="2167160"/>
                  <a:pt x="1786413" y="2171700"/>
                  <a:pt x="1781175" y="2171700"/>
                </a:cubicBezTo>
                <a:cubicBezTo>
                  <a:pt x="1775936" y="2171700"/>
                  <a:pt x="1771650" y="2163602"/>
                  <a:pt x="1771650" y="2153705"/>
                </a:cubicBezTo>
                <a:cubicBezTo>
                  <a:pt x="1771650" y="2098525"/>
                  <a:pt x="1703056" y="2085689"/>
                  <a:pt x="1689828" y="2138393"/>
                </a:cubicBezTo>
                <a:cubicBezTo>
                  <a:pt x="1682232" y="2168658"/>
                  <a:pt x="1688406" y="2176060"/>
                  <a:pt x="1711302" y="2164143"/>
                </a:cubicBezTo>
                <a:cubicBezTo>
                  <a:pt x="1729461" y="2154692"/>
                  <a:pt x="1772566" y="2164122"/>
                  <a:pt x="1756525" y="2174036"/>
                </a:cubicBezTo>
                <a:cubicBezTo>
                  <a:pt x="1751521" y="2177129"/>
                  <a:pt x="1701956" y="2182705"/>
                  <a:pt x="1646381" y="2186428"/>
                </a:cubicBezTo>
                <a:lnTo>
                  <a:pt x="1545334" y="2193196"/>
                </a:lnTo>
                <a:lnTo>
                  <a:pt x="1533863" y="2158438"/>
                </a:lnTo>
                <a:close/>
                <a:moveTo>
                  <a:pt x="814280" y="2163052"/>
                </a:moveTo>
                <a:cubicBezTo>
                  <a:pt x="832333" y="2142380"/>
                  <a:pt x="866775" y="2118970"/>
                  <a:pt x="866775" y="2127371"/>
                </a:cubicBezTo>
                <a:cubicBezTo>
                  <a:pt x="866775" y="2129553"/>
                  <a:pt x="850701" y="2143355"/>
                  <a:pt x="831056" y="2158041"/>
                </a:cubicBezTo>
                <a:cubicBezTo>
                  <a:pt x="801802" y="2179911"/>
                  <a:pt x="798766" y="2180818"/>
                  <a:pt x="814280" y="2163052"/>
                </a:cubicBezTo>
                <a:close/>
                <a:moveTo>
                  <a:pt x="1052883" y="2113949"/>
                </a:moveTo>
                <a:cubicBezTo>
                  <a:pt x="1064017" y="2095935"/>
                  <a:pt x="1027621" y="2066925"/>
                  <a:pt x="993886" y="2066925"/>
                </a:cubicBezTo>
                <a:cubicBezTo>
                  <a:pt x="976362" y="2066925"/>
                  <a:pt x="962025" y="2071211"/>
                  <a:pt x="962025" y="2076450"/>
                </a:cubicBezTo>
                <a:cubicBezTo>
                  <a:pt x="962025" y="2081688"/>
                  <a:pt x="966490" y="2085975"/>
                  <a:pt x="971948" y="2085975"/>
                </a:cubicBezTo>
                <a:cubicBezTo>
                  <a:pt x="977406" y="2085975"/>
                  <a:pt x="991073" y="2094547"/>
                  <a:pt x="1002319" y="2105025"/>
                </a:cubicBezTo>
                <a:cubicBezTo>
                  <a:pt x="1024960" y="2126118"/>
                  <a:pt x="1043356" y="2129365"/>
                  <a:pt x="1052883" y="2113949"/>
                </a:cubicBezTo>
                <a:close/>
                <a:moveTo>
                  <a:pt x="1282408" y="1895702"/>
                </a:moveTo>
                <a:cubicBezTo>
                  <a:pt x="1262165" y="1891793"/>
                  <a:pt x="1175369" y="1889525"/>
                  <a:pt x="1089526" y="1890661"/>
                </a:cubicBezTo>
                <a:cubicBezTo>
                  <a:pt x="1003684" y="1891797"/>
                  <a:pt x="933450" y="1889636"/>
                  <a:pt x="933450" y="1885860"/>
                </a:cubicBezTo>
                <a:cubicBezTo>
                  <a:pt x="933450" y="1882083"/>
                  <a:pt x="924594" y="1867736"/>
                  <a:pt x="913771" y="1853977"/>
                </a:cubicBezTo>
                <a:cubicBezTo>
                  <a:pt x="894927" y="1830020"/>
                  <a:pt x="892909" y="1829572"/>
                  <a:pt x="866146" y="1843412"/>
                </a:cubicBezTo>
                <a:cubicBezTo>
                  <a:pt x="839017" y="1857441"/>
                  <a:pt x="828424" y="1876425"/>
                  <a:pt x="847725" y="1876425"/>
                </a:cubicBezTo>
                <a:cubicBezTo>
                  <a:pt x="852963" y="1876425"/>
                  <a:pt x="857250" y="1880711"/>
                  <a:pt x="857250" y="1885950"/>
                </a:cubicBezTo>
                <a:cubicBezTo>
                  <a:pt x="857250" y="1891188"/>
                  <a:pt x="848677" y="1895475"/>
                  <a:pt x="838200" y="1895475"/>
                </a:cubicBezTo>
                <a:cubicBezTo>
                  <a:pt x="815022" y="1895475"/>
                  <a:pt x="815056" y="1897696"/>
                  <a:pt x="837454" y="1846679"/>
                </a:cubicBezTo>
                <a:cubicBezTo>
                  <a:pt x="858134" y="1799575"/>
                  <a:pt x="854764" y="1761922"/>
                  <a:pt x="827673" y="1737406"/>
                </a:cubicBezTo>
                <a:cubicBezTo>
                  <a:pt x="803407" y="1715445"/>
                  <a:pt x="804949" y="1704975"/>
                  <a:pt x="832450" y="1704975"/>
                </a:cubicBezTo>
                <a:cubicBezTo>
                  <a:pt x="846694" y="1704975"/>
                  <a:pt x="866494" y="1717750"/>
                  <a:pt x="885110" y="1738953"/>
                </a:cubicBezTo>
                <a:lnTo>
                  <a:pt x="914943" y="1772932"/>
                </a:lnTo>
                <a:lnTo>
                  <a:pt x="924921" y="1744311"/>
                </a:lnTo>
                <a:cubicBezTo>
                  <a:pt x="933906" y="1718536"/>
                  <a:pt x="940081" y="1715042"/>
                  <a:pt x="986997" y="1709180"/>
                </a:cubicBezTo>
                <a:cubicBezTo>
                  <a:pt x="1044352" y="1702014"/>
                  <a:pt x="1056610" y="1706634"/>
                  <a:pt x="1038416" y="1728557"/>
                </a:cubicBezTo>
                <a:cubicBezTo>
                  <a:pt x="1021063" y="1749465"/>
                  <a:pt x="1033721" y="1746517"/>
                  <a:pt x="1081487" y="1718524"/>
                </a:cubicBezTo>
                <a:cubicBezTo>
                  <a:pt x="1104528" y="1705021"/>
                  <a:pt x="1128079" y="1696877"/>
                  <a:pt x="1133821" y="1700426"/>
                </a:cubicBezTo>
                <a:cubicBezTo>
                  <a:pt x="1139564" y="1703976"/>
                  <a:pt x="1158749" y="1706880"/>
                  <a:pt x="1176454" y="1706880"/>
                </a:cubicBezTo>
                <a:cubicBezTo>
                  <a:pt x="1202493" y="1706880"/>
                  <a:pt x="1206469" y="1709276"/>
                  <a:pt x="1197254" y="1719418"/>
                </a:cubicBezTo>
                <a:cubicBezTo>
                  <a:pt x="1190305" y="1727067"/>
                  <a:pt x="1182333" y="1728553"/>
                  <a:pt x="1176813" y="1723228"/>
                </a:cubicBezTo>
                <a:cubicBezTo>
                  <a:pt x="1166632" y="1713407"/>
                  <a:pt x="1145843" y="1710993"/>
                  <a:pt x="1155617" y="1720767"/>
                </a:cubicBezTo>
                <a:cubicBezTo>
                  <a:pt x="1159064" y="1724214"/>
                  <a:pt x="1157338" y="1732512"/>
                  <a:pt x="1151782" y="1739207"/>
                </a:cubicBezTo>
                <a:cubicBezTo>
                  <a:pt x="1143896" y="1748708"/>
                  <a:pt x="1147746" y="1750612"/>
                  <a:pt x="1169327" y="1747880"/>
                </a:cubicBezTo>
                <a:cubicBezTo>
                  <a:pt x="1200879" y="1743887"/>
                  <a:pt x="1205385" y="1759502"/>
                  <a:pt x="1184313" y="1799814"/>
                </a:cubicBezTo>
                <a:cubicBezTo>
                  <a:pt x="1173416" y="1820661"/>
                  <a:pt x="1173771" y="1825608"/>
                  <a:pt x="1186855" y="1835310"/>
                </a:cubicBezTo>
                <a:cubicBezTo>
                  <a:pt x="1195216" y="1841509"/>
                  <a:pt x="1199232" y="1851153"/>
                  <a:pt x="1195779" y="1856741"/>
                </a:cubicBezTo>
                <a:cubicBezTo>
                  <a:pt x="1191971" y="1862901"/>
                  <a:pt x="1198873" y="1866900"/>
                  <a:pt x="1213313" y="1866900"/>
                </a:cubicBezTo>
                <a:cubicBezTo>
                  <a:pt x="1226410" y="1866900"/>
                  <a:pt x="1239774" y="1862613"/>
                  <a:pt x="1243012" y="1857375"/>
                </a:cubicBezTo>
                <a:cubicBezTo>
                  <a:pt x="1246250" y="1852136"/>
                  <a:pt x="1243999" y="1847850"/>
                  <a:pt x="1238011" y="1847850"/>
                </a:cubicBezTo>
                <a:cubicBezTo>
                  <a:pt x="1232023" y="1847850"/>
                  <a:pt x="1240343" y="1831159"/>
                  <a:pt x="1256499" y="1810760"/>
                </a:cubicBezTo>
                <a:cubicBezTo>
                  <a:pt x="1272656" y="1790361"/>
                  <a:pt x="1285875" y="1770899"/>
                  <a:pt x="1285875" y="1767512"/>
                </a:cubicBezTo>
                <a:cubicBezTo>
                  <a:pt x="1285875" y="1764125"/>
                  <a:pt x="1295253" y="1748668"/>
                  <a:pt x="1306716" y="1733164"/>
                </a:cubicBezTo>
                <a:cubicBezTo>
                  <a:pt x="1325609" y="1707610"/>
                  <a:pt x="1332680" y="1704975"/>
                  <a:pt x="1382354" y="1704975"/>
                </a:cubicBezTo>
                <a:cubicBezTo>
                  <a:pt x="1412492" y="1704975"/>
                  <a:pt x="1439331" y="1708503"/>
                  <a:pt x="1441996" y="1712815"/>
                </a:cubicBezTo>
                <a:cubicBezTo>
                  <a:pt x="1447609" y="1721897"/>
                  <a:pt x="1364103" y="1887267"/>
                  <a:pt x="1348630" y="1897710"/>
                </a:cubicBezTo>
                <a:cubicBezTo>
                  <a:pt x="1336883" y="1905639"/>
                  <a:pt x="1333305" y="1905530"/>
                  <a:pt x="1282408" y="1895702"/>
                </a:cubicBezTo>
                <a:close/>
                <a:moveTo>
                  <a:pt x="1614270" y="1885599"/>
                </a:moveTo>
                <a:cubicBezTo>
                  <a:pt x="1610934" y="1880201"/>
                  <a:pt x="1619244" y="1838247"/>
                  <a:pt x="1640141" y="1754981"/>
                </a:cubicBezTo>
                <a:cubicBezTo>
                  <a:pt x="1647562" y="1725409"/>
                  <a:pt x="1655101" y="1714500"/>
                  <a:pt x="1668112" y="1714500"/>
                </a:cubicBezTo>
                <a:cubicBezTo>
                  <a:pt x="1677909" y="1714500"/>
                  <a:pt x="1685925" y="1718786"/>
                  <a:pt x="1685925" y="1724025"/>
                </a:cubicBezTo>
                <a:cubicBezTo>
                  <a:pt x="1685925" y="1729263"/>
                  <a:pt x="1691997" y="1733550"/>
                  <a:pt x="1699418" y="1733550"/>
                </a:cubicBezTo>
                <a:cubicBezTo>
                  <a:pt x="1706840" y="1733550"/>
                  <a:pt x="1715074" y="1738907"/>
                  <a:pt x="1717716" y="1745456"/>
                </a:cubicBezTo>
                <a:cubicBezTo>
                  <a:pt x="1720359" y="1752004"/>
                  <a:pt x="1723197" y="1746646"/>
                  <a:pt x="1724025" y="1733550"/>
                </a:cubicBezTo>
                <a:cubicBezTo>
                  <a:pt x="1724852" y="1720453"/>
                  <a:pt x="1727690" y="1715095"/>
                  <a:pt x="1730333" y="1721643"/>
                </a:cubicBezTo>
                <a:cubicBezTo>
                  <a:pt x="1737664" y="1739812"/>
                  <a:pt x="1769761" y="1735825"/>
                  <a:pt x="1780699" y="1715387"/>
                </a:cubicBezTo>
                <a:cubicBezTo>
                  <a:pt x="1795940" y="1686910"/>
                  <a:pt x="1895475" y="1704160"/>
                  <a:pt x="1895475" y="1735278"/>
                </a:cubicBezTo>
                <a:cubicBezTo>
                  <a:pt x="1895475" y="1740184"/>
                  <a:pt x="1891554" y="1741776"/>
                  <a:pt x="1886763" y="1738815"/>
                </a:cubicBezTo>
                <a:cubicBezTo>
                  <a:pt x="1881972" y="1735854"/>
                  <a:pt x="1868763" y="1748459"/>
                  <a:pt x="1857411" y="1766828"/>
                </a:cubicBezTo>
                <a:cubicBezTo>
                  <a:pt x="1846059" y="1785196"/>
                  <a:pt x="1832376" y="1800225"/>
                  <a:pt x="1827004" y="1800225"/>
                </a:cubicBezTo>
                <a:cubicBezTo>
                  <a:pt x="1821632" y="1800225"/>
                  <a:pt x="1819583" y="1806340"/>
                  <a:pt x="1822452" y="1813816"/>
                </a:cubicBezTo>
                <a:cubicBezTo>
                  <a:pt x="1825320" y="1821291"/>
                  <a:pt x="1821493" y="1832531"/>
                  <a:pt x="1813946" y="1838794"/>
                </a:cubicBezTo>
                <a:cubicBezTo>
                  <a:pt x="1806399" y="1845058"/>
                  <a:pt x="1800159" y="1859301"/>
                  <a:pt x="1800079" y="1870447"/>
                </a:cubicBezTo>
                <a:cubicBezTo>
                  <a:pt x="1799959" y="1887085"/>
                  <a:pt x="1798254" y="1888155"/>
                  <a:pt x="1790554" y="1876425"/>
                </a:cubicBezTo>
                <a:cubicBezTo>
                  <a:pt x="1783909" y="1866302"/>
                  <a:pt x="1779092" y="1865285"/>
                  <a:pt x="1774031" y="1872937"/>
                </a:cubicBezTo>
                <a:cubicBezTo>
                  <a:pt x="1766701" y="1884017"/>
                  <a:pt x="1620456" y="1895608"/>
                  <a:pt x="1614270" y="1885599"/>
                </a:cubicBezTo>
                <a:close/>
                <a:moveTo>
                  <a:pt x="2053812" y="1888712"/>
                </a:moveTo>
                <a:cubicBezTo>
                  <a:pt x="2050092" y="1884992"/>
                  <a:pt x="2015510" y="1883124"/>
                  <a:pt x="1976963" y="1884559"/>
                </a:cubicBezTo>
                <a:cubicBezTo>
                  <a:pt x="1929645" y="1886321"/>
                  <a:pt x="1904547" y="1883399"/>
                  <a:pt x="1899704" y="1875563"/>
                </a:cubicBezTo>
                <a:cubicBezTo>
                  <a:pt x="1895702" y="1869087"/>
                  <a:pt x="1896499" y="1866408"/>
                  <a:pt x="1901507" y="1869503"/>
                </a:cubicBezTo>
                <a:cubicBezTo>
                  <a:pt x="1906443" y="1872554"/>
                  <a:pt x="1916285" y="1861941"/>
                  <a:pt x="1923378" y="1845918"/>
                </a:cubicBezTo>
                <a:cubicBezTo>
                  <a:pt x="1930470" y="1829895"/>
                  <a:pt x="1943652" y="1814856"/>
                  <a:pt x="1952670" y="1812497"/>
                </a:cubicBezTo>
                <a:cubicBezTo>
                  <a:pt x="1961688" y="1810139"/>
                  <a:pt x="1978527" y="1789268"/>
                  <a:pt x="1990089" y="1766117"/>
                </a:cubicBezTo>
                <a:cubicBezTo>
                  <a:pt x="2001651" y="1742966"/>
                  <a:pt x="2017240" y="1724025"/>
                  <a:pt x="2024730" y="1724025"/>
                </a:cubicBezTo>
                <a:cubicBezTo>
                  <a:pt x="2032221" y="1724025"/>
                  <a:pt x="2038350" y="1720111"/>
                  <a:pt x="2038350" y="1715328"/>
                </a:cubicBezTo>
                <a:cubicBezTo>
                  <a:pt x="2038350" y="1708222"/>
                  <a:pt x="2076043" y="1707025"/>
                  <a:pt x="2107161" y="1713143"/>
                </a:cubicBezTo>
                <a:cubicBezTo>
                  <a:pt x="2139085" y="1719420"/>
                  <a:pt x="2149989" y="1847753"/>
                  <a:pt x="2121641" y="1883568"/>
                </a:cubicBezTo>
                <a:cubicBezTo>
                  <a:pt x="2111530" y="1896342"/>
                  <a:pt x="2064973" y="1899873"/>
                  <a:pt x="2053812" y="1888712"/>
                </a:cubicBezTo>
                <a:close/>
                <a:moveTo>
                  <a:pt x="1523909" y="1785700"/>
                </a:moveTo>
                <a:cubicBezTo>
                  <a:pt x="1506319" y="1739435"/>
                  <a:pt x="1522976" y="1707394"/>
                  <a:pt x="1557692" y="1720716"/>
                </a:cubicBezTo>
                <a:cubicBezTo>
                  <a:pt x="1569404" y="1725210"/>
                  <a:pt x="1572591" y="1723769"/>
                  <a:pt x="1567862" y="1716118"/>
                </a:cubicBezTo>
                <a:cubicBezTo>
                  <a:pt x="1560559" y="1704301"/>
                  <a:pt x="1591933" y="1699883"/>
                  <a:pt x="1603193" y="1711143"/>
                </a:cubicBezTo>
                <a:cubicBezTo>
                  <a:pt x="1611954" y="1719904"/>
                  <a:pt x="1570492" y="1790635"/>
                  <a:pt x="1550245" y="1801471"/>
                </a:cubicBezTo>
                <a:cubicBezTo>
                  <a:pt x="1536664" y="1808740"/>
                  <a:pt x="1531492" y="1805643"/>
                  <a:pt x="1523909" y="1785700"/>
                </a:cubicBezTo>
                <a:close/>
                <a:moveTo>
                  <a:pt x="1958126" y="1589479"/>
                </a:moveTo>
                <a:cubicBezTo>
                  <a:pt x="1960690" y="1585329"/>
                  <a:pt x="1936923" y="1582829"/>
                  <a:pt x="1905308" y="1583923"/>
                </a:cubicBezTo>
                <a:cubicBezTo>
                  <a:pt x="1852732" y="1585742"/>
                  <a:pt x="1843269" y="1581853"/>
                  <a:pt x="1846684" y="1559830"/>
                </a:cubicBezTo>
                <a:cubicBezTo>
                  <a:pt x="1847284" y="1555963"/>
                  <a:pt x="1832419" y="1546383"/>
                  <a:pt x="1813652" y="1538541"/>
                </a:cubicBezTo>
                <a:cubicBezTo>
                  <a:pt x="1777448" y="1523414"/>
                  <a:pt x="1763418" y="1528991"/>
                  <a:pt x="1750270" y="1563737"/>
                </a:cubicBezTo>
                <a:cubicBezTo>
                  <a:pt x="1744982" y="1577710"/>
                  <a:pt x="1725643" y="1579644"/>
                  <a:pt x="1592450" y="1579519"/>
                </a:cubicBezTo>
                <a:lnTo>
                  <a:pt x="1440656" y="1579375"/>
                </a:lnTo>
                <a:lnTo>
                  <a:pt x="1440656" y="1556450"/>
                </a:lnTo>
                <a:cubicBezTo>
                  <a:pt x="1440656" y="1543841"/>
                  <a:pt x="1444272" y="1533525"/>
                  <a:pt x="1448691" y="1533525"/>
                </a:cubicBezTo>
                <a:cubicBezTo>
                  <a:pt x="1453111" y="1533525"/>
                  <a:pt x="1454192" y="1526920"/>
                  <a:pt x="1451095" y="1518847"/>
                </a:cubicBezTo>
                <a:cubicBezTo>
                  <a:pt x="1447997" y="1510775"/>
                  <a:pt x="1449203" y="1504853"/>
                  <a:pt x="1453775" y="1505688"/>
                </a:cubicBezTo>
                <a:cubicBezTo>
                  <a:pt x="1477419" y="1510004"/>
                  <a:pt x="1487548" y="1502053"/>
                  <a:pt x="1466850" y="1495425"/>
                </a:cubicBezTo>
                <a:cubicBezTo>
                  <a:pt x="1443358" y="1487901"/>
                  <a:pt x="1443333" y="1487786"/>
                  <a:pt x="1465030" y="1486849"/>
                </a:cubicBezTo>
                <a:cubicBezTo>
                  <a:pt x="1477127" y="1486327"/>
                  <a:pt x="1484375" y="1481613"/>
                  <a:pt x="1481137" y="1476375"/>
                </a:cubicBezTo>
                <a:cubicBezTo>
                  <a:pt x="1477899" y="1471136"/>
                  <a:pt x="1479789" y="1466850"/>
                  <a:pt x="1485337" y="1466850"/>
                </a:cubicBezTo>
                <a:cubicBezTo>
                  <a:pt x="1490885" y="1466850"/>
                  <a:pt x="1495425" y="1458802"/>
                  <a:pt x="1495425" y="1448966"/>
                </a:cubicBezTo>
                <a:cubicBezTo>
                  <a:pt x="1495425" y="1439130"/>
                  <a:pt x="1500782" y="1426667"/>
                  <a:pt x="1507331" y="1421271"/>
                </a:cubicBezTo>
                <a:cubicBezTo>
                  <a:pt x="1522612" y="1408679"/>
                  <a:pt x="1781509" y="1407645"/>
                  <a:pt x="1796536" y="1420116"/>
                </a:cubicBezTo>
                <a:cubicBezTo>
                  <a:pt x="1810167" y="1431429"/>
                  <a:pt x="1776367" y="1508989"/>
                  <a:pt x="1761744" y="1499952"/>
                </a:cubicBezTo>
                <a:cubicBezTo>
                  <a:pt x="1756715" y="1496843"/>
                  <a:pt x="1752600" y="1496639"/>
                  <a:pt x="1752600" y="1499497"/>
                </a:cubicBezTo>
                <a:cubicBezTo>
                  <a:pt x="1752600" y="1502355"/>
                  <a:pt x="1767743" y="1511021"/>
                  <a:pt x="1786251" y="1518754"/>
                </a:cubicBezTo>
                <a:cubicBezTo>
                  <a:pt x="1829510" y="1536829"/>
                  <a:pt x="1871641" y="1524111"/>
                  <a:pt x="1864095" y="1495255"/>
                </a:cubicBezTo>
                <a:cubicBezTo>
                  <a:pt x="1861380" y="1484871"/>
                  <a:pt x="1863757" y="1476375"/>
                  <a:pt x="1869379" y="1476375"/>
                </a:cubicBezTo>
                <a:cubicBezTo>
                  <a:pt x="1875000" y="1476375"/>
                  <a:pt x="1876893" y="1473668"/>
                  <a:pt x="1873585" y="1470360"/>
                </a:cubicBezTo>
                <a:cubicBezTo>
                  <a:pt x="1870276" y="1467051"/>
                  <a:pt x="1872616" y="1455264"/>
                  <a:pt x="1878783" y="1444166"/>
                </a:cubicBezTo>
                <a:cubicBezTo>
                  <a:pt x="1884951" y="1433067"/>
                  <a:pt x="1889059" y="1420693"/>
                  <a:pt x="1887914" y="1416666"/>
                </a:cubicBezTo>
                <a:cubicBezTo>
                  <a:pt x="1886769" y="1412639"/>
                  <a:pt x="1896300" y="1404575"/>
                  <a:pt x="1909095" y="1398745"/>
                </a:cubicBezTo>
                <a:cubicBezTo>
                  <a:pt x="1934614" y="1387118"/>
                  <a:pt x="1966855" y="1394380"/>
                  <a:pt x="1957429" y="1409632"/>
                </a:cubicBezTo>
                <a:cubicBezTo>
                  <a:pt x="1954168" y="1414908"/>
                  <a:pt x="1958436" y="1419225"/>
                  <a:pt x="1966912" y="1419225"/>
                </a:cubicBezTo>
                <a:cubicBezTo>
                  <a:pt x="1975388" y="1419225"/>
                  <a:pt x="1979976" y="1415426"/>
                  <a:pt x="1977106" y="1410782"/>
                </a:cubicBezTo>
                <a:cubicBezTo>
                  <a:pt x="1969547" y="1398551"/>
                  <a:pt x="2002195" y="1392188"/>
                  <a:pt x="2026458" y="1401163"/>
                </a:cubicBezTo>
                <a:cubicBezTo>
                  <a:pt x="2045591" y="1408241"/>
                  <a:pt x="2046174" y="1410799"/>
                  <a:pt x="2034000" y="1434264"/>
                </a:cubicBezTo>
                <a:cubicBezTo>
                  <a:pt x="2026744" y="1448251"/>
                  <a:pt x="2023069" y="1465591"/>
                  <a:pt x="2025835" y="1472797"/>
                </a:cubicBezTo>
                <a:cubicBezTo>
                  <a:pt x="2028600" y="1480003"/>
                  <a:pt x="2026118" y="1485900"/>
                  <a:pt x="2020319" y="1485900"/>
                </a:cubicBezTo>
                <a:cubicBezTo>
                  <a:pt x="2014519" y="1485900"/>
                  <a:pt x="2009775" y="1496413"/>
                  <a:pt x="2009775" y="1509264"/>
                </a:cubicBezTo>
                <a:cubicBezTo>
                  <a:pt x="2009775" y="1537298"/>
                  <a:pt x="1991068" y="1581150"/>
                  <a:pt x="1979108" y="1581150"/>
                </a:cubicBezTo>
                <a:cubicBezTo>
                  <a:pt x="1974401" y="1581150"/>
                  <a:pt x="1972758" y="1584721"/>
                  <a:pt x="1975456" y="1589087"/>
                </a:cubicBezTo>
                <a:cubicBezTo>
                  <a:pt x="1978154" y="1593453"/>
                  <a:pt x="1974309" y="1597025"/>
                  <a:pt x="1966912" y="1597025"/>
                </a:cubicBezTo>
                <a:cubicBezTo>
                  <a:pt x="1959515" y="1597025"/>
                  <a:pt x="1955561" y="1593629"/>
                  <a:pt x="1958126" y="1589479"/>
                </a:cubicBezTo>
                <a:close/>
                <a:moveTo>
                  <a:pt x="2264752" y="1593395"/>
                </a:moveTo>
                <a:cubicBezTo>
                  <a:pt x="2239521" y="1589563"/>
                  <a:pt x="2239197" y="1588749"/>
                  <a:pt x="2253941" y="1566247"/>
                </a:cubicBezTo>
                <a:cubicBezTo>
                  <a:pt x="2262301" y="1553488"/>
                  <a:pt x="2266504" y="1543050"/>
                  <a:pt x="2263282" y="1543050"/>
                </a:cubicBezTo>
                <a:cubicBezTo>
                  <a:pt x="2260061" y="1543050"/>
                  <a:pt x="2265997" y="1534477"/>
                  <a:pt x="2276475" y="1524000"/>
                </a:cubicBezTo>
                <a:cubicBezTo>
                  <a:pt x="2301077" y="1499397"/>
                  <a:pt x="2300698" y="1474663"/>
                  <a:pt x="2275478" y="1458913"/>
                </a:cubicBezTo>
                <a:cubicBezTo>
                  <a:pt x="2264452" y="1452027"/>
                  <a:pt x="2258049" y="1450630"/>
                  <a:pt x="2261250" y="1455808"/>
                </a:cubicBezTo>
                <a:cubicBezTo>
                  <a:pt x="2264450" y="1460986"/>
                  <a:pt x="2261898" y="1466946"/>
                  <a:pt x="2255579" y="1469052"/>
                </a:cubicBezTo>
                <a:cubicBezTo>
                  <a:pt x="2249260" y="1471159"/>
                  <a:pt x="2244090" y="1488670"/>
                  <a:pt x="2244090" y="1507966"/>
                </a:cubicBezTo>
                <a:cubicBezTo>
                  <a:pt x="2244090" y="1529902"/>
                  <a:pt x="2239575" y="1543050"/>
                  <a:pt x="2232042" y="1543050"/>
                </a:cubicBezTo>
                <a:cubicBezTo>
                  <a:pt x="2225416" y="1543050"/>
                  <a:pt x="2215407" y="1551622"/>
                  <a:pt x="2209800" y="1562100"/>
                </a:cubicBezTo>
                <a:cubicBezTo>
                  <a:pt x="2198588" y="1583049"/>
                  <a:pt x="2093102" y="1590863"/>
                  <a:pt x="2081212" y="1571625"/>
                </a:cubicBezTo>
                <a:cubicBezTo>
                  <a:pt x="2077974" y="1566386"/>
                  <a:pt x="2082261" y="1562100"/>
                  <a:pt x="2090737" y="1562100"/>
                </a:cubicBezTo>
                <a:cubicBezTo>
                  <a:pt x="2099213" y="1562100"/>
                  <a:pt x="2103500" y="1557813"/>
                  <a:pt x="2100262" y="1552575"/>
                </a:cubicBezTo>
                <a:cubicBezTo>
                  <a:pt x="2097024" y="1547336"/>
                  <a:pt x="2102129" y="1542984"/>
                  <a:pt x="2111606" y="1542904"/>
                </a:cubicBezTo>
                <a:cubicBezTo>
                  <a:pt x="2121259" y="1542822"/>
                  <a:pt x="2124648" y="1539680"/>
                  <a:pt x="2119312" y="1535760"/>
                </a:cubicBezTo>
                <a:cubicBezTo>
                  <a:pt x="2103813" y="1524373"/>
                  <a:pt x="2103766" y="1504835"/>
                  <a:pt x="2119224" y="1498903"/>
                </a:cubicBezTo>
                <a:cubicBezTo>
                  <a:pt x="2127130" y="1495869"/>
                  <a:pt x="2133600" y="1486817"/>
                  <a:pt x="2133600" y="1478787"/>
                </a:cubicBezTo>
                <a:cubicBezTo>
                  <a:pt x="2133600" y="1470757"/>
                  <a:pt x="2141100" y="1458493"/>
                  <a:pt x="2150268" y="1451534"/>
                </a:cubicBezTo>
                <a:cubicBezTo>
                  <a:pt x="2165899" y="1439668"/>
                  <a:pt x="2165751" y="1438852"/>
                  <a:pt x="2147887" y="1438432"/>
                </a:cubicBezTo>
                <a:cubicBezTo>
                  <a:pt x="2097589" y="1437247"/>
                  <a:pt x="2162700" y="1419503"/>
                  <a:pt x="2217835" y="1419370"/>
                </a:cubicBezTo>
                <a:cubicBezTo>
                  <a:pt x="2270314" y="1419244"/>
                  <a:pt x="2278913" y="1421729"/>
                  <a:pt x="2283240" y="1438275"/>
                </a:cubicBezTo>
                <a:cubicBezTo>
                  <a:pt x="2285987" y="1448779"/>
                  <a:pt x="2296232" y="1457325"/>
                  <a:pt x="2306080" y="1457325"/>
                </a:cubicBezTo>
                <a:cubicBezTo>
                  <a:pt x="2315902" y="1457325"/>
                  <a:pt x="2329292" y="1448752"/>
                  <a:pt x="2335835" y="1438275"/>
                </a:cubicBezTo>
                <a:cubicBezTo>
                  <a:pt x="2342972" y="1426847"/>
                  <a:pt x="2357296" y="1419604"/>
                  <a:pt x="2371634" y="1420174"/>
                </a:cubicBezTo>
                <a:lnTo>
                  <a:pt x="2395537" y="1421123"/>
                </a:lnTo>
                <a:lnTo>
                  <a:pt x="2371725" y="1428750"/>
                </a:lnTo>
                <a:cubicBezTo>
                  <a:pt x="2350473" y="1435555"/>
                  <a:pt x="2351753" y="1436478"/>
                  <a:pt x="2383631" y="1437325"/>
                </a:cubicBezTo>
                <a:cubicBezTo>
                  <a:pt x="2403276" y="1437847"/>
                  <a:pt x="2419350" y="1440533"/>
                  <a:pt x="2419350" y="1443293"/>
                </a:cubicBezTo>
                <a:cubicBezTo>
                  <a:pt x="2419350" y="1452806"/>
                  <a:pt x="2303489" y="1600197"/>
                  <a:pt x="2297131" y="1598772"/>
                </a:cubicBezTo>
                <a:cubicBezTo>
                  <a:pt x="2293628" y="1597987"/>
                  <a:pt x="2279057" y="1595568"/>
                  <a:pt x="2264752" y="1593395"/>
                </a:cubicBezTo>
                <a:close/>
                <a:moveTo>
                  <a:pt x="809768" y="1568352"/>
                </a:moveTo>
                <a:cubicBezTo>
                  <a:pt x="809951" y="1554284"/>
                  <a:pt x="831057" y="1494627"/>
                  <a:pt x="841796" y="1477824"/>
                </a:cubicBezTo>
                <a:cubicBezTo>
                  <a:pt x="846308" y="1470764"/>
                  <a:pt x="869782" y="1452442"/>
                  <a:pt x="893959" y="1437109"/>
                </a:cubicBezTo>
                <a:cubicBezTo>
                  <a:pt x="972232" y="1387470"/>
                  <a:pt x="1047750" y="1379120"/>
                  <a:pt x="1047750" y="1420104"/>
                </a:cubicBezTo>
                <a:cubicBezTo>
                  <a:pt x="1047750" y="1433203"/>
                  <a:pt x="1056252" y="1440451"/>
                  <a:pt x="1076325" y="1444466"/>
                </a:cubicBezTo>
                <a:cubicBezTo>
                  <a:pt x="1109919" y="1451185"/>
                  <a:pt x="1111960" y="1457858"/>
                  <a:pt x="1085480" y="1474395"/>
                </a:cubicBezTo>
                <a:cubicBezTo>
                  <a:pt x="1074799" y="1481065"/>
                  <a:pt x="1068623" y="1490669"/>
                  <a:pt x="1071755" y="1495736"/>
                </a:cubicBezTo>
                <a:cubicBezTo>
                  <a:pt x="1074886" y="1500803"/>
                  <a:pt x="1072759" y="1504950"/>
                  <a:pt x="1067027" y="1504950"/>
                </a:cubicBezTo>
                <a:cubicBezTo>
                  <a:pt x="1059934" y="1504950"/>
                  <a:pt x="1059542" y="1510438"/>
                  <a:pt x="1065800" y="1522131"/>
                </a:cubicBezTo>
                <a:cubicBezTo>
                  <a:pt x="1083631" y="1555449"/>
                  <a:pt x="1063517" y="1566481"/>
                  <a:pt x="986183" y="1565802"/>
                </a:cubicBezTo>
                <a:cubicBezTo>
                  <a:pt x="925981" y="1565273"/>
                  <a:pt x="910529" y="1561784"/>
                  <a:pt x="892221" y="1544584"/>
                </a:cubicBezTo>
                <a:cubicBezTo>
                  <a:pt x="866939" y="1520833"/>
                  <a:pt x="854277" y="1518915"/>
                  <a:pt x="839592" y="1536609"/>
                </a:cubicBezTo>
                <a:cubicBezTo>
                  <a:pt x="832333" y="1545356"/>
                  <a:pt x="832168" y="1552258"/>
                  <a:pt x="839056" y="1559146"/>
                </a:cubicBezTo>
                <a:cubicBezTo>
                  <a:pt x="845943" y="1566033"/>
                  <a:pt x="842956" y="1570650"/>
                  <a:pt x="829304" y="1574220"/>
                </a:cubicBezTo>
                <a:cubicBezTo>
                  <a:pt x="817761" y="1577238"/>
                  <a:pt x="809684" y="1574812"/>
                  <a:pt x="809768" y="1568352"/>
                </a:cubicBezTo>
                <a:close/>
                <a:moveTo>
                  <a:pt x="1197341" y="1563537"/>
                </a:moveTo>
                <a:cubicBezTo>
                  <a:pt x="1182336" y="1557613"/>
                  <a:pt x="1183879" y="1554102"/>
                  <a:pt x="1209956" y="1534822"/>
                </a:cubicBezTo>
                <a:cubicBezTo>
                  <a:pt x="1227117" y="1522135"/>
                  <a:pt x="1237531" y="1507292"/>
                  <a:pt x="1234612" y="1499683"/>
                </a:cubicBezTo>
                <a:cubicBezTo>
                  <a:pt x="1231831" y="1492438"/>
                  <a:pt x="1234305" y="1483575"/>
                  <a:pt x="1240108" y="1479988"/>
                </a:cubicBezTo>
                <a:cubicBezTo>
                  <a:pt x="1247111" y="1475660"/>
                  <a:pt x="1244756" y="1469150"/>
                  <a:pt x="1233109" y="1460633"/>
                </a:cubicBezTo>
                <a:cubicBezTo>
                  <a:pt x="1216116" y="1448207"/>
                  <a:pt x="1216146" y="1447351"/>
                  <a:pt x="1234048" y="1433693"/>
                </a:cubicBezTo>
                <a:cubicBezTo>
                  <a:pt x="1249425" y="1421961"/>
                  <a:pt x="1250267" y="1418095"/>
                  <a:pt x="1239052" y="1410724"/>
                </a:cubicBezTo>
                <a:cubicBezTo>
                  <a:pt x="1229915" y="1404719"/>
                  <a:pt x="1247965" y="1400822"/>
                  <a:pt x="1295031" y="1398637"/>
                </a:cubicBezTo>
                <a:cubicBezTo>
                  <a:pt x="1357386" y="1395742"/>
                  <a:pt x="1365218" y="1397361"/>
                  <a:pt x="1371558" y="1414462"/>
                </a:cubicBezTo>
                <a:cubicBezTo>
                  <a:pt x="1376702" y="1428335"/>
                  <a:pt x="1372251" y="1439434"/>
                  <a:pt x="1355180" y="1455304"/>
                </a:cubicBezTo>
                <a:cubicBezTo>
                  <a:pt x="1342287" y="1467290"/>
                  <a:pt x="1334037" y="1483087"/>
                  <a:pt x="1336846" y="1490408"/>
                </a:cubicBezTo>
                <a:cubicBezTo>
                  <a:pt x="1339656" y="1497729"/>
                  <a:pt x="1336837" y="1505800"/>
                  <a:pt x="1330583" y="1508345"/>
                </a:cubicBezTo>
                <a:cubicBezTo>
                  <a:pt x="1322100" y="1511796"/>
                  <a:pt x="1322051" y="1513162"/>
                  <a:pt x="1330388" y="1513723"/>
                </a:cubicBezTo>
                <a:cubicBezTo>
                  <a:pt x="1338322" y="1514256"/>
                  <a:pt x="1337429" y="1522764"/>
                  <a:pt x="1327309" y="1543050"/>
                </a:cubicBezTo>
                <a:cubicBezTo>
                  <a:pt x="1314139" y="1569449"/>
                  <a:pt x="1309301" y="1571574"/>
                  <a:pt x="1263746" y="1570955"/>
                </a:cubicBezTo>
                <a:cubicBezTo>
                  <a:pt x="1236626" y="1570587"/>
                  <a:pt x="1206744" y="1567249"/>
                  <a:pt x="1197341" y="1563537"/>
                </a:cubicBezTo>
                <a:close/>
                <a:moveTo>
                  <a:pt x="1343025" y="1304298"/>
                </a:moveTo>
                <a:cubicBezTo>
                  <a:pt x="1343025" y="1298715"/>
                  <a:pt x="1347610" y="1285578"/>
                  <a:pt x="1353215" y="1275105"/>
                </a:cubicBezTo>
                <a:cubicBezTo>
                  <a:pt x="1358820" y="1264632"/>
                  <a:pt x="1365200" y="1246697"/>
                  <a:pt x="1367392" y="1235250"/>
                </a:cubicBezTo>
                <a:cubicBezTo>
                  <a:pt x="1369584" y="1223803"/>
                  <a:pt x="1378676" y="1209079"/>
                  <a:pt x="1387596" y="1202531"/>
                </a:cubicBezTo>
                <a:cubicBezTo>
                  <a:pt x="1401589" y="1192259"/>
                  <a:pt x="1401765" y="1190625"/>
                  <a:pt x="1388874" y="1190625"/>
                </a:cubicBezTo>
                <a:cubicBezTo>
                  <a:pt x="1380656" y="1190625"/>
                  <a:pt x="1368596" y="1197054"/>
                  <a:pt x="1362075" y="1204912"/>
                </a:cubicBezTo>
                <a:cubicBezTo>
                  <a:pt x="1355553" y="1212770"/>
                  <a:pt x="1353839" y="1219200"/>
                  <a:pt x="1358265" y="1219200"/>
                </a:cubicBezTo>
                <a:cubicBezTo>
                  <a:pt x="1362692" y="1219200"/>
                  <a:pt x="1356787" y="1225872"/>
                  <a:pt x="1345144" y="1234027"/>
                </a:cubicBezTo>
                <a:cubicBezTo>
                  <a:pt x="1333501" y="1242182"/>
                  <a:pt x="1323975" y="1253077"/>
                  <a:pt x="1323975" y="1258238"/>
                </a:cubicBezTo>
                <a:cubicBezTo>
                  <a:pt x="1323975" y="1291607"/>
                  <a:pt x="1287199" y="1307286"/>
                  <a:pt x="1224644" y="1300587"/>
                </a:cubicBezTo>
                <a:cubicBezTo>
                  <a:pt x="1150544" y="1292651"/>
                  <a:pt x="1147770" y="1289701"/>
                  <a:pt x="1171956" y="1244574"/>
                </a:cubicBezTo>
                <a:cubicBezTo>
                  <a:pt x="1182224" y="1225417"/>
                  <a:pt x="1190625" y="1203299"/>
                  <a:pt x="1190625" y="1195422"/>
                </a:cubicBezTo>
                <a:cubicBezTo>
                  <a:pt x="1190625" y="1187544"/>
                  <a:pt x="1194776" y="1181100"/>
                  <a:pt x="1199851" y="1181100"/>
                </a:cubicBezTo>
                <a:cubicBezTo>
                  <a:pt x="1204925" y="1181100"/>
                  <a:pt x="1206776" y="1175104"/>
                  <a:pt x="1203964" y="1167775"/>
                </a:cubicBezTo>
                <a:cubicBezTo>
                  <a:pt x="1195051" y="1144549"/>
                  <a:pt x="1217111" y="1141398"/>
                  <a:pt x="1307446" y="1152993"/>
                </a:cubicBezTo>
                <a:cubicBezTo>
                  <a:pt x="1372519" y="1161346"/>
                  <a:pt x="1404088" y="1161536"/>
                  <a:pt x="1428750" y="1153723"/>
                </a:cubicBezTo>
                <a:cubicBezTo>
                  <a:pt x="1455204" y="1145342"/>
                  <a:pt x="1456632" y="1143864"/>
                  <a:pt x="1435666" y="1146565"/>
                </a:cubicBezTo>
                <a:cubicBezTo>
                  <a:pt x="1421134" y="1148438"/>
                  <a:pt x="1406951" y="1146258"/>
                  <a:pt x="1404148" y="1141722"/>
                </a:cubicBezTo>
                <a:cubicBezTo>
                  <a:pt x="1401344" y="1137186"/>
                  <a:pt x="1419663" y="1133540"/>
                  <a:pt x="1444856" y="1133620"/>
                </a:cubicBezTo>
                <a:cubicBezTo>
                  <a:pt x="1477942" y="1133726"/>
                  <a:pt x="1486694" y="1136330"/>
                  <a:pt x="1476375" y="1143000"/>
                </a:cubicBezTo>
                <a:cubicBezTo>
                  <a:pt x="1464880" y="1150428"/>
                  <a:pt x="1466386" y="1152261"/>
                  <a:pt x="1484080" y="1152379"/>
                </a:cubicBezTo>
                <a:cubicBezTo>
                  <a:pt x="1497350" y="1152467"/>
                  <a:pt x="1503566" y="1148467"/>
                  <a:pt x="1499752" y="1142296"/>
                </a:cubicBezTo>
                <a:cubicBezTo>
                  <a:pt x="1496263" y="1136651"/>
                  <a:pt x="1502136" y="1137505"/>
                  <a:pt x="1512862" y="1144203"/>
                </a:cubicBezTo>
                <a:cubicBezTo>
                  <a:pt x="1523549" y="1150877"/>
                  <a:pt x="1530451" y="1159317"/>
                  <a:pt x="1528201" y="1162958"/>
                </a:cubicBezTo>
                <a:cubicBezTo>
                  <a:pt x="1525950" y="1166599"/>
                  <a:pt x="1531065" y="1172248"/>
                  <a:pt x="1539567" y="1175510"/>
                </a:cubicBezTo>
                <a:cubicBezTo>
                  <a:pt x="1552521" y="1180481"/>
                  <a:pt x="1554082" y="1176402"/>
                  <a:pt x="1549205" y="1150314"/>
                </a:cubicBezTo>
                <a:cubicBezTo>
                  <a:pt x="1543661" y="1120658"/>
                  <a:pt x="1544090" y="1120088"/>
                  <a:pt x="1558290" y="1138237"/>
                </a:cubicBezTo>
                <a:cubicBezTo>
                  <a:pt x="1566487" y="1148715"/>
                  <a:pt x="1590034" y="1190505"/>
                  <a:pt x="1610616" y="1231106"/>
                </a:cubicBezTo>
                <a:lnTo>
                  <a:pt x="1648037" y="1304925"/>
                </a:lnTo>
                <a:lnTo>
                  <a:pt x="1600306" y="1304925"/>
                </a:lnTo>
                <a:cubicBezTo>
                  <a:pt x="1560205" y="1304925"/>
                  <a:pt x="1552575" y="1302106"/>
                  <a:pt x="1552575" y="1287293"/>
                </a:cubicBezTo>
                <a:cubicBezTo>
                  <a:pt x="1552575" y="1277596"/>
                  <a:pt x="1542728" y="1250807"/>
                  <a:pt x="1530692" y="1227762"/>
                </a:cubicBezTo>
                <a:cubicBezTo>
                  <a:pt x="1518657" y="1204717"/>
                  <a:pt x="1510399" y="1178361"/>
                  <a:pt x="1512341" y="1169193"/>
                </a:cubicBezTo>
                <a:cubicBezTo>
                  <a:pt x="1517274" y="1145900"/>
                  <a:pt x="1509977" y="1148252"/>
                  <a:pt x="1476854" y="1180631"/>
                </a:cubicBezTo>
                <a:cubicBezTo>
                  <a:pt x="1461040" y="1196089"/>
                  <a:pt x="1452320" y="1211344"/>
                  <a:pt x="1457476" y="1214530"/>
                </a:cubicBezTo>
                <a:cubicBezTo>
                  <a:pt x="1477040" y="1226622"/>
                  <a:pt x="1468109" y="1249119"/>
                  <a:pt x="1448014" y="1238364"/>
                </a:cubicBezTo>
                <a:cubicBezTo>
                  <a:pt x="1432647" y="1230140"/>
                  <a:pt x="1430203" y="1230955"/>
                  <a:pt x="1434745" y="1242792"/>
                </a:cubicBezTo>
                <a:cubicBezTo>
                  <a:pt x="1439805" y="1255977"/>
                  <a:pt x="1428738" y="1262035"/>
                  <a:pt x="1406610" y="1258191"/>
                </a:cubicBezTo>
                <a:cubicBezTo>
                  <a:pt x="1402292" y="1257441"/>
                  <a:pt x="1401473" y="1261220"/>
                  <a:pt x="1404791" y="1266589"/>
                </a:cubicBezTo>
                <a:cubicBezTo>
                  <a:pt x="1408109" y="1271957"/>
                  <a:pt x="1404141" y="1276350"/>
                  <a:pt x="1395974" y="1276350"/>
                </a:cubicBezTo>
                <a:cubicBezTo>
                  <a:pt x="1379340" y="1276350"/>
                  <a:pt x="1376035" y="1291130"/>
                  <a:pt x="1390650" y="1300162"/>
                </a:cubicBezTo>
                <a:cubicBezTo>
                  <a:pt x="1395888" y="1303400"/>
                  <a:pt x="1400175" y="1301257"/>
                  <a:pt x="1400175" y="1295400"/>
                </a:cubicBezTo>
                <a:cubicBezTo>
                  <a:pt x="1400175" y="1289542"/>
                  <a:pt x="1404531" y="1287442"/>
                  <a:pt x="1409855" y="1290733"/>
                </a:cubicBezTo>
                <a:cubicBezTo>
                  <a:pt x="1415179" y="1294024"/>
                  <a:pt x="1417069" y="1300706"/>
                  <a:pt x="1414055" y="1305583"/>
                </a:cubicBezTo>
                <a:cubicBezTo>
                  <a:pt x="1406438" y="1317907"/>
                  <a:pt x="1343025" y="1316761"/>
                  <a:pt x="1343025" y="1304298"/>
                </a:cubicBezTo>
                <a:close/>
                <a:moveTo>
                  <a:pt x="2450306" y="1292502"/>
                </a:moveTo>
                <a:cubicBezTo>
                  <a:pt x="2459474" y="1285082"/>
                  <a:pt x="2466975" y="1271983"/>
                  <a:pt x="2466975" y="1263393"/>
                </a:cubicBezTo>
                <a:cubicBezTo>
                  <a:pt x="2466975" y="1236998"/>
                  <a:pt x="2403935" y="1242870"/>
                  <a:pt x="2377162" y="1271759"/>
                </a:cubicBezTo>
                <a:cubicBezTo>
                  <a:pt x="2356147" y="1294434"/>
                  <a:pt x="2351249" y="1295400"/>
                  <a:pt x="2287397" y="1289466"/>
                </a:cubicBezTo>
                <a:cubicBezTo>
                  <a:pt x="2250252" y="1286013"/>
                  <a:pt x="2222136" y="1279507"/>
                  <a:pt x="2224917" y="1275007"/>
                </a:cubicBezTo>
                <a:cubicBezTo>
                  <a:pt x="2227698" y="1270506"/>
                  <a:pt x="2224363" y="1266694"/>
                  <a:pt x="2217505" y="1266535"/>
                </a:cubicBezTo>
                <a:cubicBezTo>
                  <a:pt x="2209904" y="1266358"/>
                  <a:pt x="2211621" y="1262412"/>
                  <a:pt x="2221906" y="1256424"/>
                </a:cubicBezTo>
                <a:cubicBezTo>
                  <a:pt x="2231184" y="1251023"/>
                  <a:pt x="2236289" y="1242581"/>
                  <a:pt x="2233250" y="1237664"/>
                </a:cubicBezTo>
                <a:cubicBezTo>
                  <a:pt x="2230211" y="1232747"/>
                  <a:pt x="2231885" y="1228725"/>
                  <a:pt x="2236970" y="1228725"/>
                </a:cubicBezTo>
                <a:cubicBezTo>
                  <a:pt x="2242054" y="1228725"/>
                  <a:pt x="2245057" y="1221224"/>
                  <a:pt x="2243643" y="1212056"/>
                </a:cubicBezTo>
                <a:cubicBezTo>
                  <a:pt x="2242230" y="1202888"/>
                  <a:pt x="2244897" y="1192901"/>
                  <a:pt x="2249571" y="1189863"/>
                </a:cubicBezTo>
                <a:cubicBezTo>
                  <a:pt x="2263012" y="1181127"/>
                  <a:pt x="2247591" y="1152525"/>
                  <a:pt x="2229440" y="1152525"/>
                </a:cubicBezTo>
                <a:cubicBezTo>
                  <a:pt x="2212324" y="1152525"/>
                  <a:pt x="2195839" y="1178510"/>
                  <a:pt x="2187142" y="1219200"/>
                </a:cubicBezTo>
                <a:cubicBezTo>
                  <a:pt x="2184342" y="1232296"/>
                  <a:pt x="2175573" y="1251585"/>
                  <a:pt x="2167654" y="1262062"/>
                </a:cubicBezTo>
                <a:cubicBezTo>
                  <a:pt x="2153527" y="1280752"/>
                  <a:pt x="2153250" y="1280674"/>
                  <a:pt x="2152952" y="1257926"/>
                </a:cubicBezTo>
                <a:cubicBezTo>
                  <a:pt x="2152786" y="1245173"/>
                  <a:pt x="2161713" y="1216017"/>
                  <a:pt x="2172790" y="1193135"/>
                </a:cubicBezTo>
                <a:cubicBezTo>
                  <a:pt x="2212442" y="1111224"/>
                  <a:pt x="2161915" y="1139044"/>
                  <a:pt x="2112476" y="1226343"/>
                </a:cubicBezTo>
                <a:cubicBezTo>
                  <a:pt x="2096875" y="1253891"/>
                  <a:pt x="2077078" y="1276652"/>
                  <a:pt x="2068397" y="1277022"/>
                </a:cubicBezTo>
                <a:cubicBezTo>
                  <a:pt x="1953173" y="1281942"/>
                  <a:pt x="1912158" y="1282276"/>
                  <a:pt x="1923879" y="1278198"/>
                </a:cubicBezTo>
                <a:cubicBezTo>
                  <a:pt x="1931644" y="1275498"/>
                  <a:pt x="1943579" y="1267706"/>
                  <a:pt x="1950402" y="1260883"/>
                </a:cubicBezTo>
                <a:cubicBezTo>
                  <a:pt x="1966976" y="1244309"/>
                  <a:pt x="2137709" y="1148802"/>
                  <a:pt x="2196402" y="1123273"/>
                </a:cubicBezTo>
                <a:cubicBezTo>
                  <a:pt x="2241386" y="1103706"/>
                  <a:pt x="2326115" y="1101752"/>
                  <a:pt x="2405062" y="1118460"/>
                </a:cubicBezTo>
                <a:cubicBezTo>
                  <a:pt x="2415540" y="1120678"/>
                  <a:pt x="2431613" y="1122820"/>
                  <a:pt x="2440781" y="1123221"/>
                </a:cubicBezTo>
                <a:cubicBezTo>
                  <a:pt x="2450604" y="1123650"/>
                  <a:pt x="2457450" y="1131446"/>
                  <a:pt x="2457450" y="1142206"/>
                </a:cubicBezTo>
                <a:cubicBezTo>
                  <a:pt x="2457450" y="1152247"/>
                  <a:pt x="2462767" y="1162234"/>
                  <a:pt x="2469265" y="1164401"/>
                </a:cubicBezTo>
                <a:cubicBezTo>
                  <a:pt x="2475764" y="1166567"/>
                  <a:pt x="2468263" y="1174465"/>
                  <a:pt x="2452596" y="1181952"/>
                </a:cubicBezTo>
                <a:cubicBezTo>
                  <a:pt x="2412342" y="1201191"/>
                  <a:pt x="2407737" y="1238250"/>
                  <a:pt x="2445602" y="1238250"/>
                </a:cubicBezTo>
                <a:cubicBezTo>
                  <a:pt x="2474950" y="1238250"/>
                  <a:pt x="2529138" y="1191521"/>
                  <a:pt x="2508416" y="1184082"/>
                </a:cubicBezTo>
                <a:cubicBezTo>
                  <a:pt x="2502202" y="1181851"/>
                  <a:pt x="2511547" y="1166480"/>
                  <a:pt x="2530031" y="1148528"/>
                </a:cubicBezTo>
                <a:cubicBezTo>
                  <a:pt x="2557546" y="1121806"/>
                  <a:pt x="2569946" y="1116739"/>
                  <a:pt x="2610034" y="1115836"/>
                </a:cubicBezTo>
                <a:cubicBezTo>
                  <a:pt x="2670179" y="1114481"/>
                  <a:pt x="2670493" y="1122555"/>
                  <a:pt x="2613565" y="1206691"/>
                </a:cubicBezTo>
                <a:cubicBezTo>
                  <a:pt x="2554444" y="1294066"/>
                  <a:pt x="2555807" y="1293032"/>
                  <a:pt x="2490787" y="1299929"/>
                </a:cubicBezTo>
                <a:cubicBezTo>
                  <a:pt x="2440540" y="1305260"/>
                  <a:pt x="2435651" y="1304362"/>
                  <a:pt x="2450306" y="1292502"/>
                </a:cubicBezTo>
                <a:close/>
                <a:moveTo>
                  <a:pt x="1693653" y="1275978"/>
                </a:moveTo>
                <a:cubicBezTo>
                  <a:pt x="1705119" y="1265297"/>
                  <a:pt x="1714500" y="1252287"/>
                  <a:pt x="1714500" y="1247068"/>
                </a:cubicBezTo>
                <a:cubicBezTo>
                  <a:pt x="1714500" y="1241100"/>
                  <a:pt x="1721793" y="1241482"/>
                  <a:pt x="1734158" y="1248100"/>
                </a:cubicBezTo>
                <a:cubicBezTo>
                  <a:pt x="1748755" y="1255912"/>
                  <a:pt x="1757953" y="1255679"/>
                  <a:pt x="1769877" y="1247193"/>
                </a:cubicBezTo>
                <a:cubicBezTo>
                  <a:pt x="1778710" y="1240908"/>
                  <a:pt x="1771939" y="1249183"/>
                  <a:pt x="1754830" y="1265582"/>
                </a:cubicBezTo>
                <a:cubicBezTo>
                  <a:pt x="1735833" y="1283793"/>
                  <a:pt x="1713814" y="1295400"/>
                  <a:pt x="1698266" y="1295400"/>
                </a:cubicBezTo>
                <a:lnTo>
                  <a:pt x="1672807" y="1295400"/>
                </a:lnTo>
                <a:lnTo>
                  <a:pt x="1693653" y="1275978"/>
                </a:lnTo>
                <a:close/>
                <a:moveTo>
                  <a:pt x="884053" y="1278805"/>
                </a:moveTo>
                <a:cubicBezTo>
                  <a:pt x="800982" y="1275134"/>
                  <a:pt x="799313" y="1273196"/>
                  <a:pt x="785577" y="1164431"/>
                </a:cubicBezTo>
                <a:lnTo>
                  <a:pt x="779262" y="1114425"/>
                </a:lnTo>
                <a:lnTo>
                  <a:pt x="821999" y="1114425"/>
                </a:lnTo>
                <a:cubicBezTo>
                  <a:pt x="853890" y="1114425"/>
                  <a:pt x="866376" y="1118655"/>
                  <a:pt x="871198" y="1131093"/>
                </a:cubicBezTo>
                <a:cubicBezTo>
                  <a:pt x="877352" y="1146968"/>
                  <a:pt x="878245" y="1146968"/>
                  <a:pt x="889936" y="1131093"/>
                </a:cubicBezTo>
                <a:cubicBezTo>
                  <a:pt x="898090" y="1120022"/>
                  <a:pt x="915061" y="1114425"/>
                  <a:pt x="940477" y="1114425"/>
                </a:cubicBezTo>
                <a:cubicBezTo>
                  <a:pt x="976736" y="1114425"/>
                  <a:pt x="1007263" y="1132686"/>
                  <a:pt x="993692" y="1146257"/>
                </a:cubicBezTo>
                <a:cubicBezTo>
                  <a:pt x="990245" y="1149704"/>
                  <a:pt x="991657" y="1152525"/>
                  <a:pt x="996829" y="1152525"/>
                </a:cubicBezTo>
                <a:cubicBezTo>
                  <a:pt x="1002633" y="1152525"/>
                  <a:pt x="1003792" y="1171564"/>
                  <a:pt x="999856" y="1202243"/>
                </a:cubicBezTo>
                <a:cubicBezTo>
                  <a:pt x="996348" y="1229588"/>
                  <a:pt x="995473" y="1259591"/>
                  <a:pt x="997912" y="1268918"/>
                </a:cubicBezTo>
                <a:cubicBezTo>
                  <a:pt x="1001327" y="1281977"/>
                  <a:pt x="997165" y="1285434"/>
                  <a:pt x="979804" y="1283958"/>
                </a:cubicBezTo>
                <a:cubicBezTo>
                  <a:pt x="967406" y="1282903"/>
                  <a:pt x="924318" y="1280585"/>
                  <a:pt x="884053" y="1278805"/>
                </a:cubicBezTo>
                <a:close/>
                <a:moveTo>
                  <a:pt x="1563025" y="1204684"/>
                </a:moveTo>
                <a:cubicBezTo>
                  <a:pt x="1556380" y="1181438"/>
                  <a:pt x="1553674" y="1179326"/>
                  <a:pt x="1547988" y="1192951"/>
                </a:cubicBezTo>
                <a:cubicBezTo>
                  <a:pt x="1544174" y="1202089"/>
                  <a:pt x="1536772" y="1206919"/>
                  <a:pt x="1531538" y="1203685"/>
                </a:cubicBezTo>
                <a:cubicBezTo>
                  <a:pt x="1526305" y="1200450"/>
                  <a:pt x="1529535" y="1209267"/>
                  <a:pt x="1538715" y="1223278"/>
                </a:cubicBezTo>
                <a:cubicBezTo>
                  <a:pt x="1559215" y="1254565"/>
                  <a:pt x="1574042" y="1243224"/>
                  <a:pt x="1563025" y="1204684"/>
                </a:cubicBezTo>
                <a:close/>
                <a:moveTo>
                  <a:pt x="895350" y="1219200"/>
                </a:moveTo>
                <a:cubicBezTo>
                  <a:pt x="906507" y="1198351"/>
                  <a:pt x="897934" y="1174432"/>
                  <a:pt x="871415" y="1152423"/>
                </a:cubicBezTo>
                <a:cubicBezTo>
                  <a:pt x="857469" y="1140849"/>
                  <a:pt x="856420" y="1143707"/>
                  <a:pt x="860636" y="1181781"/>
                </a:cubicBezTo>
                <a:cubicBezTo>
                  <a:pt x="863205" y="1204981"/>
                  <a:pt x="865637" y="1227177"/>
                  <a:pt x="866041" y="1231106"/>
                </a:cubicBezTo>
                <a:cubicBezTo>
                  <a:pt x="867484" y="1245158"/>
                  <a:pt x="885338" y="1237905"/>
                  <a:pt x="895350" y="1219200"/>
                </a:cubicBezTo>
                <a:close/>
                <a:moveTo>
                  <a:pt x="1804389" y="1197017"/>
                </a:moveTo>
                <a:cubicBezTo>
                  <a:pt x="1819059" y="1177785"/>
                  <a:pt x="1832987" y="1162050"/>
                  <a:pt x="1835341" y="1162050"/>
                </a:cubicBezTo>
                <a:cubicBezTo>
                  <a:pt x="1841958" y="1162050"/>
                  <a:pt x="1800722" y="1217768"/>
                  <a:pt x="1788528" y="1225304"/>
                </a:cubicBezTo>
                <a:cubicBezTo>
                  <a:pt x="1782583" y="1228979"/>
                  <a:pt x="1789720" y="1216249"/>
                  <a:pt x="1804389" y="1197017"/>
                </a:cubicBezTo>
                <a:close/>
                <a:moveTo>
                  <a:pt x="1450312" y="1174395"/>
                </a:moveTo>
                <a:cubicBezTo>
                  <a:pt x="1438597" y="1172134"/>
                  <a:pt x="1417165" y="1172075"/>
                  <a:pt x="1402687" y="1174265"/>
                </a:cubicBezTo>
                <a:cubicBezTo>
                  <a:pt x="1388208" y="1176454"/>
                  <a:pt x="1397793" y="1178304"/>
                  <a:pt x="1423987" y="1178375"/>
                </a:cubicBezTo>
                <a:cubicBezTo>
                  <a:pt x="1450181" y="1178447"/>
                  <a:pt x="1462027" y="1176655"/>
                  <a:pt x="1450312" y="1174395"/>
                </a:cubicBezTo>
                <a:close/>
                <a:moveTo>
                  <a:pt x="885825" y="971550"/>
                </a:moveTo>
                <a:cubicBezTo>
                  <a:pt x="859644" y="948843"/>
                  <a:pt x="847725" y="947353"/>
                  <a:pt x="847725" y="966787"/>
                </a:cubicBezTo>
                <a:cubicBezTo>
                  <a:pt x="847725" y="977512"/>
                  <a:pt x="836270" y="981075"/>
                  <a:pt x="801781" y="981075"/>
                </a:cubicBezTo>
                <a:lnTo>
                  <a:pt x="755837" y="981075"/>
                </a:lnTo>
                <a:lnTo>
                  <a:pt x="745050" y="926306"/>
                </a:lnTo>
                <a:cubicBezTo>
                  <a:pt x="739117" y="896183"/>
                  <a:pt x="727850" y="851177"/>
                  <a:pt x="720012" y="826293"/>
                </a:cubicBezTo>
                <a:lnTo>
                  <a:pt x="705761" y="781050"/>
                </a:lnTo>
                <a:lnTo>
                  <a:pt x="761077" y="781050"/>
                </a:lnTo>
                <a:cubicBezTo>
                  <a:pt x="815075" y="781050"/>
                  <a:pt x="816601" y="781772"/>
                  <a:pt x="825089" y="811367"/>
                </a:cubicBezTo>
                <a:cubicBezTo>
                  <a:pt x="833293" y="839973"/>
                  <a:pt x="875095" y="864804"/>
                  <a:pt x="889984" y="849915"/>
                </a:cubicBezTo>
                <a:cubicBezTo>
                  <a:pt x="899504" y="840395"/>
                  <a:pt x="895687" y="804247"/>
                  <a:pt x="883920" y="792480"/>
                </a:cubicBezTo>
                <a:cubicBezTo>
                  <a:pt x="875030" y="783590"/>
                  <a:pt x="879284" y="781050"/>
                  <a:pt x="903063" y="781050"/>
                </a:cubicBezTo>
                <a:cubicBezTo>
                  <a:pt x="921715" y="781050"/>
                  <a:pt x="939913" y="788381"/>
                  <a:pt x="949735" y="799852"/>
                </a:cubicBezTo>
                <a:cubicBezTo>
                  <a:pt x="964464" y="817054"/>
                  <a:pt x="967246" y="817376"/>
                  <a:pt x="982421" y="803643"/>
                </a:cubicBezTo>
                <a:cubicBezTo>
                  <a:pt x="998203" y="789361"/>
                  <a:pt x="1100131" y="788969"/>
                  <a:pt x="1285152" y="802480"/>
                </a:cubicBezTo>
                <a:cubicBezTo>
                  <a:pt x="1313664" y="804562"/>
                  <a:pt x="1326478" y="815620"/>
                  <a:pt x="1386985" y="890355"/>
                </a:cubicBezTo>
                <a:cubicBezTo>
                  <a:pt x="1425054" y="937375"/>
                  <a:pt x="1455383" y="976514"/>
                  <a:pt x="1454382" y="977330"/>
                </a:cubicBezTo>
                <a:cubicBezTo>
                  <a:pt x="1453381" y="978146"/>
                  <a:pt x="1406099" y="981904"/>
                  <a:pt x="1349311" y="985681"/>
                </a:cubicBezTo>
                <a:lnTo>
                  <a:pt x="1246061" y="992550"/>
                </a:lnTo>
                <a:lnTo>
                  <a:pt x="1256970" y="972165"/>
                </a:lnTo>
                <a:cubicBezTo>
                  <a:pt x="1262971" y="960953"/>
                  <a:pt x="1265325" y="943730"/>
                  <a:pt x="1262202" y="933891"/>
                </a:cubicBezTo>
                <a:cubicBezTo>
                  <a:pt x="1259080" y="924053"/>
                  <a:pt x="1260997" y="913239"/>
                  <a:pt x="1266463" y="909861"/>
                </a:cubicBezTo>
                <a:cubicBezTo>
                  <a:pt x="1279458" y="901829"/>
                  <a:pt x="1261457" y="866775"/>
                  <a:pt x="1244337" y="866775"/>
                </a:cubicBezTo>
                <a:cubicBezTo>
                  <a:pt x="1227603" y="866775"/>
                  <a:pt x="1190625" y="907378"/>
                  <a:pt x="1190625" y="925753"/>
                </a:cubicBezTo>
                <a:cubicBezTo>
                  <a:pt x="1190625" y="942952"/>
                  <a:pt x="1167911" y="964711"/>
                  <a:pt x="1159127" y="955927"/>
                </a:cubicBezTo>
                <a:cubicBezTo>
                  <a:pt x="1155864" y="952664"/>
                  <a:pt x="1157677" y="941619"/>
                  <a:pt x="1163156" y="931381"/>
                </a:cubicBezTo>
                <a:cubicBezTo>
                  <a:pt x="1168635" y="921144"/>
                  <a:pt x="1171019" y="910669"/>
                  <a:pt x="1168453" y="908103"/>
                </a:cubicBezTo>
                <a:cubicBezTo>
                  <a:pt x="1165888" y="905538"/>
                  <a:pt x="1160966" y="912334"/>
                  <a:pt x="1157515" y="923207"/>
                </a:cubicBezTo>
                <a:cubicBezTo>
                  <a:pt x="1149562" y="948264"/>
                  <a:pt x="1133475" y="948969"/>
                  <a:pt x="1133475" y="924260"/>
                </a:cubicBezTo>
                <a:cubicBezTo>
                  <a:pt x="1133475" y="913966"/>
                  <a:pt x="1124385" y="900680"/>
                  <a:pt x="1113275" y="894734"/>
                </a:cubicBezTo>
                <a:cubicBezTo>
                  <a:pt x="1097703" y="886400"/>
                  <a:pt x="1094706" y="886562"/>
                  <a:pt x="1100193" y="895440"/>
                </a:cubicBezTo>
                <a:cubicBezTo>
                  <a:pt x="1105542" y="904095"/>
                  <a:pt x="1097716" y="905335"/>
                  <a:pt x="1068697" y="900433"/>
                </a:cubicBezTo>
                <a:cubicBezTo>
                  <a:pt x="1033666" y="894514"/>
                  <a:pt x="1028487" y="896344"/>
                  <a:pt x="1012889" y="920150"/>
                </a:cubicBezTo>
                <a:cubicBezTo>
                  <a:pt x="1003432" y="934583"/>
                  <a:pt x="996998" y="956338"/>
                  <a:pt x="998591" y="968496"/>
                </a:cubicBezTo>
                <a:cubicBezTo>
                  <a:pt x="1001280" y="989014"/>
                  <a:pt x="998128" y="990600"/>
                  <a:pt x="954639" y="990600"/>
                </a:cubicBezTo>
                <a:cubicBezTo>
                  <a:pt x="921461" y="990600"/>
                  <a:pt x="901380" y="985040"/>
                  <a:pt x="885825" y="971550"/>
                </a:cubicBezTo>
                <a:close/>
                <a:moveTo>
                  <a:pt x="1962150" y="964357"/>
                </a:moveTo>
                <a:cubicBezTo>
                  <a:pt x="1962150" y="959118"/>
                  <a:pt x="1968579" y="949496"/>
                  <a:pt x="1976437" y="942975"/>
                </a:cubicBezTo>
                <a:cubicBezTo>
                  <a:pt x="1984407" y="936360"/>
                  <a:pt x="1990725" y="935329"/>
                  <a:pt x="1990725" y="940642"/>
                </a:cubicBezTo>
                <a:cubicBezTo>
                  <a:pt x="1990725" y="945881"/>
                  <a:pt x="1984295" y="955503"/>
                  <a:pt x="1976437" y="962025"/>
                </a:cubicBezTo>
                <a:cubicBezTo>
                  <a:pt x="1968467" y="968639"/>
                  <a:pt x="1962150" y="969670"/>
                  <a:pt x="1962150" y="964357"/>
                </a:cubicBezTo>
                <a:close/>
                <a:moveTo>
                  <a:pt x="1628410" y="916572"/>
                </a:moveTo>
                <a:cubicBezTo>
                  <a:pt x="1615756" y="891803"/>
                  <a:pt x="1603875" y="868322"/>
                  <a:pt x="1602007" y="864393"/>
                </a:cubicBezTo>
                <a:cubicBezTo>
                  <a:pt x="1600140" y="860464"/>
                  <a:pt x="1602728" y="857250"/>
                  <a:pt x="1607758" y="857250"/>
                </a:cubicBezTo>
                <a:cubicBezTo>
                  <a:pt x="1617219" y="857250"/>
                  <a:pt x="1661485" y="951539"/>
                  <a:pt x="1655046" y="957978"/>
                </a:cubicBezTo>
                <a:cubicBezTo>
                  <a:pt x="1653050" y="959974"/>
                  <a:pt x="1641064" y="941341"/>
                  <a:pt x="1628410" y="916572"/>
                </a:cubicBezTo>
                <a:close/>
                <a:moveTo>
                  <a:pt x="893445" y="931545"/>
                </a:moveTo>
                <a:cubicBezTo>
                  <a:pt x="919900" y="905089"/>
                  <a:pt x="888979" y="857250"/>
                  <a:pt x="845424" y="857250"/>
                </a:cubicBezTo>
                <a:cubicBezTo>
                  <a:pt x="828261" y="857250"/>
                  <a:pt x="828143" y="866012"/>
                  <a:pt x="844489" y="926306"/>
                </a:cubicBezTo>
                <a:cubicBezTo>
                  <a:pt x="849682" y="945460"/>
                  <a:pt x="876644" y="948345"/>
                  <a:pt x="893445" y="931545"/>
                </a:cubicBezTo>
                <a:close/>
                <a:moveTo>
                  <a:pt x="678482" y="687405"/>
                </a:moveTo>
                <a:cubicBezTo>
                  <a:pt x="663692" y="677969"/>
                  <a:pt x="647700" y="624834"/>
                  <a:pt x="647700" y="585129"/>
                </a:cubicBezTo>
                <a:cubicBezTo>
                  <a:pt x="647700" y="454348"/>
                  <a:pt x="963660" y="508720"/>
                  <a:pt x="1158647" y="673054"/>
                </a:cubicBezTo>
                <a:lnTo>
                  <a:pt x="1185862" y="695991"/>
                </a:lnTo>
                <a:lnTo>
                  <a:pt x="1116836" y="691452"/>
                </a:lnTo>
                <a:cubicBezTo>
                  <a:pt x="1075282" y="688719"/>
                  <a:pt x="1036472" y="680214"/>
                  <a:pt x="1019323" y="670085"/>
                </a:cubicBezTo>
                <a:cubicBezTo>
                  <a:pt x="991884" y="653876"/>
                  <a:pt x="990353" y="653921"/>
                  <a:pt x="977642" y="671304"/>
                </a:cubicBezTo>
                <a:cubicBezTo>
                  <a:pt x="965938" y="687309"/>
                  <a:pt x="948960" y="689676"/>
                  <a:pt x="827504" y="692231"/>
                </a:cubicBezTo>
                <a:cubicBezTo>
                  <a:pt x="752186" y="693816"/>
                  <a:pt x="685126" y="691644"/>
                  <a:pt x="678482" y="687405"/>
                </a:cubicBezTo>
                <a:close/>
                <a:moveTo>
                  <a:pt x="833166" y="643711"/>
                </a:moveTo>
                <a:cubicBezTo>
                  <a:pt x="811971" y="599046"/>
                  <a:pt x="758389" y="591746"/>
                  <a:pt x="766157" y="634581"/>
                </a:cubicBezTo>
                <a:cubicBezTo>
                  <a:pt x="771524" y="664178"/>
                  <a:pt x="768144" y="661185"/>
                  <a:pt x="809625" y="673066"/>
                </a:cubicBezTo>
                <a:cubicBezTo>
                  <a:pt x="852027" y="685211"/>
                  <a:pt x="852549" y="684559"/>
                  <a:pt x="833166" y="643711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sp>
        <p:nvSpPr>
          <p:cNvPr id="7" name="TEXT: if you [always run late]"/>
          <p:cNvSpPr/>
          <p:nvPr/>
        </p:nvSpPr>
        <p:spPr>
          <a:xfrm rot="21420000">
            <a:off x="414338" y="781050"/>
            <a:ext cx="5457825" cy="1581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if you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[always run late]</a:t>
            </a:r>
          </a:p>
        </p:txBody>
      </p:sp>
      <p:sp>
        <p:nvSpPr>
          <p:cNvPr id="8" name="LETTERING: this is"/>
          <p:cNvSpPr txBox="1"/>
          <p:nvPr/>
        </p:nvSpPr>
        <p:spPr>
          <a:xfrm rot="180000">
            <a:off x="1814512" y="9677400"/>
            <a:ext cx="3990975" cy="1600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0" i="0">
                <a:solidFill>
                  <a:srgbClr val="FFFFFF"/>
                </a:solidFill>
                <a:latin typeface="DM Serif Display"/>
              </a:rPr>
              <a:t>this </a:t>
            </a:r>
            <a:r>
              <a:rPr sz="10500" i="0">
                <a:solidFill>
                  <a:srgbClr val="FFFFFF"/>
                </a:solidFill>
                <a:latin typeface="DM Serif Display"/>
              </a:rPr>
              <a:t>is</a:t>
            </a:r>
          </a:p>
        </p:txBody>
      </p:sp>
      <p:sp>
        <p:nvSpPr>
          <p:cNvPr id="9" name="LETTERING: for you"/>
          <p:cNvSpPr txBox="1"/>
          <p:nvPr/>
        </p:nvSpPr>
        <p:spPr>
          <a:xfrm rot="180000">
            <a:off x="2405062" y="10739438"/>
            <a:ext cx="6619875" cy="22383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700" i="0">
                <a:solidFill>
                  <a:srgbClr val="FFFFFF"/>
                </a:solidFill>
                <a:latin typeface="DM Serif Display"/>
              </a:rPr>
              <a:t>for </a:t>
            </a:r>
            <a:r>
              <a:rPr sz="14700" i="1">
                <a:solidFill>
                  <a:srgbClr val="FFFFFF"/>
                </a:solidFill>
                <a:latin typeface="DM Serif Display"/>
              </a:rPr>
              <a:t>you</a:t>
            </a:r>
          </a:p>
        </p:txBody>
      </p:sp>
      <p:sp>
        <p:nvSpPr>
          <p:cNvPr id="10" name="sparkle"/>
          <p:cNvSpPr/>
          <p:nvPr/>
        </p:nvSpPr>
        <p:spPr>
          <a:xfrm rot="0">
            <a:off x="9001125" y="10001250"/>
            <a:ext cx="1143000" cy="1333500"/>
          </a:xfrm>
          <a:custGeom>
            <a:avLst/>
            <a:gdLst/>
            <a:ahLst/>
            <a:cxnLst/>
            <a:rect l="0" t="0" r="r" b="b"/>
            <a:pathLst>
              <a:path w="1143000" h="1333500">
                <a:moveTo>
                  <a:pt x="533705" y="1307306"/>
                </a:moveTo>
                <a:cubicBezTo>
                  <a:pt x="532227" y="1290280"/>
                  <a:pt x="529947" y="1272063"/>
                  <a:pt x="528637" y="1266825"/>
                </a:cubicBezTo>
                <a:cubicBezTo>
                  <a:pt x="527327" y="1261586"/>
                  <a:pt x="525112" y="1239083"/>
                  <a:pt x="523713" y="1216818"/>
                </a:cubicBezTo>
                <a:lnTo>
                  <a:pt x="521171" y="1176337"/>
                </a:lnTo>
                <a:lnTo>
                  <a:pt x="514350" y="1214437"/>
                </a:lnTo>
                <a:lnTo>
                  <a:pt x="507528" y="1252537"/>
                </a:lnTo>
                <a:lnTo>
                  <a:pt x="506051" y="1209675"/>
                </a:lnTo>
                <a:cubicBezTo>
                  <a:pt x="504030" y="1151006"/>
                  <a:pt x="473039" y="1006727"/>
                  <a:pt x="448603" y="942219"/>
                </a:cubicBezTo>
                <a:cubicBezTo>
                  <a:pt x="408830" y="837223"/>
                  <a:pt x="314375" y="763936"/>
                  <a:pt x="196901" y="746924"/>
                </a:cubicBezTo>
                <a:cubicBezTo>
                  <a:pt x="155281" y="740896"/>
                  <a:pt x="151332" y="738704"/>
                  <a:pt x="171450" y="732794"/>
                </a:cubicBezTo>
                <a:lnTo>
                  <a:pt x="195262" y="725798"/>
                </a:lnTo>
                <a:lnTo>
                  <a:pt x="169068" y="724849"/>
                </a:lnTo>
                <a:cubicBezTo>
                  <a:pt x="154662" y="724327"/>
                  <a:pt x="142875" y="728186"/>
                  <a:pt x="142875" y="733425"/>
                </a:cubicBezTo>
                <a:cubicBezTo>
                  <a:pt x="142875" y="747754"/>
                  <a:pt x="108699" y="744867"/>
                  <a:pt x="95910" y="729458"/>
                </a:cubicBezTo>
                <a:cubicBezTo>
                  <a:pt x="87019" y="718745"/>
                  <a:pt x="88250" y="715089"/>
                  <a:pt x="101887" y="711705"/>
                </a:cubicBezTo>
                <a:cubicBezTo>
                  <a:pt x="111333" y="709362"/>
                  <a:pt x="91795" y="709367"/>
                  <a:pt x="58469" y="711717"/>
                </a:cubicBezTo>
                <a:cubicBezTo>
                  <a:pt x="16403" y="714684"/>
                  <a:pt x="-170" y="712831"/>
                  <a:pt x="4263" y="705657"/>
                </a:cubicBezTo>
                <a:cubicBezTo>
                  <a:pt x="7775" y="699974"/>
                  <a:pt x="26469" y="695023"/>
                  <a:pt x="45805" y="694655"/>
                </a:cubicBezTo>
                <a:cubicBezTo>
                  <a:pt x="72913" y="694139"/>
                  <a:pt x="76608" y="692286"/>
                  <a:pt x="61947" y="686563"/>
                </a:cubicBezTo>
                <a:cubicBezTo>
                  <a:pt x="47084" y="680762"/>
                  <a:pt x="52769" y="677666"/>
                  <a:pt x="87980" y="672386"/>
                </a:cubicBezTo>
                <a:cubicBezTo>
                  <a:pt x="112757" y="668670"/>
                  <a:pt x="136316" y="660145"/>
                  <a:pt x="140333" y="653442"/>
                </a:cubicBezTo>
                <a:cubicBezTo>
                  <a:pt x="144350" y="646738"/>
                  <a:pt x="172147" y="630144"/>
                  <a:pt x="202104" y="616566"/>
                </a:cubicBezTo>
                <a:cubicBezTo>
                  <a:pt x="387926" y="532344"/>
                  <a:pt x="479835" y="404712"/>
                  <a:pt x="536354" y="152400"/>
                </a:cubicBezTo>
                <a:cubicBezTo>
                  <a:pt x="546726" y="106096"/>
                  <a:pt x="550503" y="98291"/>
                  <a:pt x="551336" y="121443"/>
                </a:cubicBezTo>
                <a:cubicBezTo>
                  <a:pt x="554042" y="196674"/>
                  <a:pt x="581024" y="133341"/>
                  <a:pt x="581025" y="51759"/>
                </a:cubicBezTo>
                <a:cubicBezTo>
                  <a:pt x="581025" y="29148"/>
                  <a:pt x="585311" y="8000"/>
                  <a:pt x="590550" y="4762"/>
                </a:cubicBezTo>
                <a:cubicBezTo>
                  <a:pt x="596365" y="1168"/>
                  <a:pt x="600335" y="16717"/>
                  <a:pt x="600744" y="44681"/>
                </a:cubicBezTo>
                <a:cubicBezTo>
                  <a:pt x="601112" y="69874"/>
                  <a:pt x="605049" y="99060"/>
                  <a:pt x="609493" y="109537"/>
                </a:cubicBezTo>
                <a:cubicBezTo>
                  <a:pt x="615772" y="124343"/>
                  <a:pt x="617401" y="120620"/>
                  <a:pt x="616804" y="92826"/>
                </a:cubicBezTo>
                <a:cubicBezTo>
                  <a:pt x="615079" y="12619"/>
                  <a:pt x="626152" y="54458"/>
                  <a:pt x="631906" y="149893"/>
                </a:cubicBezTo>
                <a:cubicBezTo>
                  <a:pt x="649268" y="437816"/>
                  <a:pt x="729092" y="538494"/>
                  <a:pt x="973776" y="581076"/>
                </a:cubicBezTo>
                <a:cubicBezTo>
                  <a:pt x="1027558" y="590435"/>
                  <a:pt x="1064061" y="598539"/>
                  <a:pt x="1054893" y="599084"/>
                </a:cubicBezTo>
                <a:cubicBezTo>
                  <a:pt x="1045725" y="599629"/>
                  <a:pt x="1038225" y="604063"/>
                  <a:pt x="1038225" y="608937"/>
                </a:cubicBezTo>
                <a:cubicBezTo>
                  <a:pt x="1038225" y="613811"/>
                  <a:pt x="1028580" y="619657"/>
                  <a:pt x="1016793" y="621927"/>
                </a:cubicBezTo>
                <a:cubicBezTo>
                  <a:pt x="1005006" y="624198"/>
                  <a:pt x="1029652" y="627229"/>
                  <a:pt x="1071562" y="628664"/>
                </a:cubicBezTo>
                <a:lnTo>
                  <a:pt x="1147762" y="631273"/>
                </a:lnTo>
                <a:lnTo>
                  <a:pt x="1102139" y="641153"/>
                </a:lnTo>
                <a:cubicBezTo>
                  <a:pt x="1071248" y="647844"/>
                  <a:pt x="1058047" y="655025"/>
                  <a:pt x="1061259" y="663394"/>
                </a:cubicBezTo>
                <a:cubicBezTo>
                  <a:pt x="1064374" y="671511"/>
                  <a:pt x="1052239" y="679295"/>
                  <a:pt x="1025920" y="686065"/>
                </a:cubicBezTo>
                <a:cubicBezTo>
                  <a:pt x="816419" y="739953"/>
                  <a:pt x="707642" y="841373"/>
                  <a:pt x="634794" y="1050734"/>
                </a:cubicBezTo>
                <a:cubicBezTo>
                  <a:pt x="631370" y="1060576"/>
                  <a:pt x="624107" y="1065116"/>
                  <a:pt x="617912" y="1061288"/>
                </a:cubicBezTo>
                <a:cubicBezTo>
                  <a:pt x="610344" y="1056610"/>
                  <a:pt x="608375" y="1063662"/>
                  <a:pt x="611433" y="1084496"/>
                </a:cubicBezTo>
                <a:cubicBezTo>
                  <a:pt x="613849" y="1100957"/>
                  <a:pt x="612028" y="1114425"/>
                  <a:pt x="607388" y="1114425"/>
                </a:cubicBezTo>
                <a:cubicBezTo>
                  <a:pt x="602747" y="1114425"/>
                  <a:pt x="601710" y="1118890"/>
                  <a:pt x="605083" y="1124348"/>
                </a:cubicBezTo>
                <a:cubicBezTo>
                  <a:pt x="612781" y="1136803"/>
                  <a:pt x="581645" y="1312942"/>
                  <a:pt x="570532" y="1319810"/>
                </a:cubicBezTo>
                <a:cubicBezTo>
                  <a:pt x="566028" y="1322594"/>
                  <a:pt x="559079" y="1306453"/>
                  <a:pt x="555090" y="1283942"/>
                </a:cubicBezTo>
                <a:lnTo>
                  <a:pt x="547836" y="1243012"/>
                </a:lnTo>
                <a:lnTo>
                  <a:pt x="542114" y="1290637"/>
                </a:lnTo>
                <a:cubicBezTo>
                  <a:pt x="537472" y="1329280"/>
                  <a:pt x="535886" y="1332424"/>
                  <a:pt x="533705" y="1307306"/>
                </a:cubicBezTo>
                <a:close/>
                <a:moveTo>
                  <a:pt x="581347" y="945356"/>
                </a:moveTo>
                <a:cubicBezTo>
                  <a:pt x="614524" y="840710"/>
                  <a:pt x="711448" y="716956"/>
                  <a:pt x="793487" y="674491"/>
                </a:cubicBezTo>
                <a:lnTo>
                  <a:pt x="833437" y="653812"/>
                </a:lnTo>
                <a:lnTo>
                  <a:pt x="794819" y="642375"/>
                </a:lnTo>
                <a:cubicBezTo>
                  <a:pt x="737944" y="625531"/>
                  <a:pt x="684426" y="595890"/>
                  <a:pt x="655526" y="565228"/>
                </a:cubicBezTo>
                <a:cubicBezTo>
                  <a:pt x="628964" y="537047"/>
                  <a:pt x="581429" y="449648"/>
                  <a:pt x="580476" y="427241"/>
                </a:cubicBezTo>
                <a:cubicBezTo>
                  <a:pt x="580174" y="420144"/>
                  <a:pt x="569318" y="437708"/>
                  <a:pt x="556351" y="466273"/>
                </a:cubicBezTo>
                <a:cubicBezTo>
                  <a:pt x="518202" y="550310"/>
                  <a:pt x="465531" y="612427"/>
                  <a:pt x="405989" y="643601"/>
                </a:cubicBezTo>
                <a:lnTo>
                  <a:pt x="352883" y="671406"/>
                </a:lnTo>
                <a:lnTo>
                  <a:pt x="393246" y="691919"/>
                </a:lnTo>
                <a:cubicBezTo>
                  <a:pt x="483198" y="737634"/>
                  <a:pt x="546077" y="842666"/>
                  <a:pt x="555086" y="962252"/>
                </a:cubicBezTo>
                <a:cubicBezTo>
                  <a:pt x="557316" y="991859"/>
                  <a:pt x="568983" y="984352"/>
                  <a:pt x="581347" y="945356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11" name="sparkle"/>
          <p:cNvSpPr/>
          <p:nvPr/>
        </p:nvSpPr>
        <p:spPr>
          <a:xfrm rot="0">
            <a:off x="381000" y="8577262"/>
            <a:ext cx="857250" cy="1133475"/>
          </a:xfrm>
          <a:custGeom>
            <a:avLst/>
            <a:gdLst/>
            <a:ahLst/>
            <a:cxnLst/>
            <a:rect l="0" t="0" r="r" b="b"/>
            <a:pathLst>
              <a:path w="857250" h="1133475">
                <a:moveTo>
                  <a:pt x="399322" y="1128712"/>
                </a:moveTo>
                <a:cubicBezTo>
                  <a:pt x="396302" y="1123473"/>
                  <a:pt x="392713" y="1102042"/>
                  <a:pt x="391346" y="1081087"/>
                </a:cubicBezTo>
                <a:cubicBezTo>
                  <a:pt x="389980" y="1060132"/>
                  <a:pt x="385442" y="1025842"/>
                  <a:pt x="381263" y="1004887"/>
                </a:cubicBezTo>
                <a:lnTo>
                  <a:pt x="373665" y="966787"/>
                </a:lnTo>
                <a:lnTo>
                  <a:pt x="371539" y="1004887"/>
                </a:lnTo>
                <a:cubicBezTo>
                  <a:pt x="370150" y="1029781"/>
                  <a:pt x="363403" y="1002879"/>
                  <a:pt x="352073" y="927269"/>
                </a:cubicBezTo>
                <a:cubicBezTo>
                  <a:pt x="323697" y="737904"/>
                  <a:pt x="276639" y="664710"/>
                  <a:pt x="162180" y="631910"/>
                </a:cubicBezTo>
                <a:cubicBezTo>
                  <a:pt x="133226" y="623613"/>
                  <a:pt x="105085" y="613283"/>
                  <a:pt x="99644" y="608954"/>
                </a:cubicBezTo>
                <a:cubicBezTo>
                  <a:pt x="94203" y="604626"/>
                  <a:pt x="71425" y="600002"/>
                  <a:pt x="49027" y="598681"/>
                </a:cubicBezTo>
                <a:cubicBezTo>
                  <a:pt x="-798" y="595741"/>
                  <a:pt x="-14344" y="581025"/>
                  <a:pt x="32775" y="581025"/>
                </a:cubicBezTo>
                <a:cubicBezTo>
                  <a:pt x="51420" y="581025"/>
                  <a:pt x="66675" y="576738"/>
                  <a:pt x="66675" y="571500"/>
                </a:cubicBezTo>
                <a:cubicBezTo>
                  <a:pt x="66675" y="566261"/>
                  <a:pt x="84072" y="561975"/>
                  <a:pt x="105337" y="561975"/>
                </a:cubicBezTo>
                <a:cubicBezTo>
                  <a:pt x="126601" y="561974"/>
                  <a:pt x="141758" y="558348"/>
                  <a:pt x="139019" y="553916"/>
                </a:cubicBezTo>
                <a:cubicBezTo>
                  <a:pt x="136279" y="549484"/>
                  <a:pt x="155697" y="535714"/>
                  <a:pt x="182169" y="523315"/>
                </a:cubicBezTo>
                <a:cubicBezTo>
                  <a:pt x="286477" y="474460"/>
                  <a:pt x="360472" y="360272"/>
                  <a:pt x="381560" y="215617"/>
                </a:cubicBezTo>
                <a:cubicBezTo>
                  <a:pt x="404286" y="59722"/>
                  <a:pt x="413745" y="9524"/>
                  <a:pt x="420396" y="9524"/>
                </a:cubicBezTo>
                <a:cubicBezTo>
                  <a:pt x="424263" y="9524"/>
                  <a:pt x="424978" y="24612"/>
                  <a:pt x="421986" y="43053"/>
                </a:cubicBezTo>
                <a:cubicBezTo>
                  <a:pt x="417344" y="71655"/>
                  <a:pt x="418888" y="75683"/>
                  <a:pt x="432487" y="70464"/>
                </a:cubicBezTo>
                <a:cubicBezTo>
                  <a:pt x="446249" y="65183"/>
                  <a:pt x="447922" y="70259"/>
                  <a:pt x="444715" y="107571"/>
                </a:cubicBezTo>
                <a:cubicBezTo>
                  <a:pt x="439468" y="168624"/>
                  <a:pt x="463117" y="316696"/>
                  <a:pt x="486971" y="372146"/>
                </a:cubicBezTo>
                <a:cubicBezTo>
                  <a:pt x="520792" y="450763"/>
                  <a:pt x="579472" y="494414"/>
                  <a:pt x="680685" y="516244"/>
                </a:cubicBezTo>
                <a:cubicBezTo>
                  <a:pt x="716979" y="524072"/>
                  <a:pt x="724123" y="528199"/>
                  <a:pt x="710024" y="533192"/>
                </a:cubicBezTo>
                <a:cubicBezTo>
                  <a:pt x="688225" y="540912"/>
                  <a:pt x="738087" y="551215"/>
                  <a:pt x="809625" y="553772"/>
                </a:cubicBezTo>
                <a:cubicBezTo>
                  <a:pt x="839940" y="554855"/>
                  <a:pt x="844122" y="556348"/>
                  <a:pt x="823912" y="558870"/>
                </a:cubicBezTo>
                <a:cubicBezTo>
                  <a:pt x="761062" y="566713"/>
                  <a:pt x="745599" y="572821"/>
                  <a:pt x="766762" y="581446"/>
                </a:cubicBezTo>
                <a:cubicBezTo>
                  <a:pt x="780169" y="586911"/>
                  <a:pt x="770530" y="589409"/>
                  <a:pt x="734218" y="589880"/>
                </a:cubicBezTo>
                <a:cubicBezTo>
                  <a:pt x="705842" y="590248"/>
                  <a:pt x="685514" y="593439"/>
                  <a:pt x="689047" y="596972"/>
                </a:cubicBezTo>
                <a:cubicBezTo>
                  <a:pt x="692579" y="600504"/>
                  <a:pt x="673320" y="615505"/>
                  <a:pt x="646250" y="630309"/>
                </a:cubicBezTo>
                <a:cubicBezTo>
                  <a:pt x="590552" y="660767"/>
                  <a:pt x="586725" y="661917"/>
                  <a:pt x="596277" y="645318"/>
                </a:cubicBezTo>
                <a:cubicBezTo>
                  <a:pt x="600258" y="638401"/>
                  <a:pt x="599496" y="636738"/>
                  <a:pt x="594458" y="641350"/>
                </a:cubicBezTo>
                <a:cubicBezTo>
                  <a:pt x="589689" y="645715"/>
                  <a:pt x="585592" y="654288"/>
                  <a:pt x="585354" y="660400"/>
                </a:cubicBezTo>
                <a:cubicBezTo>
                  <a:pt x="585116" y="666511"/>
                  <a:pt x="579440" y="670334"/>
                  <a:pt x="572740" y="668895"/>
                </a:cubicBezTo>
                <a:cubicBezTo>
                  <a:pt x="566040" y="667455"/>
                  <a:pt x="562962" y="670166"/>
                  <a:pt x="565899" y="674919"/>
                </a:cubicBezTo>
                <a:cubicBezTo>
                  <a:pt x="568837" y="679672"/>
                  <a:pt x="562692" y="694427"/>
                  <a:pt x="552244" y="707709"/>
                </a:cubicBezTo>
                <a:cubicBezTo>
                  <a:pt x="528109" y="738393"/>
                  <a:pt x="485990" y="828393"/>
                  <a:pt x="485868" y="849544"/>
                </a:cubicBezTo>
                <a:cubicBezTo>
                  <a:pt x="485816" y="858402"/>
                  <a:pt x="481316" y="868405"/>
                  <a:pt x="475868" y="871773"/>
                </a:cubicBezTo>
                <a:cubicBezTo>
                  <a:pt x="469474" y="875724"/>
                  <a:pt x="467863" y="868324"/>
                  <a:pt x="471324" y="850904"/>
                </a:cubicBezTo>
                <a:cubicBezTo>
                  <a:pt x="475438" y="830203"/>
                  <a:pt x="474752" y="828352"/>
                  <a:pt x="468382" y="842962"/>
                </a:cubicBezTo>
                <a:cubicBezTo>
                  <a:pt x="454337" y="875172"/>
                  <a:pt x="447048" y="925436"/>
                  <a:pt x="457343" y="919073"/>
                </a:cubicBezTo>
                <a:cubicBezTo>
                  <a:pt x="462503" y="915884"/>
                  <a:pt x="466725" y="921642"/>
                  <a:pt x="466725" y="931868"/>
                </a:cubicBezTo>
                <a:cubicBezTo>
                  <a:pt x="466725" y="942094"/>
                  <a:pt x="460167" y="952978"/>
                  <a:pt x="452152" y="956053"/>
                </a:cubicBezTo>
                <a:cubicBezTo>
                  <a:pt x="440190" y="960643"/>
                  <a:pt x="438720" y="972769"/>
                  <a:pt x="443943" y="1023747"/>
                </a:cubicBezTo>
                <a:cubicBezTo>
                  <a:pt x="447995" y="1063296"/>
                  <a:pt x="446822" y="1085850"/>
                  <a:pt x="440714" y="1085850"/>
                </a:cubicBezTo>
                <a:cubicBezTo>
                  <a:pt x="435439" y="1085850"/>
                  <a:pt x="432607" y="1073103"/>
                  <a:pt x="434421" y="1057523"/>
                </a:cubicBezTo>
                <a:cubicBezTo>
                  <a:pt x="436235" y="1041944"/>
                  <a:pt x="434028" y="1019441"/>
                  <a:pt x="429516" y="1007517"/>
                </a:cubicBezTo>
                <a:cubicBezTo>
                  <a:pt x="420961" y="984911"/>
                  <a:pt x="413589" y="1017126"/>
                  <a:pt x="407228" y="1104900"/>
                </a:cubicBezTo>
                <a:cubicBezTo>
                  <a:pt x="405899" y="1123235"/>
                  <a:pt x="402341" y="1133951"/>
                  <a:pt x="399322" y="1128712"/>
                </a:cubicBezTo>
                <a:close/>
                <a:moveTo>
                  <a:pt x="419100" y="784202"/>
                </a:moveTo>
                <a:cubicBezTo>
                  <a:pt x="419100" y="753575"/>
                  <a:pt x="481271" y="654475"/>
                  <a:pt x="525345" y="614849"/>
                </a:cubicBezTo>
                <a:lnTo>
                  <a:pt x="571150" y="573666"/>
                </a:lnTo>
                <a:lnTo>
                  <a:pt x="541484" y="561378"/>
                </a:lnTo>
                <a:cubicBezTo>
                  <a:pt x="493741" y="541602"/>
                  <a:pt x="456057" y="504249"/>
                  <a:pt x="432456" y="453309"/>
                </a:cubicBezTo>
                <a:cubicBezTo>
                  <a:pt x="414525" y="414608"/>
                  <a:pt x="409303" y="409227"/>
                  <a:pt x="404349" y="424345"/>
                </a:cubicBezTo>
                <a:cubicBezTo>
                  <a:pt x="385805" y="480928"/>
                  <a:pt x="375237" y="498098"/>
                  <a:pt x="338837" y="530779"/>
                </a:cubicBezTo>
                <a:cubicBezTo>
                  <a:pt x="316809" y="550556"/>
                  <a:pt x="290865" y="571257"/>
                  <a:pt x="281183" y="576782"/>
                </a:cubicBezTo>
                <a:cubicBezTo>
                  <a:pt x="265179" y="585914"/>
                  <a:pt x="266630" y="588627"/>
                  <a:pt x="297150" y="606634"/>
                </a:cubicBezTo>
                <a:cubicBezTo>
                  <a:pt x="347781" y="636507"/>
                  <a:pt x="381005" y="686475"/>
                  <a:pt x="393318" y="751271"/>
                </a:cubicBezTo>
                <a:cubicBezTo>
                  <a:pt x="402987" y="802149"/>
                  <a:pt x="419100" y="822729"/>
                  <a:pt x="419100" y="784202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12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1047750" y="4519612"/>
            <a:ext cx="8191500" cy="7153275"/>
          </a:xfrm>
          <a:custGeom>
            <a:avLst/>
            <a:gdLst/>
            <a:ahLst/>
            <a:cxnLst/>
            <a:rect l="0" t="0" r="r" b="b"/>
            <a:pathLst>
              <a:path w="8191500" h="7153275">
                <a:moveTo>
                  <a:pt x="3969543" y="7112657"/>
                </a:moveTo>
                <a:cubicBezTo>
                  <a:pt x="3960375" y="7090357"/>
                  <a:pt x="3952875" y="7061028"/>
                  <a:pt x="3952875" y="7047482"/>
                </a:cubicBezTo>
                <a:cubicBezTo>
                  <a:pt x="3952875" y="7033935"/>
                  <a:pt x="3946426" y="7009925"/>
                  <a:pt x="3938545" y="6994127"/>
                </a:cubicBezTo>
                <a:cubicBezTo>
                  <a:pt x="3930663" y="6978328"/>
                  <a:pt x="3919738" y="6944451"/>
                  <a:pt x="3914267" y="6918844"/>
                </a:cubicBezTo>
                <a:cubicBezTo>
                  <a:pt x="3893766" y="6822903"/>
                  <a:pt x="3888428" y="6804218"/>
                  <a:pt x="3865588" y="6748462"/>
                </a:cubicBezTo>
                <a:cubicBezTo>
                  <a:pt x="3852713" y="6717030"/>
                  <a:pt x="3832581" y="6659165"/>
                  <a:pt x="3820852" y="6619875"/>
                </a:cubicBezTo>
                <a:cubicBezTo>
                  <a:pt x="3809122" y="6580584"/>
                  <a:pt x="3784962" y="6501288"/>
                  <a:pt x="3767162" y="6443662"/>
                </a:cubicBezTo>
                <a:cubicBezTo>
                  <a:pt x="3749362" y="6386036"/>
                  <a:pt x="3731924" y="6328171"/>
                  <a:pt x="3728410" y="6315075"/>
                </a:cubicBezTo>
                <a:cubicBezTo>
                  <a:pt x="3724896" y="6301978"/>
                  <a:pt x="3716897" y="6284833"/>
                  <a:pt x="3710634" y="6276975"/>
                </a:cubicBezTo>
                <a:cubicBezTo>
                  <a:pt x="3704371" y="6269116"/>
                  <a:pt x="3687249" y="6230540"/>
                  <a:pt x="3672586" y="6191250"/>
                </a:cubicBezTo>
                <a:cubicBezTo>
                  <a:pt x="3581182" y="5946335"/>
                  <a:pt x="3534727" y="5848350"/>
                  <a:pt x="3510018" y="5848350"/>
                </a:cubicBezTo>
                <a:cubicBezTo>
                  <a:pt x="3494548" y="5848350"/>
                  <a:pt x="3450445" y="5909745"/>
                  <a:pt x="3421068" y="5972175"/>
                </a:cubicBezTo>
                <a:cubicBezTo>
                  <a:pt x="3409975" y="5995749"/>
                  <a:pt x="3397026" y="6021466"/>
                  <a:pt x="3392292" y="6029325"/>
                </a:cubicBezTo>
                <a:cubicBezTo>
                  <a:pt x="3387559" y="6037183"/>
                  <a:pt x="3376659" y="6058614"/>
                  <a:pt x="3368070" y="6076950"/>
                </a:cubicBezTo>
                <a:cubicBezTo>
                  <a:pt x="3346248" y="6123537"/>
                  <a:pt x="3286516" y="6240734"/>
                  <a:pt x="3275832" y="6257925"/>
                </a:cubicBezTo>
                <a:cubicBezTo>
                  <a:pt x="3270949" y="6265783"/>
                  <a:pt x="3264449" y="6278641"/>
                  <a:pt x="3261388" y="6286500"/>
                </a:cubicBezTo>
                <a:cubicBezTo>
                  <a:pt x="3258327" y="6294358"/>
                  <a:pt x="3252456" y="6309360"/>
                  <a:pt x="3248342" y="6319837"/>
                </a:cubicBezTo>
                <a:cubicBezTo>
                  <a:pt x="3210256" y="6416836"/>
                  <a:pt x="3155675" y="6510125"/>
                  <a:pt x="3138355" y="6507823"/>
                </a:cubicBezTo>
                <a:cubicBezTo>
                  <a:pt x="3119155" y="6505271"/>
                  <a:pt x="3086100" y="6565315"/>
                  <a:pt x="3086100" y="6602744"/>
                </a:cubicBezTo>
                <a:cubicBezTo>
                  <a:pt x="3086100" y="6611547"/>
                  <a:pt x="3081813" y="6621399"/>
                  <a:pt x="3076575" y="6624637"/>
                </a:cubicBezTo>
                <a:cubicBezTo>
                  <a:pt x="3071336" y="6627875"/>
                  <a:pt x="3067050" y="6640031"/>
                  <a:pt x="3067050" y="6651651"/>
                </a:cubicBezTo>
                <a:cubicBezTo>
                  <a:pt x="3067050" y="6675659"/>
                  <a:pt x="3017822" y="6734175"/>
                  <a:pt x="2997625" y="6734175"/>
                </a:cubicBezTo>
                <a:cubicBezTo>
                  <a:pt x="2960413" y="6734175"/>
                  <a:pt x="2951070" y="6702121"/>
                  <a:pt x="2958024" y="6598311"/>
                </a:cubicBezTo>
                <a:cubicBezTo>
                  <a:pt x="2964553" y="6500839"/>
                  <a:pt x="2964229" y="6498499"/>
                  <a:pt x="2942050" y="6482977"/>
                </a:cubicBezTo>
                <a:cubicBezTo>
                  <a:pt x="2920836" y="6468130"/>
                  <a:pt x="2918985" y="6459208"/>
                  <a:pt x="2912617" y="6341098"/>
                </a:cubicBezTo>
                <a:cubicBezTo>
                  <a:pt x="2908879" y="6271778"/>
                  <a:pt x="2901748" y="6161484"/>
                  <a:pt x="2896770" y="6096000"/>
                </a:cubicBezTo>
                <a:cubicBezTo>
                  <a:pt x="2891792" y="6030515"/>
                  <a:pt x="2884706" y="5912643"/>
                  <a:pt x="2881023" y="5834062"/>
                </a:cubicBezTo>
                <a:cubicBezTo>
                  <a:pt x="2877339" y="5755481"/>
                  <a:pt x="2871818" y="5686982"/>
                  <a:pt x="2868753" y="5681843"/>
                </a:cubicBezTo>
                <a:cubicBezTo>
                  <a:pt x="2863562" y="5673138"/>
                  <a:pt x="2858214" y="5615560"/>
                  <a:pt x="2840542" y="5378093"/>
                </a:cubicBezTo>
                <a:lnTo>
                  <a:pt x="2833545" y="5284073"/>
                </a:lnTo>
                <a:lnTo>
                  <a:pt x="2796310" y="5251886"/>
                </a:lnTo>
                <a:cubicBezTo>
                  <a:pt x="2747586" y="5209768"/>
                  <a:pt x="2705160" y="5208692"/>
                  <a:pt x="2647002" y="5248101"/>
                </a:cubicBezTo>
                <a:cubicBezTo>
                  <a:pt x="2623949" y="5263722"/>
                  <a:pt x="2595828" y="5276581"/>
                  <a:pt x="2584511" y="5276676"/>
                </a:cubicBezTo>
                <a:cubicBezTo>
                  <a:pt x="2573194" y="5276772"/>
                  <a:pt x="2536761" y="5289705"/>
                  <a:pt x="2503548" y="5305417"/>
                </a:cubicBezTo>
                <a:cubicBezTo>
                  <a:pt x="2470336" y="5321129"/>
                  <a:pt x="2437682" y="5333988"/>
                  <a:pt x="2430984" y="5333992"/>
                </a:cubicBezTo>
                <a:cubicBezTo>
                  <a:pt x="2420650" y="5333998"/>
                  <a:pt x="2353603" y="5366469"/>
                  <a:pt x="2293143" y="5400749"/>
                </a:cubicBezTo>
                <a:cubicBezTo>
                  <a:pt x="2283975" y="5405947"/>
                  <a:pt x="2270494" y="5413414"/>
                  <a:pt x="2263185" y="5417343"/>
                </a:cubicBezTo>
                <a:cubicBezTo>
                  <a:pt x="2226891" y="5436853"/>
                  <a:pt x="1866335" y="5684465"/>
                  <a:pt x="1795310" y="5738657"/>
                </a:cubicBezTo>
                <a:cubicBezTo>
                  <a:pt x="1750569" y="5772794"/>
                  <a:pt x="1710462" y="5800725"/>
                  <a:pt x="1706183" y="5800725"/>
                </a:cubicBezTo>
                <a:cubicBezTo>
                  <a:pt x="1701903" y="5800725"/>
                  <a:pt x="1690589" y="5809358"/>
                  <a:pt x="1681040" y="5819909"/>
                </a:cubicBezTo>
                <a:cubicBezTo>
                  <a:pt x="1666037" y="5836488"/>
                  <a:pt x="1620646" y="5869760"/>
                  <a:pt x="1538287" y="5924550"/>
                </a:cubicBezTo>
                <a:cubicBezTo>
                  <a:pt x="1472428" y="5968362"/>
                  <a:pt x="1405459" y="6016623"/>
                  <a:pt x="1333500" y="6072126"/>
                </a:cubicBezTo>
                <a:cubicBezTo>
                  <a:pt x="1252604" y="6134521"/>
                  <a:pt x="1015724" y="6308093"/>
                  <a:pt x="922154" y="6373535"/>
                </a:cubicBezTo>
                <a:cubicBezTo>
                  <a:pt x="882509" y="6401263"/>
                  <a:pt x="869335" y="6406137"/>
                  <a:pt x="856204" y="6397936"/>
                </a:cubicBezTo>
                <a:cubicBezTo>
                  <a:pt x="836351" y="6385538"/>
                  <a:pt x="773635" y="6423089"/>
                  <a:pt x="746015" y="6463912"/>
                </a:cubicBezTo>
                <a:cubicBezTo>
                  <a:pt x="722553" y="6498589"/>
                  <a:pt x="662985" y="6556244"/>
                  <a:pt x="602853" y="6602473"/>
                </a:cubicBezTo>
                <a:cubicBezTo>
                  <a:pt x="561711" y="6634104"/>
                  <a:pt x="548432" y="6639556"/>
                  <a:pt x="525044" y="6634419"/>
                </a:cubicBezTo>
                <a:cubicBezTo>
                  <a:pt x="505557" y="6630139"/>
                  <a:pt x="484949" y="6634293"/>
                  <a:pt x="458351" y="6647862"/>
                </a:cubicBezTo>
                <a:cubicBezTo>
                  <a:pt x="405364" y="6674894"/>
                  <a:pt x="386162" y="6672699"/>
                  <a:pt x="363576" y="6637026"/>
                </a:cubicBezTo>
                <a:cubicBezTo>
                  <a:pt x="347600" y="6611794"/>
                  <a:pt x="346210" y="6602905"/>
                  <a:pt x="355496" y="6585350"/>
                </a:cubicBezTo>
                <a:cubicBezTo>
                  <a:pt x="380917" y="6537294"/>
                  <a:pt x="469159" y="6440781"/>
                  <a:pt x="542488" y="6380831"/>
                </a:cubicBezTo>
                <a:cubicBezTo>
                  <a:pt x="559126" y="6367230"/>
                  <a:pt x="577863" y="6341193"/>
                  <a:pt x="584127" y="6322973"/>
                </a:cubicBezTo>
                <a:cubicBezTo>
                  <a:pt x="596524" y="6286913"/>
                  <a:pt x="635217" y="6238208"/>
                  <a:pt x="766762" y="6093085"/>
                </a:cubicBezTo>
                <a:cubicBezTo>
                  <a:pt x="813911" y="6041069"/>
                  <a:pt x="867060" y="5978654"/>
                  <a:pt x="884871" y="5954386"/>
                </a:cubicBezTo>
                <a:cubicBezTo>
                  <a:pt x="926108" y="5898199"/>
                  <a:pt x="1019294" y="5791364"/>
                  <a:pt x="1123404" y="5680917"/>
                </a:cubicBezTo>
                <a:cubicBezTo>
                  <a:pt x="1168233" y="5633358"/>
                  <a:pt x="1238235" y="5551919"/>
                  <a:pt x="1278962" y="5499942"/>
                </a:cubicBezTo>
                <a:cubicBezTo>
                  <a:pt x="1319690" y="5447964"/>
                  <a:pt x="1380606" y="5373290"/>
                  <a:pt x="1414333" y="5334000"/>
                </a:cubicBezTo>
                <a:cubicBezTo>
                  <a:pt x="1448059" y="5294709"/>
                  <a:pt x="1475816" y="5258680"/>
                  <a:pt x="1476014" y="5253936"/>
                </a:cubicBezTo>
                <a:cubicBezTo>
                  <a:pt x="1476212" y="5249192"/>
                  <a:pt x="1487090" y="5231261"/>
                  <a:pt x="1500187" y="5214090"/>
                </a:cubicBezTo>
                <a:cubicBezTo>
                  <a:pt x="1513284" y="5196919"/>
                  <a:pt x="1524000" y="5179766"/>
                  <a:pt x="1524000" y="5175971"/>
                </a:cubicBezTo>
                <a:cubicBezTo>
                  <a:pt x="1524000" y="5172176"/>
                  <a:pt x="1540578" y="5147244"/>
                  <a:pt x="1560840" y="5120567"/>
                </a:cubicBezTo>
                <a:cubicBezTo>
                  <a:pt x="1581102" y="5093889"/>
                  <a:pt x="1605564" y="5059203"/>
                  <a:pt x="1615200" y="5043487"/>
                </a:cubicBezTo>
                <a:cubicBezTo>
                  <a:pt x="1624836" y="5027771"/>
                  <a:pt x="1642548" y="5002796"/>
                  <a:pt x="1654560" y="4987987"/>
                </a:cubicBezTo>
                <a:cubicBezTo>
                  <a:pt x="1666572" y="4973179"/>
                  <a:pt x="1676400" y="4955036"/>
                  <a:pt x="1676399" y="4947670"/>
                </a:cubicBezTo>
                <a:cubicBezTo>
                  <a:pt x="1676399" y="4930395"/>
                  <a:pt x="1760487" y="4753219"/>
                  <a:pt x="1778689" y="4732143"/>
                </a:cubicBezTo>
                <a:cubicBezTo>
                  <a:pt x="1804853" y="4701847"/>
                  <a:pt x="1782333" y="4696161"/>
                  <a:pt x="1730942" y="4720087"/>
                </a:cubicBezTo>
                <a:cubicBezTo>
                  <a:pt x="1703563" y="4732834"/>
                  <a:pt x="1672590" y="4743396"/>
                  <a:pt x="1662112" y="4743557"/>
                </a:cubicBezTo>
                <a:cubicBezTo>
                  <a:pt x="1651635" y="4743719"/>
                  <a:pt x="1613058" y="4754458"/>
                  <a:pt x="1576387" y="4767421"/>
                </a:cubicBezTo>
                <a:cubicBezTo>
                  <a:pt x="1539716" y="4780385"/>
                  <a:pt x="1489106" y="4791010"/>
                  <a:pt x="1463920" y="4791033"/>
                </a:cubicBezTo>
                <a:cubicBezTo>
                  <a:pt x="1433722" y="4791060"/>
                  <a:pt x="1404529" y="4798657"/>
                  <a:pt x="1378195" y="4813342"/>
                </a:cubicBezTo>
                <a:cubicBezTo>
                  <a:pt x="1356232" y="4825590"/>
                  <a:pt x="1327546" y="4838014"/>
                  <a:pt x="1314450" y="4840952"/>
                </a:cubicBezTo>
                <a:cubicBezTo>
                  <a:pt x="1283755" y="4847838"/>
                  <a:pt x="1237697" y="4864359"/>
                  <a:pt x="1169013" y="4893120"/>
                </a:cubicBezTo>
                <a:cubicBezTo>
                  <a:pt x="1047420" y="4944037"/>
                  <a:pt x="1019674" y="4898022"/>
                  <a:pt x="1115892" y="4805023"/>
                </a:cubicBezTo>
                <a:cubicBezTo>
                  <a:pt x="1149137" y="4772890"/>
                  <a:pt x="1197768" y="4719536"/>
                  <a:pt x="1223962" y="4686458"/>
                </a:cubicBezTo>
                <a:cubicBezTo>
                  <a:pt x="1250156" y="4653380"/>
                  <a:pt x="1283374" y="4613765"/>
                  <a:pt x="1297781" y="4598425"/>
                </a:cubicBezTo>
                <a:cubicBezTo>
                  <a:pt x="1312187" y="4583085"/>
                  <a:pt x="1323975" y="4563177"/>
                  <a:pt x="1323974" y="4554186"/>
                </a:cubicBezTo>
                <a:cubicBezTo>
                  <a:pt x="1323974" y="4545194"/>
                  <a:pt x="1344905" y="4513084"/>
                  <a:pt x="1370486" y="4482829"/>
                </a:cubicBezTo>
                <a:cubicBezTo>
                  <a:pt x="1472832" y="4361785"/>
                  <a:pt x="1497466" y="4277309"/>
                  <a:pt x="1448415" y="4215586"/>
                </a:cubicBezTo>
                <a:cubicBezTo>
                  <a:pt x="1433037" y="4196236"/>
                  <a:pt x="1419107" y="4177430"/>
                  <a:pt x="1417458" y="4173795"/>
                </a:cubicBezTo>
                <a:cubicBezTo>
                  <a:pt x="1397224" y="4129172"/>
                  <a:pt x="1151820" y="4021112"/>
                  <a:pt x="947737" y="3966960"/>
                </a:cubicBezTo>
                <a:cubicBezTo>
                  <a:pt x="845609" y="3939861"/>
                  <a:pt x="805109" y="3928795"/>
                  <a:pt x="752475" y="3913604"/>
                </a:cubicBezTo>
                <a:cubicBezTo>
                  <a:pt x="672113" y="3890412"/>
                  <a:pt x="633988" y="3885619"/>
                  <a:pt x="485775" y="3880079"/>
                </a:cubicBezTo>
                <a:cubicBezTo>
                  <a:pt x="393086" y="3876614"/>
                  <a:pt x="323103" y="3869826"/>
                  <a:pt x="315183" y="3863533"/>
                </a:cubicBezTo>
                <a:cubicBezTo>
                  <a:pt x="307233" y="3857215"/>
                  <a:pt x="258659" y="3852567"/>
                  <a:pt x="196121" y="3852140"/>
                </a:cubicBezTo>
                <a:cubicBezTo>
                  <a:pt x="33623" y="3851029"/>
                  <a:pt x="0" y="3843174"/>
                  <a:pt x="0" y="3806323"/>
                </a:cubicBezTo>
                <a:cubicBezTo>
                  <a:pt x="0" y="3782191"/>
                  <a:pt x="5592" y="3774074"/>
                  <a:pt x="29519" y="3763483"/>
                </a:cubicBezTo>
                <a:cubicBezTo>
                  <a:pt x="77449" y="3742267"/>
                  <a:pt x="143758" y="3724297"/>
                  <a:pt x="175345" y="3723964"/>
                </a:cubicBezTo>
                <a:cubicBezTo>
                  <a:pt x="204254" y="3723658"/>
                  <a:pt x="299231" y="3694918"/>
                  <a:pt x="311337" y="3682812"/>
                </a:cubicBezTo>
                <a:cubicBezTo>
                  <a:pt x="314726" y="3679423"/>
                  <a:pt x="326225" y="3676649"/>
                  <a:pt x="336890" y="3676650"/>
                </a:cubicBezTo>
                <a:cubicBezTo>
                  <a:pt x="347554" y="3676650"/>
                  <a:pt x="369343" y="3664176"/>
                  <a:pt x="385309" y="3648930"/>
                </a:cubicBezTo>
                <a:cubicBezTo>
                  <a:pt x="415738" y="3619873"/>
                  <a:pt x="458347" y="3592727"/>
                  <a:pt x="514350" y="3566721"/>
                </a:cubicBezTo>
                <a:cubicBezTo>
                  <a:pt x="532685" y="3558206"/>
                  <a:pt x="554116" y="3547282"/>
                  <a:pt x="561975" y="3542446"/>
                </a:cubicBezTo>
                <a:cubicBezTo>
                  <a:pt x="569833" y="3537610"/>
                  <a:pt x="582691" y="3530686"/>
                  <a:pt x="590550" y="3527059"/>
                </a:cubicBezTo>
                <a:cubicBezTo>
                  <a:pt x="598408" y="3523432"/>
                  <a:pt x="644743" y="3495599"/>
                  <a:pt x="693518" y="3465207"/>
                </a:cubicBezTo>
                <a:cubicBezTo>
                  <a:pt x="742292" y="3434815"/>
                  <a:pt x="783958" y="3409950"/>
                  <a:pt x="786108" y="3409950"/>
                </a:cubicBezTo>
                <a:cubicBezTo>
                  <a:pt x="793222" y="3409950"/>
                  <a:pt x="881000" y="3348177"/>
                  <a:pt x="884237" y="3340893"/>
                </a:cubicBezTo>
                <a:cubicBezTo>
                  <a:pt x="885983" y="3336964"/>
                  <a:pt x="892413" y="3333635"/>
                  <a:pt x="898525" y="3333495"/>
                </a:cubicBezTo>
                <a:cubicBezTo>
                  <a:pt x="909369" y="3333247"/>
                  <a:pt x="1005504" y="3258848"/>
                  <a:pt x="1084355" y="3189681"/>
                </a:cubicBezTo>
                <a:cubicBezTo>
                  <a:pt x="1131325" y="3148480"/>
                  <a:pt x="1249713" y="3012241"/>
                  <a:pt x="1319213" y="2919412"/>
                </a:cubicBezTo>
                <a:cubicBezTo>
                  <a:pt x="1358182" y="2867363"/>
                  <a:pt x="1370467" y="2842375"/>
                  <a:pt x="1375220" y="2805497"/>
                </a:cubicBezTo>
                <a:cubicBezTo>
                  <a:pt x="1378568" y="2779515"/>
                  <a:pt x="1385552" y="2754012"/>
                  <a:pt x="1390741" y="2748823"/>
                </a:cubicBezTo>
                <a:cubicBezTo>
                  <a:pt x="1395929" y="2743635"/>
                  <a:pt x="1400175" y="2715054"/>
                  <a:pt x="1400174" y="2685311"/>
                </a:cubicBezTo>
                <a:cubicBezTo>
                  <a:pt x="1400174" y="2647840"/>
                  <a:pt x="1404757" y="2627429"/>
                  <a:pt x="1415095" y="2618849"/>
                </a:cubicBezTo>
                <a:cubicBezTo>
                  <a:pt x="1430569" y="2606007"/>
                  <a:pt x="1428850" y="2461679"/>
                  <a:pt x="1412916" y="2435898"/>
                </a:cubicBezTo>
                <a:cubicBezTo>
                  <a:pt x="1409146" y="2429799"/>
                  <a:pt x="1402842" y="2407507"/>
                  <a:pt x="1398907" y="2386360"/>
                </a:cubicBezTo>
                <a:cubicBezTo>
                  <a:pt x="1373723" y="2251043"/>
                  <a:pt x="1358091" y="2201472"/>
                  <a:pt x="1298840" y="2069045"/>
                </a:cubicBezTo>
                <a:cubicBezTo>
                  <a:pt x="1286470" y="2041399"/>
                  <a:pt x="1276350" y="2016487"/>
                  <a:pt x="1276350" y="2013687"/>
                </a:cubicBezTo>
                <a:cubicBezTo>
                  <a:pt x="1276350" y="2007260"/>
                  <a:pt x="1230471" y="1905090"/>
                  <a:pt x="1218991" y="1885950"/>
                </a:cubicBezTo>
                <a:cubicBezTo>
                  <a:pt x="1202622" y="1858659"/>
                  <a:pt x="1120162" y="1709596"/>
                  <a:pt x="1107874" y="1685084"/>
                </a:cubicBezTo>
                <a:cubicBezTo>
                  <a:pt x="1101077" y="1671524"/>
                  <a:pt x="1086912" y="1652643"/>
                  <a:pt x="1076395" y="1643126"/>
                </a:cubicBezTo>
                <a:cubicBezTo>
                  <a:pt x="1065879" y="1633609"/>
                  <a:pt x="1057275" y="1619771"/>
                  <a:pt x="1057275" y="1612375"/>
                </a:cubicBezTo>
                <a:cubicBezTo>
                  <a:pt x="1057275" y="1595402"/>
                  <a:pt x="1034753" y="1564899"/>
                  <a:pt x="892894" y="1389745"/>
                </a:cubicBezTo>
                <a:cubicBezTo>
                  <a:pt x="852390" y="1339734"/>
                  <a:pt x="849497" y="1285875"/>
                  <a:pt x="887315" y="1285875"/>
                </a:cubicBezTo>
                <a:cubicBezTo>
                  <a:pt x="901247" y="1285874"/>
                  <a:pt x="1038764" y="1381232"/>
                  <a:pt x="1089261" y="1425909"/>
                </a:cubicBezTo>
                <a:cubicBezTo>
                  <a:pt x="1114712" y="1448426"/>
                  <a:pt x="1143786" y="1466850"/>
                  <a:pt x="1153871" y="1466850"/>
                </a:cubicBezTo>
                <a:cubicBezTo>
                  <a:pt x="1172701" y="1466850"/>
                  <a:pt x="1238700" y="1497672"/>
                  <a:pt x="1314450" y="1541841"/>
                </a:cubicBezTo>
                <a:cubicBezTo>
                  <a:pt x="1366079" y="1571946"/>
                  <a:pt x="1422543" y="1595841"/>
                  <a:pt x="1585912" y="1656724"/>
                </a:cubicBezTo>
                <a:cubicBezTo>
                  <a:pt x="1800271" y="1736608"/>
                  <a:pt x="1902755" y="1756894"/>
                  <a:pt x="2057400" y="1750053"/>
                </a:cubicBezTo>
                <a:cubicBezTo>
                  <a:pt x="2145707" y="1746147"/>
                  <a:pt x="2167208" y="1741808"/>
                  <a:pt x="2259285" y="1709316"/>
                </a:cubicBezTo>
                <a:cubicBezTo>
                  <a:pt x="2300541" y="1694758"/>
                  <a:pt x="2306396" y="1694726"/>
                  <a:pt x="2334823" y="1708907"/>
                </a:cubicBezTo>
                <a:cubicBezTo>
                  <a:pt x="2370598" y="1726754"/>
                  <a:pt x="2402690" y="1710565"/>
                  <a:pt x="2485990" y="1632647"/>
                </a:cubicBezTo>
                <a:cubicBezTo>
                  <a:pt x="2510087" y="1610107"/>
                  <a:pt x="2541407" y="1587254"/>
                  <a:pt x="2555590" y="1581861"/>
                </a:cubicBezTo>
                <a:cubicBezTo>
                  <a:pt x="2570478" y="1576201"/>
                  <a:pt x="2587018" y="1558883"/>
                  <a:pt x="2594726" y="1540885"/>
                </a:cubicBezTo>
                <a:cubicBezTo>
                  <a:pt x="2646059" y="1421024"/>
                  <a:pt x="2657475" y="1391108"/>
                  <a:pt x="2657475" y="1376449"/>
                </a:cubicBezTo>
                <a:cubicBezTo>
                  <a:pt x="2657475" y="1367330"/>
                  <a:pt x="2663690" y="1340005"/>
                  <a:pt x="2671287" y="1315728"/>
                </a:cubicBezTo>
                <a:cubicBezTo>
                  <a:pt x="2695033" y="1239847"/>
                  <a:pt x="2703467" y="1198276"/>
                  <a:pt x="2714061" y="1104900"/>
                </a:cubicBezTo>
                <a:cubicBezTo>
                  <a:pt x="2719708" y="1055131"/>
                  <a:pt x="2728345" y="988695"/>
                  <a:pt x="2733256" y="957262"/>
                </a:cubicBezTo>
                <a:cubicBezTo>
                  <a:pt x="2747094" y="868686"/>
                  <a:pt x="2750119" y="821481"/>
                  <a:pt x="2757365" y="581025"/>
                </a:cubicBezTo>
                <a:cubicBezTo>
                  <a:pt x="2763405" y="380539"/>
                  <a:pt x="2766058" y="354416"/>
                  <a:pt x="2782788" y="330623"/>
                </a:cubicBezTo>
                <a:cubicBezTo>
                  <a:pt x="2800169" y="305905"/>
                  <a:pt x="2800637" y="299115"/>
                  <a:pt x="2789518" y="232946"/>
                </a:cubicBezTo>
                <a:cubicBezTo>
                  <a:pt x="2778993" y="170303"/>
                  <a:pt x="2779499" y="156449"/>
                  <a:pt x="2793769" y="116635"/>
                </a:cubicBezTo>
                <a:cubicBezTo>
                  <a:pt x="2802679" y="91776"/>
                  <a:pt x="2809948" y="63830"/>
                  <a:pt x="2809922" y="54532"/>
                </a:cubicBezTo>
                <a:cubicBezTo>
                  <a:pt x="2809869" y="35548"/>
                  <a:pt x="2849657" y="16638"/>
                  <a:pt x="2871787" y="25130"/>
                </a:cubicBezTo>
                <a:cubicBezTo>
                  <a:pt x="2879735" y="28180"/>
                  <a:pt x="2889050" y="41990"/>
                  <a:pt x="2892486" y="55819"/>
                </a:cubicBezTo>
                <a:cubicBezTo>
                  <a:pt x="2895922" y="69648"/>
                  <a:pt x="2907101" y="92335"/>
                  <a:pt x="2917327" y="106235"/>
                </a:cubicBezTo>
                <a:cubicBezTo>
                  <a:pt x="2935367" y="130756"/>
                  <a:pt x="2947483" y="173797"/>
                  <a:pt x="2958474" y="252412"/>
                </a:cubicBezTo>
                <a:cubicBezTo>
                  <a:pt x="2961404" y="273367"/>
                  <a:pt x="2967841" y="301277"/>
                  <a:pt x="2972778" y="314435"/>
                </a:cubicBezTo>
                <a:cubicBezTo>
                  <a:pt x="2977715" y="327593"/>
                  <a:pt x="2985537" y="359740"/>
                  <a:pt x="2990161" y="385873"/>
                </a:cubicBezTo>
                <a:cubicBezTo>
                  <a:pt x="3003834" y="463154"/>
                  <a:pt x="3039152" y="602436"/>
                  <a:pt x="3053616" y="636116"/>
                </a:cubicBezTo>
                <a:cubicBezTo>
                  <a:pt x="3061005" y="653320"/>
                  <a:pt x="3067050" y="677713"/>
                  <a:pt x="3067050" y="690323"/>
                </a:cubicBezTo>
                <a:cubicBezTo>
                  <a:pt x="3067050" y="702933"/>
                  <a:pt x="3071336" y="715899"/>
                  <a:pt x="3076575" y="719137"/>
                </a:cubicBezTo>
                <a:cubicBezTo>
                  <a:pt x="3081813" y="722375"/>
                  <a:pt x="3086100" y="735341"/>
                  <a:pt x="3086100" y="747951"/>
                </a:cubicBezTo>
                <a:cubicBezTo>
                  <a:pt x="3086100" y="760561"/>
                  <a:pt x="3092125" y="784954"/>
                  <a:pt x="3099489" y="802158"/>
                </a:cubicBezTo>
                <a:cubicBezTo>
                  <a:pt x="3114761" y="837834"/>
                  <a:pt x="3181480" y="1048338"/>
                  <a:pt x="3181401" y="1060597"/>
                </a:cubicBezTo>
                <a:cubicBezTo>
                  <a:pt x="3181252" y="1083943"/>
                  <a:pt x="3252890" y="1228922"/>
                  <a:pt x="3298017" y="1296601"/>
                </a:cubicBezTo>
                <a:cubicBezTo>
                  <a:pt x="3317670" y="1326074"/>
                  <a:pt x="3333750" y="1353014"/>
                  <a:pt x="3333750" y="1356467"/>
                </a:cubicBezTo>
                <a:cubicBezTo>
                  <a:pt x="3333750" y="1371884"/>
                  <a:pt x="3460965" y="1533968"/>
                  <a:pt x="3507922" y="1578378"/>
                </a:cubicBezTo>
                <a:cubicBezTo>
                  <a:pt x="3555589" y="1623459"/>
                  <a:pt x="3564795" y="1628105"/>
                  <a:pt x="3618497" y="1634181"/>
                </a:cubicBezTo>
                <a:cubicBezTo>
                  <a:pt x="3650715" y="1637826"/>
                  <a:pt x="3679376" y="1644530"/>
                  <a:pt x="3682187" y="1649079"/>
                </a:cubicBezTo>
                <a:cubicBezTo>
                  <a:pt x="3689960" y="1661656"/>
                  <a:pt x="3735459" y="1658851"/>
                  <a:pt x="3763835" y="1644046"/>
                </a:cubicBezTo>
                <a:cubicBezTo>
                  <a:pt x="3777735" y="1636793"/>
                  <a:pt x="3805175" y="1625557"/>
                  <a:pt x="3824812" y="1619076"/>
                </a:cubicBezTo>
                <a:cubicBezTo>
                  <a:pt x="3844449" y="1612595"/>
                  <a:pt x="3878082" y="1594904"/>
                  <a:pt x="3899551" y="1579762"/>
                </a:cubicBezTo>
                <a:cubicBezTo>
                  <a:pt x="3921021" y="1564619"/>
                  <a:pt x="3960624" y="1537198"/>
                  <a:pt x="3987557" y="1518826"/>
                </a:cubicBezTo>
                <a:cubicBezTo>
                  <a:pt x="4071593" y="1461503"/>
                  <a:pt x="4294109" y="1206320"/>
                  <a:pt x="4376737" y="1072511"/>
                </a:cubicBezTo>
                <a:cubicBezTo>
                  <a:pt x="4394604" y="1043577"/>
                  <a:pt x="4459343" y="952094"/>
                  <a:pt x="4478011" y="929401"/>
                </a:cubicBezTo>
                <a:cubicBezTo>
                  <a:pt x="4482644" y="923769"/>
                  <a:pt x="4526084" y="863441"/>
                  <a:pt x="4574546" y="795337"/>
                </a:cubicBezTo>
                <a:cubicBezTo>
                  <a:pt x="4629903" y="717542"/>
                  <a:pt x="4669707" y="670483"/>
                  <a:pt x="4681622" y="668744"/>
                </a:cubicBezTo>
                <a:cubicBezTo>
                  <a:pt x="4693429" y="667021"/>
                  <a:pt x="4723669" y="631745"/>
                  <a:pt x="4761742" y="575280"/>
                </a:cubicBezTo>
                <a:cubicBezTo>
                  <a:pt x="4795378" y="525397"/>
                  <a:pt x="4833954" y="478795"/>
                  <a:pt x="4847467" y="471719"/>
                </a:cubicBezTo>
                <a:cubicBezTo>
                  <a:pt x="4870141" y="459847"/>
                  <a:pt x="4890350" y="428426"/>
                  <a:pt x="4948839" y="314105"/>
                </a:cubicBezTo>
                <a:cubicBezTo>
                  <a:pt x="5001112" y="211933"/>
                  <a:pt x="5050500" y="189224"/>
                  <a:pt x="5055963" y="264848"/>
                </a:cubicBezTo>
                <a:cubicBezTo>
                  <a:pt x="5058286" y="297008"/>
                  <a:pt x="5051973" y="318259"/>
                  <a:pt x="5026276" y="364778"/>
                </a:cubicBezTo>
                <a:cubicBezTo>
                  <a:pt x="4988383" y="433378"/>
                  <a:pt x="4930586" y="622096"/>
                  <a:pt x="4939179" y="649170"/>
                </a:cubicBezTo>
                <a:cubicBezTo>
                  <a:pt x="4942407" y="659342"/>
                  <a:pt x="4940947" y="672816"/>
                  <a:pt x="4935933" y="679113"/>
                </a:cubicBezTo>
                <a:cubicBezTo>
                  <a:pt x="4930920" y="685410"/>
                  <a:pt x="4924447" y="703421"/>
                  <a:pt x="4921550" y="719137"/>
                </a:cubicBezTo>
                <a:cubicBezTo>
                  <a:pt x="4918653" y="734853"/>
                  <a:pt x="4911229" y="768581"/>
                  <a:pt x="4905053" y="794088"/>
                </a:cubicBezTo>
                <a:cubicBezTo>
                  <a:pt x="4897573" y="824982"/>
                  <a:pt x="4896891" y="847241"/>
                  <a:pt x="4903011" y="860763"/>
                </a:cubicBezTo>
                <a:cubicBezTo>
                  <a:pt x="4911844" y="880279"/>
                  <a:pt x="4909013" y="910666"/>
                  <a:pt x="4887809" y="1023937"/>
                </a:cubicBezTo>
                <a:cubicBezTo>
                  <a:pt x="4882905" y="1050131"/>
                  <a:pt x="4880596" y="1074417"/>
                  <a:pt x="4882677" y="1077906"/>
                </a:cubicBezTo>
                <a:cubicBezTo>
                  <a:pt x="4884758" y="1081396"/>
                  <a:pt x="4882256" y="1095309"/>
                  <a:pt x="4877118" y="1108825"/>
                </a:cubicBezTo>
                <a:cubicBezTo>
                  <a:pt x="4871979" y="1122340"/>
                  <a:pt x="4865183" y="1177231"/>
                  <a:pt x="4862016" y="1230804"/>
                </a:cubicBezTo>
                <a:cubicBezTo>
                  <a:pt x="4858848" y="1284377"/>
                  <a:pt x="4854258" y="1331442"/>
                  <a:pt x="4851816" y="1335394"/>
                </a:cubicBezTo>
                <a:cubicBezTo>
                  <a:pt x="4832968" y="1365891"/>
                  <a:pt x="4832380" y="1863900"/>
                  <a:pt x="4851130" y="1916728"/>
                </a:cubicBezTo>
                <a:cubicBezTo>
                  <a:pt x="4868487" y="1965634"/>
                  <a:pt x="4869976" y="1966206"/>
                  <a:pt x="4909740" y="1939221"/>
                </a:cubicBezTo>
                <a:cubicBezTo>
                  <a:pt x="4929086" y="1926093"/>
                  <a:pt x="4953993" y="1912470"/>
                  <a:pt x="4965088" y="1908948"/>
                </a:cubicBezTo>
                <a:cubicBezTo>
                  <a:pt x="4976183" y="1905427"/>
                  <a:pt x="5005819" y="1888096"/>
                  <a:pt x="5030945" y="1870435"/>
                </a:cubicBezTo>
                <a:cubicBezTo>
                  <a:pt x="5056071" y="1852774"/>
                  <a:pt x="5079888" y="1838093"/>
                  <a:pt x="5083871" y="1837809"/>
                </a:cubicBezTo>
                <a:cubicBezTo>
                  <a:pt x="5095927" y="1836951"/>
                  <a:pt x="5275348" y="1705107"/>
                  <a:pt x="5313249" y="1669256"/>
                </a:cubicBezTo>
                <a:cubicBezTo>
                  <a:pt x="5329799" y="1653600"/>
                  <a:pt x="5352395" y="1654087"/>
                  <a:pt x="5358591" y="1670232"/>
                </a:cubicBezTo>
                <a:cubicBezTo>
                  <a:pt x="5363415" y="1682804"/>
                  <a:pt x="5329630" y="1745815"/>
                  <a:pt x="5275287" y="1825594"/>
                </a:cubicBezTo>
                <a:cubicBezTo>
                  <a:pt x="5260430" y="1847406"/>
                  <a:pt x="5248275" y="1868177"/>
                  <a:pt x="5248275" y="1871752"/>
                </a:cubicBezTo>
                <a:cubicBezTo>
                  <a:pt x="5248275" y="1875328"/>
                  <a:pt x="5232812" y="1911060"/>
                  <a:pt x="5213913" y="1951158"/>
                </a:cubicBezTo>
                <a:cubicBezTo>
                  <a:pt x="5195015" y="1991255"/>
                  <a:pt x="5164845" y="2056209"/>
                  <a:pt x="5146870" y="2095500"/>
                </a:cubicBezTo>
                <a:cubicBezTo>
                  <a:pt x="5128895" y="2134790"/>
                  <a:pt x="5107716" y="2179434"/>
                  <a:pt x="5099806" y="2194709"/>
                </a:cubicBezTo>
                <a:cubicBezTo>
                  <a:pt x="5079495" y="2233929"/>
                  <a:pt x="5097170" y="2248465"/>
                  <a:pt x="5182871" y="2263022"/>
                </a:cubicBezTo>
                <a:cubicBezTo>
                  <a:pt x="5239221" y="2272594"/>
                  <a:pt x="5256650" y="2272353"/>
                  <a:pt x="5280804" y="2261669"/>
                </a:cubicBezTo>
                <a:cubicBezTo>
                  <a:pt x="5296965" y="2254521"/>
                  <a:pt x="5344477" y="2244092"/>
                  <a:pt x="5386387" y="2238494"/>
                </a:cubicBezTo>
                <a:cubicBezTo>
                  <a:pt x="5482413" y="2225667"/>
                  <a:pt x="5488590" y="2224456"/>
                  <a:pt x="5557837" y="2204868"/>
                </a:cubicBezTo>
                <a:cubicBezTo>
                  <a:pt x="5645025" y="2180205"/>
                  <a:pt x="5677011" y="2171624"/>
                  <a:pt x="5734050" y="2157597"/>
                </a:cubicBezTo>
                <a:cubicBezTo>
                  <a:pt x="5762863" y="2150511"/>
                  <a:pt x="5831443" y="2128706"/>
                  <a:pt x="5886450" y="2109142"/>
                </a:cubicBezTo>
                <a:cubicBezTo>
                  <a:pt x="5956511" y="2084224"/>
                  <a:pt x="6005003" y="2072971"/>
                  <a:pt x="6048375" y="2071568"/>
                </a:cubicBezTo>
                <a:cubicBezTo>
                  <a:pt x="6129878" y="2068931"/>
                  <a:pt x="6262018" y="2019702"/>
                  <a:pt x="6296710" y="1979050"/>
                </a:cubicBezTo>
                <a:cubicBezTo>
                  <a:pt x="6318218" y="1953847"/>
                  <a:pt x="6323542" y="1951803"/>
                  <a:pt x="6340344" y="1962296"/>
                </a:cubicBezTo>
                <a:cubicBezTo>
                  <a:pt x="6370636" y="1981213"/>
                  <a:pt x="6547077" y="1910391"/>
                  <a:pt x="6556157" y="1875670"/>
                </a:cubicBezTo>
                <a:cubicBezTo>
                  <a:pt x="6561025" y="1857053"/>
                  <a:pt x="6677551" y="1797169"/>
                  <a:pt x="6732081" y="1785260"/>
                </a:cubicBezTo>
                <a:cubicBezTo>
                  <a:pt x="6767146" y="1777603"/>
                  <a:pt x="6860602" y="1742024"/>
                  <a:pt x="6871811" y="1732064"/>
                </a:cubicBezTo>
                <a:cubicBezTo>
                  <a:pt x="6906592" y="1701161"/>
                  <a:pt x="7001771" y="1743903"/>
                  <a:pt x="6981698" y="1781411"/>
                </a:cubicBezTo>
                <a:cubicBezTo>
                  <a:pt x="6974700" y="1794487"/>
                  <a:pt x="6975195" y="1805119"/>
                  <a:pt x="6983415" y="1818282"/>
                </a:cubicBezTo>
                <a:cubicBezTo>
                  <a:pt x="6998757" y="1842849"/>
                  <a:pt x="6989613" y="1853167"/>
                  <a:pt x="6887390" y="1926642"/>
                </a:cubicBezTo>
                <a:cubicBezTo>
                  <a:pt x="6842412" y="1958971"/>
                  <a:pt x="6782038" y="2004286"/>
                  <a:pt x="6753225" y="2027342"/>
                </a:cubicBezTo>
                <a:cubicBezTo>
                  <a:pt x="6724411" y="2050399"/>
                  <a:pt x="6683934" y="2082667"/>
                  <a:pt x="6663276" y="2099050"/>
                </a:cubicBezTo>
                <a:cubicBezTo>
                  <a:pt x="6642617" y="2115433"/>
                  <a:pt x="6599754" y="2150613"/>
                  <a:pt x="6568026" y="2177228"/>
                </a:cubicBezTo>
                <a:cubicBezTo>
                  <a:pt x="6536297" y="2203843"/>
                  <a:pt x="6493192" y="2238165"/>
                  <a:pt x="6472237" y="2253498"/>
                </a:cubicBezTo>
                <a:cubicBezTo>
                  <a:pt x="6328537" y="2358647"/>
                  <a:pt x="6076164" y="2570724"/>
                  <a:pt x="5925966" y="2712546"/>
                </a:cubicBezTo>
                <a:cubicBezTo>
                  <a:pt x="5847024" y="2787085"/>
                  <a:pt x="5808320" y="2816955"/>
                  <a:pt x="5782547" y="2823227"/>
                </a:cubicBezTo>
                <a:cubicBezTo>
                  <a:pt x="5733000" y="2835284"/>
                  <a:pt x="5665514" y="2938189"/>
                  <a:pt x="5669495" y="2995612"/>
                </a:cubicBezTo>
                <a:cubicBezTo>
                  <a:pt x="5671891" y="3030165"/>
                  <a:pt x="5674797" y="3034012"/>
                  <a:pt x="5700712" y="3036936"/>
                </a:cubicBezTo>
                <a:cubicBezTo>
                  <a:pt x="5756658" y="3043248"/>
                  <a:pt x="5770637" y="3080447"/>
                  <a:pt x="5729287" y="3112973"/>
                </a:cubicBezTo>
                <a:cubicBezTo>
                  <a:pt x="5716190" y="3123275"/>
                  <a:pt x="5705475" y="3135620"/>
                  <a:pt x="5705475" y="3140406"/>
                </a:cubicBezTo>
                <a:cubicBezTo>
                  <a:pt x="5705475" y="3150539"/>
                  <a:pt x="5787241" y="3209925"/>
                  <a:pt x="5801192" y="3209925"/>
                </a:cubicBezTo>
                <a:cubicBezTo>
                  <a:pt x="5806382" y="3209925"/>
                  <a:pt x="5827603" y="3220640"/>
                  <a:pt x="5848350" y="3233737"/>
                </a:cubicBezTo>
                <a:cubicBezTo>
                  <a:pt x="5869096" y="3246834"/>
                  <a:pt x="5898490" y="3257550"/>
                  <a:pt x="5913669" y="3257550"/>
                </a:cubicBezTo>
                <a:cubicBezTo>
                  <a:pt x="5928848" y="3257550"/>
                  <a:pt x="5946603" y="3263979"/>
                  <a:pt x="5953125" y="3271837"/>
                </a:cubicBezTo>
                <a:cubicBezTo>
                  <a:pt x="5959646" y="3279695"/>
                  <a:pt x="5974846" y="3286125"/>
                  <a:pt x="5986902" y="3286125"/>
                </a:cubicBezTo>
                <a:cubicBezTo>
                  <a:pt x="6014045" y="3286124"/>
                  <a:pt x="6094658" y="3301917"/>
                  <a:pt x="6157912" y="3319627"/>
                </a:cubicBezTo>
                <a:cubicBezTo>
                  <a:pt x="6184106" y="3326961"/>
                  <a:pt x="6218396" y="3335058"/>
                  <a:pt x="6234112" y="3337621"/>
                </a:cubicBezTo>
                <a:cubicBezTo>
                  <a:pt x="6249828" y="3340184"/>
                  <a:pt x="6294834" y="3349128"/>
                  <a:pt x="6334125" y="3357497"/>
                </a:cubicBezTo>
                <a:cubicBezTo>
                  <a:pt x="6373415" y="3365866"/>
                  <a:pt x="6422864" y="3375987"/>
                  <a:pt x="6444010" y="3379988"/>
                </a:cubicBezTo>
                <a:cubicBezTo>
                  <a:pt x="6465157" y="3383989"/>
                  <a:pt x="6487485" y="3390369"/>
                  <a:pt x="6493628" y="3394165"/>
                </a:cubicBezTo>
                <a:cubicBezTo>
                  <a:pt x="6504150" y="3400668"/>
                  <a:pt x="6566599" y="3411382"/>
                  <a:pt x="6686550" y="3427262"/>
                </a:cubicBezTo>
                <a:cubicBezTo>
                  <a:pt x="6715363" y="3431077"/>
                  <a:pt x="6745366" y="3438316"/>
                  <a:pt x="6753225" y="3443349"/>
                </a:cubicBezTo>
                <a:cubicBezTo>
                  <a:pt x="6761083" y="3448382"/>
                  <a:pt x="6794301" y="3455785"/>
                  <a:pt x="6827043" y="3459800"/>
                </a:cubicBezTo>
                <a:cubicBezTo>
                  <a:pt x="6933139" y="3472809"/>
                  <a:pt x="7004026" y="3483827"/>
                  <a:pt x="7086600" y="3500142"/>
                </a:cubicBezTo>
                <a:cubicBezTo>
                  <a:pt x="7131129" y="3508940"/>
                  <a:pt x="7197566" y="3519547"/>
                  <a:pt x="7234237" y="3523712"/>
                </a:cubicBezTo>
                <a:cubicBezTo>
                  <a:pt x="7320586" y="3533521"/>
                  <a:pt x="7351038" y="3546142"/>
                  <a:pt x="7354951" y="3573743"/>
                </a:cubicBezTo>
                <a:cubicBezTo>
                  <a:pt x="7357834" y="3594079"/>
                  <a:pt x="7363993" y="3596160"/>
                  <a:pt x="7439025" y="3602143"/>
                </a:cubicBezTo>
                <a:cubicBezTo>
                  <a:pt x="7506675" y="3607537"/>
                  <a:pt x="7586424" y="3620495"/>
                  <a:pt x="7635443" y="3634056"/>
                </a:cubicBezTo>
                <a:cubicBezTo>
                  <a:pt x="7674721" y="3644923"/>
                  <a:pt x="7649457" y="3724116"/>
                  <a:pt x="7606617" y="3724413"/>
                </a:cubicBezTo>
                <a:cubicBezTo>
                  <a:pt x="7595642" y="3724489"/>
                  <a:pt x="7567374" y="3731341"/>
                  <a:pt x="7543800" y="3739639"/>
                </a:cubicBezTo>
                <a:cubicBezTo>
                  <a:pt x="7512381" y="3750697"/>
                  <a:pt x="7486949" y="3752844"/>
                  <a:pt x="7448550" y="3747676"/>
                </a:cubicBezTo>
                <a:cubicBezTo>
                  <a:pt x="7359409" y="3735682"/>
                  <a:pt x="7328656" y="3739357"/>
                  <a:pt x="7293449" y="3766210"/>
                </a:cubicBezTo>
                <a:cubicBezTo>
                  <a:pt x="7253665" y="3796555"/>
                  <a:pt x="7219920" y="3803239"/>
                  <a:pt x="6858000" y="3852463"/>
                </a:cubicBezTo>
                <a:cubicBezTo>
                  <a:pt x="6802993" y="3859945"/>
                  <a:pt x="6732270" y="3870551"/>
                  <a:pt x="6700837" y="3876033"/>
                </a:cubicBezTo>
                <a:cubicBezTo>
                  <a:pt x="6669405" y="3881515"/>
                  <a:pt x="6585823" y="3894790"/>
                  <a:pt x="6515100" y="3905532"/>
                </a:cubicBezTo>
                <a:cubicBezTo>
                  <a:pt x="6444376" y="3916275"/>
                  <a:pt x="6375796" y="3928917"/>
                  <a:pt x="6362700" y="3933626"/>
                </a:cubicBezTo>
                <a:cubicBezTo>
                  <a:pt x="6349603" y="3938335"/>
                  <a:pt x="6319599" y="3944909"/>
                  <a:pt x="6296025" y="3948236"/>
                </a:cubicBezTo>
                <a:cubicBezTo>
                  <a:pt x="6217392" y="3959332"/>
                  <a:pt x="5957858" y="4021799"/>
                  <a:pt x="5872162" y="4050255"/>
                </a:cubicBezTo>
                <a:cubicBezTo>
                  <a:pt x="5671136" y="4117006"/>
                  <a:pt x="5516155" y="4189728"/>
                  <a:pt x="5479718" y="4234400"/>
                </a:cubicBezTo>
                <a:cubicBezTo>
                  <a:pt x="5393478" y="4340134"/>
                  <a:pt x="5399272" y="4328482"/>
                  <a:pt x="5410535" y="4373545"/>
                </a:cubicBezTo>
                <a:cubicBezTo>
                  <a:pt x="5416212" y="4396256"/>
                  <a:pt x="5422284" y="4423410"/>
                  <a:pt x="5424029" y="4433887"/>
                </a:cubicBezTo>
                <a:cubicBezTo>
                  <a:pt x="5428647" y="4461610"/>
                  <a:pt x="5475319" y="4564018"/>
                  <a:pt x="5491469" y="4581863"/>
                </a:cubicBezTo>
                <a:cubicBezTo>
                  <a:pt x="5511216" y="4603684"/>
                  <a:pt x="5543039" y="4703853"/>
                  <a:pt x="5543315" y="4745061"/>
                </a:cubicBezTo>
                <a:cubicBezTo>
                  <a:pt x="5543806" y="4818353"/>
                  <a:pt x="5573732" y="4903476"/>
                  <a:pt x="5706704" y="5209813"/>
                </a:cubicBezTo>
                <a:cubicBezTo>
                  <a:pt x="5719125" y="5238428"/>
                  <a:pt x="5777331" y="5358300"/>
                  <a:pt x="5836052" y="5476195"/>
                </a:cubicBezTo>
                <a:cubicBezTo>
                  <a:pt x="5931341" y="5667510"/>
                  <a:pt x="5941315" y="5692212"/>
                  <a:pt x="5928835" y="5706001"/>
                </a:cubicBezTo>
                <a:cubicBezTo>
                  <a:pt x="5911681" y="5724956"/>
                  <a:pt x="5941118" y="5775302"/>
                  <a:pt x="5983800" y="5800011"/>
                </a:cubicBezTo>
                <a:cubicBezTo>
                  <a:pt x="6024277" y="5823443"/>
                  <a:pt x="6074508" y="5905500"/>
                  <a:pt x="6048375" y="5905500"/>
                </a:cubicBezTo>
                <a:cubicBezTo>
                  <a:pt x="6013559" y="5905500"/>
                  <a:pt x="6128256" y="6124689"/>
                  <a:pt x="6223958" y="6241044"/>
                </a:cubicBezTo>
                <a:cubicBezTo>
                  <a:pt x="6342230" y="6384840"/>
                  <a:pt x="6375827" y="6437356"/>
                  <a:pt x="6365019" y="6461538"/>
                </a:cubicBezTo>
                <a:cubicBezTo>
                  <a:pt x="6358036" y="6477158"/>
                  <a:pt x="6361435" y="6490435"/>
                  <a:pt x="6379949" y="6519862"/>
                </a:cubicBezTo>
                <a:cubicBezTo>
                  <a:pt x="6405904" y="6561117"/>
                  <a:pt x="6477893" y="6659767"/>
                  <a:pt x="6487685" y="6667500"/>
                </a:cubicBezTo>
                <a:cubicBezTo>
                  <a:pt x="6491002" y="6670119"/>
                  <a:pt x="6496683" y="6690016"/>
                  <a:pt x="6500309" y="6711715"/>
                </a:cubicBezTo>
                <a:cubicBezTo>
                  <a:pt x="6506534" y="6748970"/>
                  <a:pt x="6505267" y="6751983"/>
                  <a:pt x="6477554" y="6765808"/>
                </a:cubicBezTo>
                <a:cubicBezTo>
                  <a:pt x="6448289" y="6780407"/>
                  <a:pt x="6448094" y="6780328"/>
                  <a:pt x="6407834" y="6737458"/>
                </a:cubicBezTo>
                <a:cubicBezTo>
                  <a:pt x="6385630" y="6713814"/>
                  <a:pt x="6363176" y="6686974"/>
                  <a:pt x="6357937" y="6677814"/>
                </a:cubicBezTo>
                <a:cubicBezTo>
                  <a:pt x="6340081" y="6646592"/>
                  <a:pt x="6272794" y="6567623"/>
                  <a:pt x="6194946" y="6486525"/>
                </a:cubicBezTo>
                <a:cubicBezTo>
                  <a:pt x="6152202" y="6441995"/>
                  <a:pt x="6106295" y="6392703"/>
                  <a:pt x="6092931" y="6376987"/>
                </a:cubicBezTo>
                <a:cubicBezTo>
                  <a:pt x="6069711" y="6349679"/>
                  <a:pt x="6068046" y="6349203"/>
                  <a:pt x="6055397" y="6366248"/>
                </a:cubicBezTo>
                <a:cubicBezTo>
                  <a:pt x="6046785" y="6377852"/>
                  <a:pt x="6035758" y="6382028"/>
                  <a:pt x="6023836" y="6378201"/>
                </a:cubicBezTo>
                <a:cubicBezTo>
                  <a:pt x="6002643" y="6371396"/>
                  <a:pt x="5235292" y="5594520"/>
                  <a:pt x="5202758" y="5546929"/>
                </a:cubicBezTo>
                <a:cubicBezTo>
                  <a:pt x="5190820" y="5529468"/>
                  <a:pt x="5169379" y="5509144"/>
                  <a:pt x="5155110" y="5501766"/>
                </a:cubicBezTo>
                <a:cubicBezTo>
                  <a:pt x="5111088" y="5479001"/>
                  <a:pt x="5088202" y="5448588"/>
                  <a:pt x="5107124" y="5437999"/>
                </a:cubicBezTo>
                <a:cubicBezTo>
                  <a:pt x="5120974" y="5430248"/>
                  <a:pt x="5119904" y="5426028"/>
                  <a:pt x="5097661" y="5400680"/>
                </a:cubicBezTo>
                <a:cubicBezTo>
                  <a:pt x="5067973" y="5366847"/>
                  <a:pt x="5061180" y="5365783"/>
                  <a:pt x="5040209" y="5391682"/>
                </a:cubicBezTo>
                <a:cubicBezTo>
                  <a:pt x="5024424" y="5411175"/>
                  <a:pt x="5024102" y="5411089"/>
                  <a:pt x="4969203" y="5372632"/>
                </a:cubicBezTo>
                <a:cubicBezTo>
                  <a:pt x="4938871" y="5351384"/>
                  <a:pt x="4911895" y="5334000"/>
                  <a:pt x="4909256" y="5334000"/>
                </a:cubicBezTo>
                <a:cubicBezTo>
                  <a:pt x="4906618" y="5334000"/>
                  <a:pt x="4880019" y="5318082"/>
                  <a:pt x="4850148" y="5298626"/>
                </a:cubicBezTo>
                <a:cubicBezTo>
                  <a:pt x="4767233" y="5244623"/>
                  <a:pt x="4753783" y="5238750"/>
                  <a:pt x="4713029" y="5238750"/>
                </a:cubicBezTo>
                <a:cubicBezTo>
                  <a:pt x="4676295" y="5238750"/>
                  <a:pt x="4675427" y="5239507"/>
                  <a:pt x="4681338" y="5266418"/>
                </a:cubicBezTo>
                <a:cubicBezTo>
                  <a:pt x="4690349" y="5307445"/>
                  <a:pt x="4674357" y="5309790"/>
                  <a:pt x="4606476" y="5277393"/>
                </a:cubicBezTo>
                <a:cubicBezTo>
                  <a:pt x="4501881" y="5227475"/>
                  <a:pt x="4428648" y="5259456"/>
                  <a:pt x="4322864" y="5401246"/>
                </a:cubicBezTo>
                <a:cubicBezTo>
                  <a:pt x="4273344" y="5467622"/>
                  <a:pt x="4179965" y="5704961"/>
                  <a:pt x="4158199" y="5819775"/>
                </a:cubicBezTo>
                <a:cubicBezTo>
                  <a:pt x="4154723" y="5838110"/>
                  <a:pt x="4146158" y="5868114"/>
                  <a:pt x="4139166" y="5886450"/>
                </a:cubicBezTo>
                <a:cubicBezTo>
                  <a:pt x="4122150" y="5931073"/>
                  <a:pt x="4095750" y="6082453"/>
                  <a:pt x="4095750" y="6135397"/>
                </a:cubicBezTo>
                <a:cubicBezTo>
                  <a:pt x="4095750" y="6158782"/>
                  <a:pt x="4091000" y="6182664"/>
                  <a:pt x="4085195" y="6188469"/>
                </a:cubicBezTo>
                <a:cubicBezTo>
                  <a:pt x="4079132" y="6194532"/>
                  <a:pt x="4072592" y="6251086"/>
                  <a:pt x="4069828" y="6321343"/>
                </a:cubicBezTo>
                <a:cubicBezTo>
                  <a:pt x="4067182" y="6388619"/>
                  <a:pt x="4061615" y="6450137"/>
                  <a:pt x="4057456" y="6458051"/>
                </a:cubicBezTo>
                <a:cubicBezTo>
                  <a:pt x="4053297" y="6465965"/>
                  <a:pt x="4049353" y="6534022"/>
                  <a:pt x="4048692" y="6609290"/>
                </a:cubicBezTo>
                <a:cubicBezTo>
                  <a:pt x="4048030" y="6684557"/>
                  <a:pt x="4044129" y="6753092"/>
                  <a:pt x="4040023" y="6761588"/>
                </a:cubicBezTo>
                <a:cubicBezTo>
                  <a:pt x="4032038" y="6778111"/>
                  <a:pt x="4033393" y="6876068"/>
                  <a:pt x="4043531" y="7015162"/>
                </a:cubicBezTo>
                <a:cubicBezTo>
                  <a:pt x="4049437" y="7096187"/>
                  <a:pt x="4048543" y="7102323"/>
                  <a:pt x="4027218" y="7127081"/>
                </a:cubicBezTo>
                <a:cubicBezTo>
                  <a:pt x="3996946" y="7162225"/>
                  <a:pt x="3989116" y="7160267"/>
                  <a:pt x="3969543" y="7112657"/>
                </a:cubicBezTo>
                <a:close/>
                <a:moveTo>
                  <a:pt x="3860106" y="6000149"/>
                </a:moveTo>
                <a:cubicBezTo>
                  <a:pt x="3857226" y="5968387"/>
                  <a:pt x="3859579" y="5920167"/>
                  <a:pt x="3865334" y="5892993"/>
                </a:cubicBezTo>
                <a:cubicBezTo>
                  <a:pt x="3871089" y="5865820"/>
                  <a:pt x="3880524" y="5805011"/>
                  <a:pt x="3886301" y="5757862"/>
                </a:cubicBezTo>
                <a:cubicBezTo>
                  <a:pt x="3897074" y="5669934"/>
                  <a:pt x="3934585" y="5513995"/>
                  <a:pt x="3957286" y="5462770"/>
                </a:cubicBezTo>
                <a:cubicBezTo>
                  <a:pt x="3964296" y="5446953"/>
                  <a:pt x="3972238" y="5425440"/>
                  <a:pt x="3974937" y="5414962"/>
                </a:cubicBezTo>
                <a:cubicBezTo>
                  <a:pt x="4020994" y="5236117"/>
                  <a:pt x="4193842" y="5012530"/>
                  <a:pt x="4319492" y="4969264"/>
                </a:cubicBezTo>
                <a:cubicBezTo>
                  <a:pt x="4340499" y="4962031"/>
                  <a:pt x="4372689" y="4950749"/>
                  <a:pt x="4391025" y="4944194"/>
                </a:cubicBezTo>
                <a:cubicBezTo>
                  <a:pt x="4489325" y="4909053"/>
                  <a:pt x="4579501" y="4898913"/>
                  <a:pt x="4617764" y="4918700"/>
                </a:cubicBezTo>
                <a:cubicBezTo>
                  <a:pt x="4632787" y="4926469"/>
                  <a:pt x="4683285" y="4937798"/>
                  <a:pt x="4729983" y="4943875"/>
                </a:cubicBezTo>
                <a:cubicBezTo>
                  <a:pt x="4776680" y="4949953"/>
                  <a:pt x="4818959" y="4958779"/>
                  <a:pt x="4823936" y="4963488"/>
                </a:cubicBezTo>
                <a:cubicBezTo>
                  <a:pt x="4828913" y="4968197"/>
                  <a:pt x="4842590" y="4972050"/>
                  <a:pt x="4854330" y="4972050"/>
                </a:cubicBezTo>
                <a:cubicBezTo>
                  <a:pt x="4866070" y="4972050"/>
                  <a:pt x="4878006" y="4975821"/>
                  <a:pt x="4880855" y="4980431"/>
                </a:cubicBezTo>
                <a:cubicBezTo>
                  <a:pt x="4883704" y="4985041"/>
                  <a:pt x="4907513" y="4995837"/>
                  <a:pt x="4933763" y="5004423"/>
                </a:cubicBezTo>
                <a:cubicBezTo>
                  <a:pt x="5065038" y="5047361"/>
                  <a:pt x="5272646" y="5213415"/>
                  <a:pt x="5505120" y="5461419"/>
                </a:cubicBezTo>
                <a:cubicBezTo>
                  <a:pt x="5565739" y="5526088"/>
                  <a:pt x="5577399" y="5519575"/>
                  <a:pt x="5531192" y="5446856"/>
                </a:cubicBezTo>
                <a:cubicBezTo>
                  <a:pt x="5513388" y="5418837"/>
                  <a:pt x="5480546" y="5357336"/>
                  <a:pt x="5458210" y="5310187"/>
                </a:cubicBezTo>
                <a:cubicBezTo>
                  <a:pt x="5435873" y="5263038"/>
                  <a:pt x="5413061" y="5215890"/>
                  <a:pt x="5407516" y="5205412"/>
                </a:cubicBezTo>
                <a:cubicBezTo>
                  <a:pt x="5401971" y="5194935"/>
                  <a:pt x="5385133" y="5160645"/>
                  <a:pt x="5370097" y="5129212"/>
                </a:cubicBezTo>
                <a:cubicBezTo>
                  <a:pt x="5355061" y="5097780"/>
                  <a:pt x="5338645" y="5064619"/>
                  <a:pt x="5333617" y="5055522"/>
                </a:cubicBezTo>
                <a:cubicBezTo>
                  <a:pt x="5328589" y="5046426"/>
                  <a:pt x="5324475" y="5033849"/>
                  <a:pt x="5324475" y="5027574"/>
                </a:cubicBezTo>
                <a:cubicBezTo>
                  <a:pt x="5324475" y="5021298"/>
                  <a:pt x="5315390" y="4997399"/>
                  <a:pt x="5304288" y="4974463"/>
                </a:cubicBezTo>
                <a:cubicBezTo>
                  <a:pt x="5285174" y="4934981"/>
                  <a:pt x="5278740" y="4914525"/>
                  <a:pt x="5257088" y="4824412"/>
                </a:cubicBezTo>
                <a:cubicBezTo>
                  <a:pt x="5252053" y="4803457"/>
                  <a:pt x="5244066" y="4777740"/>
                  <a:pt x="5239339" y="4767262"/>
                </a:cubicBezTo>
                <a:cubicBezTo>
                  <a:pt x="5225135" y="4735781"/>
                  <a:pt x="5217067" y="4675630"/>
                  <a:pt x="5218385" y="4611033"/>
                </a:cubicBezTo>
                <a:cubicBezTo>
                  <a:pt x="5219069" y="4577494"/>
                  <a:pt x="5215185" y="4544700"/>
                  <a:pt x="5209755" y="4538156"/>
                </a:cubicBezTo>
                <a:cubicBezTo>
                  <a:pt x="5204075" y="4531312"/>
                  <a:pt x="5201055" y="4490454"/>
                  <a:pt x="5202646" y="4441973"/>
                </a:cubicBezTo>
                <a:cubicBezTo>
                  <a:pt x="5205173" y="4364966"/>
                  <a:pt x="5207120" y="4357443"/>
                  <a:pt x="5225189" y="4354860"/>
                </a:cubicBezTo>
                <a:cubicBezTo>
                  <a:pt x="5238029" y="4353025"/>
                  <a:pt x="5248890" y="4359706"/>
                  <a:pt x="5256154" y="4373910"/>
                </a:cubicBezTo>
                <a:cubicBezTo>
                  <a:pt x="5265522" y="4392227"/>
                  <a:pt x="5266404" y="4387263"/>
                  <a:pt x="5261576" y="4343400"/>
                </a:cubicBezTo>
                <a:cubicBezTo>
                  <a:pt x="5257978" y="4310711"/>
                  <a:pt x="5248672" y="4283247"/>
                  <a:pt x="5236827" y="4270360"/>
                </a:cubicBezTo>
                <a:cubicBezTo>
                  <a:pt x="5212068" y="4243425"/>
                  <a:pt x="5218594" y="4211497"/>
                  <a:pt x="5270571" y="4105275"/>
                </a:cubicBezTo>
                <a:cubicBezTo>
                  <a:pt x="5333347" y="3976982"/>
                  <a:pt x="5494528" y="3825430"/>
                  <a:pt x="5634037" y="3763524"/>
                </a:cubicBezTo>
                <a:cubicBezTo>
                  <a:pt x="5705611" y="3731763"/>
                  <a:pt x="5722711" y="3724871"/>
                  <a:pt x="5767387" y="3709776"/>
                </a:cubicBezTo>
                <a:cubicBezTo>
                  <a:pt x="5793581" y="3700926"/>
                  <a:pt x="5823585" y="3690174"/>
                  <a:pt x="5834062" y="3685884"/>
                </a:cubicBezTo>
                <a:cubicBezTo>
                  <a:pt x="5844540" y="3681594"/>
                  <a:pt x="5863828" y="3676053"/>
                  <a:pt x="5876925" y="3673570"/>
                </a:cubicBezTo>
                <a:cubicBezTo>
                  <a:pt x="5890021" y="3671087"/>
                  <a:pt x="5913596" y="3664598"/>
                  <a:pt x="5929312" y="3659151"/>
                </a:cubicBezTo>
                <a:cubicBezTo>
                  <a:pt x="5992185" y="3637361"/>
                  <a:pt x="6122896" y="3609974"/>
                  <a:pt x="6164027" y="3609975"/>
                </a:cubicBezTo>
                <a:cubicBezTo>
                  <a:pt x="6179688" y="3609975"/>
                  <a:pt x="6201769" y="3605015"/>
                  <a:pt x="6213094" y="3598954"/>
                </a:cubicBezTo>
                <a:cubicBezTo>
                  <a:pt x="6233220" y="3588183"/>
                  <a:pt x="6233260" y="3587766"/>
                  <a:pt x="6214850" y="3580573"/>
                </a:cubicBezTo>
                <a:cubicBezTo>
                  <a:pt x="6204489" y="3576525"/>
                  <a:pt x="6177028" y="3572912"/>
                  <a:pt x="6153826" y="3572544"/>
                </a:cubicBezTo>
                <a:cubicBezTo>
                  <a:pt x="6112392" y="3571886"/>
                  <a:pt x="6060883" y="3559347"/>
                  <a:pt x="6025908" y="3541403"/>
                </a:cubicBezTo>
                <a:cubicBezTo>
                  <a:pt x="6016171" y="3536408"/>
                  <a:pt x="5984025" y="3524408"/>
                  <a:pt x="5954471" y="3514738"/>
                </a:cubicBezTo>
                <a:cubicBezTo>
                  <a:pt x="5745672" y="3446417"/>
                  <a:pt x="5572125" y="3329137"/>
                  <a:pt x="5572125" y="3256357"/>
                </a:cubicBezTo>
                <a:cubicBezTo>
                  <a:pt x="5572125" y="3250955"/>
                  <a:pt x="5554980" y="3230547"/>
                  <a:pt x="5534025" y="3211007"/>
                </a:cubicBezTo>
                <a:cubicBezTo>
                  <a:pt x="5511969" y="3190441"/>
                  <a:pt x="5495925" y="3166688"/>
                  <a:pt x="5495925" y="3154602"/>
                </a:cubicBezTo>
                <a:cubicBezTo>
                  <a:pt x="5495925" y="3139086"/>
                  <a:pt x="5490222" y="3133725"/>
                  <a:pt x="5473722" y="3133725"/>
                </a:cubicBezTo>
                <a:cubicBezTo>
                  <a:pt x="5434745" y="3133725"/>
                  <a:pt x="5409345" y="3048075"/>
                  <a:pt x="5434115" y="3000174"/>
                </a:cubicBezTo>
                <a:cubicBezTo>
                  <a:pt x="5441917" y="2985088"/>
                  <a:pt x="5448300" y="2962070"/>
                  <a:pt x="5448300" y="2949022"/>
                </a:cubicBezTo>
                <a:cubicBezTo>
                  <a:pt x="5448300" y="2935974"/>
                  <a:pt x="5452586" y="2922650"/>
                  <a:pt x="5457825" y="2919412"/>
                </a:cubicBezTo>
                <a:cubicBezTo>
                  <a:pt x="5463063" y="2916174"/>
                  <a:pt x="5467350" y="2905157"/>
                  <a:pt x="5467350" y="2894930"/>
                </a:cubicBezTo>
                <a:cubicBezTo>
                  <a:pt x="5467350" y="2884702"/>
                  <a:pt x="5484495" y="2851217"/>
                  <a:pt x="5505450" y="2820518"/>
                </a:cubicBezTo>
                <a:cubicBezTo>
                  <a:pt x="5526405" y="2789818"/>
                  <a:pt x="5543550" y="2761797"/>
                  <a:pt x="5543550" y="2758247"/>
                </a:cubicBezTo>
                <a:cubicBezTo>
                  <a:pt x="5543550" y="2749833"/>
                  <a:pt x="5617679" y="2642664"/>
                  <a:pt x="5648325" y="2606773"/>
                </a:cubicBezTo>
                <a:cubicBezTo>
                  <a:pt x="5680797" y="2568743"/>
                  <a:pt x="5791801" y="2472809"/>
                  <a:pt x="5895150" y="2393459"/>
                </a:cubicBezTo>
                <a:cubicBezTo>
                  <a:pt x="5922791" y="2372236"/>
                  <a:pt x="5884963" y="2379092"/>
                  <a:pt x="5831129" y="2405062"/>
                </a:cubicBezTo>
                <a:cubicBezTo>
                  <a:pt x="5803980" y="2418159"/>
                  <a:pt x="5776952" y="2428874"/>
                  <a:pt x="5771065" y="2428875"/>
                </a:cubicBezTo>
                <a:cubicBezTo>
                  <a:pt x="5765179" y="2428875"/>
                  <a:pt x="5734083" y="2437245"/>
                  <a:pt x="5701962" y="2447476"/>
                </a:cubicBezTo>
                <a:cubicBezTo>
                  <a:pt x="5578626" y="2486761"/>
                  <a:pt x="5543619" y="2495550"/>
                  <a:pt x="5510468" y="2495550"/>
                </a:cubicBezTo>
                <a:cubicBezTo>
                  <a:pt x="5491623" y="2495550"/>
                  <a:pt x="5466711" y="2501517"/>
                  <a:pt x="5455108" y="2508810"/>
                </a:cubicBezTo>
                <a:cubicBezTo>
                  <a:pt x="5442826" y="2516530"/>
                  <a:pt x="5380287" y="2526702"/>
                  <a:pt x="5305425" y="2533157"/>
                </a:cubicBezTo>
                <a:cubicBezTo>
                  <a:pt x="5234701" y="2539254"/>
                  <a:pt x="5163978" y="2545728"/>
                  <a:pt x="5148262" y="2547543"/>
                </a:cubicBezTo>
                <a:cubicBezTo>
                  <a:pt x="5117215" y="2551128"/>
                  <a:pt x="4921674" y="2527751"/>
                  <a:pt x="4866485" y="2513856"/>
                </a:cubicBezTo>
                <a:cubicBezTo>
                  <a:pt x="4783144" y="2492873"/>
                  <a:pt x="4747002" y="2402424"/>
                  <a:pt x="4785317" y="2310724"/>
                </a:cubicBezTo>
                <a:cubicBezTo>
                  <a:pt x="4793722" y="2290607"/>
                  <a:pt x="4800600" y="2272936"/>
                  <a:pt x="4800600" y="2271455"/>
                </a:cubicBezTo>
                <a:cubicBezTo>
                  <a:pt x="4800600" y="2269974"/>
                  <a:pt x="4783682" y="2271031"/>
                  <a:pt x="4763005" y="2273805"/>
                </a:cubicBezTo>
                <a:cubicBezTo>
                  <a:pt x="4735856" y="2277446"/>
                  <a:pt x="4721112" y="2274548"/>
                  <a:pt x="4709938" y="2263373"/>
                </a:cubicBezTo>
                <a:cubicBezTo>
                  <a:pt x="4701427" y="2254863"/>
                  <a:pt x="4689296" y="2247899"/>
                  <a:pt x="4682979" y="2247899"/>
                </a:cubicBezTo>
                <a:cubicBezTo>
                  <a:pt x="4652434" y="2247899"/>
                  <a:pt x="4543425" y="2107813"/>
                  <a:pt x="4543425" y="2068560"/>
                </a:cubicBezTo>
                <a:cubicBezTo>
                  <a:pt x="4543425" y="2059186"/>
                  <a:pt x="4537131" y="2043195"/>
                  <a:pt x="4529440" y="2033026"/>
                </a:cubicBezTo>
                <a:cubicBezTo>
                  <a:pt x="4521748" y="2022857"/>
                  <a:pt x="4515319" y="2003275"/>
                  <a:pt x="4515152" y="1989510"/>
                </a:cubicBezTo>
                <a:cubicBezTo>
                  <a:pt x="4514986" y="1975744"/>
                  <a:pt x="4508838" y="1959493"/>
                  <a:pt x="4501490" y="1953394"/>
                </a:cubicBezTo>
                <a:cubicBezTo>
                  <a:pt x="4494142" y="1947296"/>
                  <a:pt x="4485705" y="1924268"/>
                  <a:pt x="4482742" y="1902222"/>
                </a:cubicBezTo>
                <a:cubicBezTo>
                  <a:pt x="4469226" y="1801654"/>
                  <a:pt x="4464433" y="1781191"/>
                  <a:pt x="4451971" y="1770848"/>
                </a:cubicBezTo>
                <a:cubicBezTo>
                  <a:pt x="4436391" y="1757917"/>
                  <a:pt x="4435196" y="1679820"/>
                  <a:pt x="4449360" y="1600200"/>
                </a:cubicBezTo>
                <a:cubicBezTo>
                  <a:pt x="4454486" y="1571386"/>
                  <a:pt x="4462305" y="1522095"/>
                  <a:pt x="4466735" y="1490662"/>
                </a:cubicBezTo>
                <a:cubicBezTo>
                  <a:pt x="4477798" y="1412178"/>
                  <a:pt x="4492847" y="1358296"/>
                  <a:pt x="4504821" y="1354305"/>
                </a:cubicBezTo>
                <a:cubicBezTo>
                  <a:pt x="4520354" y="1349127"/>
                  <a:pt x="4516649" y="1314450"/>
                  <a:pt x="4500562" y="1314450"/>
                </a:cubicBezTo>
                <a:cubicBezTo>
                  <a:pt x="4492704" y="1314450"/>
                  <a:pt x="4486275" y="1322665"/>
                  <a:pt x="4486275" y="1332706"/>
                </a:cubicBezTo>
                <a:cubicBezTo>
                  <a:pt x="4486275" y="1342747"/>
                  <a:pt x="4483060" y="1352391"/>
                  <a:pt x="4479131" y="1354137"/>
                </a:cubicBezTo>
                <a:cubicBezTo>
                  <a:pt x="4475202" y="1355883"/>
                  <a:pt x="4456486" y="1380886"/>
                  <a:pt x="4437541" y="1409700"/>
                </a:cubicBezTo>
                <a:cubicBezTo>
                  <a:pt x="4381600" y="1494779"/>
                  <a:pt x="4257743" y="1636084"/>
                  <a:pt x="4225575" y="1651526"/>
                </a:cubicBezTo>
                <a:cubicBezTo>
                  <a:pt x="4209178" y="1659397"/>
                  <a:pt x="4152900" y="1709319"/>
                  <a:pt x="4100512" y="1762462"/>
                </a:cubicBezTo>
                <a:cubicBezTo>
                  <a:pt x="3991145" y="1873407"/>
                  <a:pt x="3979839" y="1881330"/>
                  <a:pt x="3952082" y="1866475"/>
                </a:cubicBezTo>
                <a:cubicBezTo>
                  <a:pt x="3936471" y="1858121"/>
                  <a:pt x="3928694" y="1859065"/>
                  <a:pt x="3915613" y="1870903"/>
                </a:cubicBezTo>
                <a:cubicBezTo>
                  <a:pt x="3906469" y="1879178"/>
                  <a:pt x="3895996" y="1885950"/>
                  <a:pt x="3892339" y="1885950"/>
                </a:cubicBezTo>
                <a:cubicBezTo>
                  <a:pt x="3888683" y="1885950"/>
                  <a:pt x="3870406" y="1899880"/>
                  <a:pt x="3851722" y="1916906"/>
                </a:cubicBezTo>
                <a:cubicBezTo>
                  <a:pt x="3739617" y="2019067"/>
                  <a:pt x="3547980" y="2036825"/>
                  <a:pt x="3392022" y="1959504"/>
                </a:cubicBezTo>
                <a:cubicBezTo>
                  <a:pt x="3303423" y="1915578"/>
                  <a:pt x="3059054" y="1625252"/>
                  <a:pt x="3057525" y="1562100"/>
                </a:cubicBezTo>
                <a:cubicBezTo>
                  <a:pt x="3057335" y="1554241"/>
                  <a:pt x="3044398" y="1524624"/>
                  <a:pt x="3028777" y="1496284"/>
                </a:cubicBezTo>
                <a:cubicBezTo>
                  <a:pt x="3013156" y="1467944"/>
                  <a:pt x="3000348" y="1440083"/>
                  <a:pt x="3000316" y="1434371"/>
                </a:cubicBezTo>
                <a:cubicBezTo>
                  <a:pt x="3000284" y="1428660"/>
                  <a:pt x="2994411" y="1412784"/>
                  <a:pt x="2987267" y="1399091"/>
                </a:cubicBezTo>
                <a:cubicBezTo>
                  <a:pt x="2980122" y="1385398"/>
                  <a:pt x="2964497" y="1337178"/>
                  <a:pt x="2952545" y="1291935"/>
                </a:cubicBezTo>
                <a:cubicBezTo>
                  <a:pt x="2928239" y="1199927"/>
                  <a:pt x="2919087" y="1190858"/>
                  <a:pt x="2910380" y="1250156"/>
                </a:cubicBezTo>
                <a:cubicBezTo>
                  <a:pt x="2895429" y="1351975"/>
                  <a:pt x="2883417" y="1416207"/>
                  <a:pt x="2875561" y="1436341"/>
                </a:cubicBezTo>
                <a:cubicBezTo>
                  <a:pt x="2870866" y="1448375"/>
                  <a:pt x="2867025" y="1470388"/>
                  <a:pt x="2867025" y="1485259"/>
                </a:cubicBezTo>
                <a:cubicBezTo>
                  <a:pt x="2867025" y="1500130"/>
                  <a:pt x="2860622" y="1524574"/>
                  <a:pt x="2852796" y="1539579"/>
                </a:cubicBezTo>
                <a:cubicBezTo>
                  <a:pt x="2844970" y="1554585"/>
                  <a:pt x="2838486" y="1573291"/>
                  <a:pt x="2838388" y="1581150"/>
                </a:cubicBezTo>
                <a:cubicBezTo>
                  <a:pt x="2838184" y="1597390"/>
                  <a:pt x="2791908" y="1691463"/>
                  <a:pt x="2764659" y="1731031"/>
                </a:cubicBezTo>
                <a:cubicBezTo>
                  <a:pt x="2754685" y="1745513"/>
                  <a:pt x="2740915" y="1771428"/>
                  <a:pt x="2734057" y="1788621"/>
                </a:cubicBezTo>
                <a:cubicBezTo>
                  <a:pt x="2709541" y="1850081"/>
                  <a:pt x="2584564" y="1962585"/>
                  <a:pt x="2485737" y="2012157"/>
                </a:cubicBezTo>
                <a:cubicBezTo>
                  <a:pt x="2436127" y="2037042"/>
                  <a:pt x="2388289" y="2057402"/>
                  <a:pt x="2379430" y="2057401"/>
                </a:cubicBezTo>
                <a:cubicBezTo>
                  <a:pt x="2370572" y="2057400"/>
                  <a:pt x="2361017" y="2061132"/>
                  <a:pt x="2358198" y="2065694"/>
                </a:cubicBezTo>
                <a:cubicBezTo>
                  <a:pt x="2352012" y="2075702"/>
                  <a:pt x="2283612" y="2085038"/>
                  <a:pt x="2163615" y="2092253"/>
                </a:cubicBezTo>
                <a:cubicBezTo>
                  <a:pt x="2037774" y="2099818"/>
                  <a:pt x="1772297" y="2045043"/>
                  <a:pt x="1664378" y="1989246"/>
                </a:cubicBezTo>
                <a:cubicBezTo>
                  <a:pt x="1619587" y="1966088"/>
                  <a:pt x="1609541" y="1962150"/>
                  <a:pt x="1595267" y="1962150"/>
                </a:cubicBezTo>
                <a:cubicBezTo>
                  <a:pt x="1587174" y="1962150"/>
                  <a:pt x="1578084" y="1955720"/>
                  <a:pt x="1575069" y="1947862"/>
                </a:cubicBezTo>
                <a:cubicBezTo>
                  <a:pt x="1570275" y="1935368"/>
                  <a:pt x="1533525" y="1926520"/>
                  <a:pt x="1533525" y="1937859"/>
                </a:cubicBezTo>
                <a:cubicBezTo>
                  <a:pt x="1533525" y="1940216"/>
                  <a:pt x="1546134" y="1960829"/>
                  <a:pt x="1561547" y="1983666"/>
                </a:cubicBezTo>
                <a:cubicBezTo>
                  <a:pt x="1590948" y="2027230"/>
                  <a:pt x="1649492" y="2140088"/>
                  <a:pt x="1688734" y="2228850"/>
                </a:cubicBezTo>
                <a:cubicBezTo>
                  <a:pt x="1701472" y="2257663"/>
                  <a:pt x="1720761" y="2300929"/>
                  <a:pt x="1731599" y="2324998"/>
                </a:cubicBezTo>
                <a:cubicBezTo>
                  <a:pt x="1751977" y="2370256"/>
                  <a:pt x="1781174" y="2505176"/>
                  <a:pt x="1781174" y="2554087"/>
                </a:cubicBezTo>
                <a:cubicBezTo>
                  <a:pt x="1781174" y="2569409"/>
                  <a:pt x="1787926" y="2592249"/>
                  <a:pt x="1796178" y="2604843"/>
                </a:cubicBezTo>
                <a:cubicBezTo>
                  <a:pt x="1819477" y="2640401"/>
                  <a:pt x="1799727" y="2880777"/>
                  <a:pt x="1771154" y="2909411"/>
                </a:cubicBezTo>
                <a:cubicBezTo>
                  <a:pt x="1766188" y="2914388"/>
                  <a:pt x="1762125" y="2926406"/>
                  <a:pt x="1762125" y="2936119"/>
                </a:cubicBezTo>
                <a:cubicBezTo>
                  <a:pt x="1762125" y="2999237"/>
                  <a:pt x="1555561" y="3285002"/>
                  <a:pt x="1451863" y="3365343"/>
                </a:cubicBezTo>
                <a:cubicBezTo>
                  <a:pt x="1349938" y="3444310"/>
                  <a:pt x="1266699" y="3505199"/>
                  <a:pt x="1260672" y="3505200"/>
                </a:cubicBezTo>
                <a:cubicBezTo>
                  <a:pt x="1257187" y="3505200"/>
                  <a:pt x="1240286" y="3515915"/>
                  <a:pt x="1223115" y="3529012"/>
                </a:cubicBezTo>
                <a:cubicBezTo>
                  <a:pt x="1205944" y="3542109"/>
                  <a:pt x="1187681" y="3552825"/>
                  <a:pt x="1182529" y="3552825"/>
                </a:cubicBezTo>
                <a:cubicBezTo>
                  <a:pt x="1177377" y="3552825"/>
                  <a:pt x="1171733" y="3556039"/>
                  <a:pt x="1169987" y="3559968"/>
                </a:cubicBezTo>
                <a:cubicBezTo>
                  <a:pt x="1163415" y="3574755"/>
                  <a:pt x="1088588" y="3608108"/>
                  <a:pt x="1035408" y="3619954"/>
                </a:cubicBezTo>
                <a:cubicBezTo>
                  <a:pt x="947043" y="3639637"/>
                  <a:pt x="954755" y="3650820"/>
                  <a:pt x="1064418" y="3662018"/>
                </a:cubicBezTo>
                <a:cubicBezTo>
                  <a:pt x="1091922" y="3664827"/>
                  <a:pt x="1136927" y="3669474"/>
                  <a:pt x="1164431" y="3672346"/>
                </a:cubicBezTo>
                <a:cubicBezTo>
                  <a:pt x="1191934" y="3675218"/>
                  <a:pt x="1223010" y="3681077"/>
                  <a:pt x="1233487" y="3685366"/>
                </a:cubicBezTo>
                <a:cubicBezTo>
                  <a:pt x="1243965" y="3689654"/>
                  <a:pt x="1271825" y="3698217"/>
                  <a:pt x="1295400" y="3704393"/>
                </a:cubicBezTo>
                <a:cubicBezTo>
                  <a:pt x="1397750" y="3731209"/>
                  <a:pt x="1466850" y="3755517"/>
                  <a:pt x="1466850" y="3764705"/>
                </a:cubicBezTo>
                <a:cubicBezTo>
                  <a:pt x="1466850" y="3768662"/>
                  <a:pt x="1474897" y="3771900"/>
                  <a:pt x="1484733" y="3771900"/>
                </a:cubicBezTo>
                <a:cubicBezTo>
                  <a:pt x="1494569" y="3771900"/>
                  <a:pt x="1507953" y="3778329"/>
                  <a:pt x="1514475" y="3786187"/>
                </a:cubicBezTo>
                <a:cubicBezTo>
                  <a:pt x="1520996" y="3794045"/>
                  <a:pt x="1531747" y="3800475"/>
                  <a:pt x="1538365" y="3800475"/>
                </a:cubicBezTo>
                <a:cubicBezTo>
                  <a:pt x="1552867" y="3800475"/>
                  <a:pt x="1581060" y="3815241"/>
                  <a:pt x="1638300" y="3852817"/>
                </a:cubicBezTo>
                <a:cubicBezTo>
                  <a:pt x="1818843" y="3971339"/>
                  <a:pt x="1929361" y="4163435"/>
                  <a:pt x="1876556" y="4266941"/>
                </a:cubicBezTo>
                <a:cubicBezTo>
                  <a:pt x="1866006" y="4287621"/>
                  <a:pt x="1857375" y="4312680"/>
                  <a:pt x="1857375" y="4322629"/>
                </a:cubicBezTo>
                <a:cubicBezTo>
                  <a:pt x="1857375" y="4332578"/>
                  <a:pt x="1840230" y="4360195"/>
                  <a:pt x="1819275" y="4384001"/>
                </a:cubicBezTo>
                <a:cubicBezTo>
                  <a:pt x="1798320" y="4407807"/>
                  <a:pt x="1781175" y="4429842"/>
                  <a:pt x="1781175" y="4432967"/>
                </a:cubicBezTo>
                <a:cubicBezTo>
                  <a:pt x="1781175" y="4436093"/>
                  <a:pt x="1813502" y="4438650"/>
                  <a:pt x="1853014" y="4438650"/>
                </a:cubicBezTo>
                <a:cubicBezTo>
                  <a:pt x="1896554" y="4438650"/>
                  <a:pt x="1930454" y="4443340"/>
                  <a:pt x="1939070" y="4450556"/>
                </a:cubicBezTo>
                <a:cubicBezTo>
                  <a:pt x="1976480" y="4481888"/>
                  <a:pt x="1981199" y="4490053"/>
                  <a:pt x="1981200" y="4523445"/>
                </a:cubicBezTo>
                <a:cubicBezTo>
                  <a:pt x="1981200" y="4551996"/>
                  <a:pt x="1986079" y="4561867"/>
                  <a:pt x="2005269" y="4572137"/>
                </a:cubicBezTo>
                <a:cubicBezTo>
                  <a:pt x="2037470" y="4589371"/>
                  <a:pt x="2041025" y="4609783"/>
                  <a:pt x="2028466" y="4705350"/>
                </a:cubicBezTo>
                <a:cubicBezTo>
                  <a:pt x="2022615" y="4749879"/>
                  <a:pt x="2014723" y="4809886"/>
                  <a:pt x="2010928" y="4838700"/>
                </a:cubicBezTo>
                <a:cubicBezTo>
                  <a:pt x="1994881" y="4960558"/>
                  <a:pt x="1889405" y="5162276"/>
                  <a:pt x="1777078" y="5285925"/>
                </a:cubicBezTo>
                <a:cubicBezTo>
                  <a:pt x="1755438" y="5309747"/>
                  <a:pt x="1731980" y="5336738"/>
                  <a:pt x="1724949" y="5345906"/>
                </a:cubicBezTo>
                <a:cubicBezTo>
                  <a:pt x="1703147" y="5374336"/>
                  <a:pt x="1733832" y="5366389"/>
                  <a:pt x="1771650" y="5333811"/>
                </a:cubicBezTo>
                <a:cubicBezTo>
                  <a:pt x="1799360" y="5309939"/>
                  <a:pt x="1876465" y="5259684"/>
                  <a:pt x="1954035" y="5214937"/>
                </a:cubicBezTo>
                <a:cubicBezTo>
                  <a:pt x="2044678" y="5162648"/>
                  <a:pt x="2166665" y="5095875"/>
                  <a:pt x="2171547" y="5095875"/>
                </a:cubicBezTo>
                <a:cubicBezTo>
                  <a:pt x="2174909" y="5095875"/>
                  <a:pt x="2198821" y="5085886"/>
                  <a:pt x="2224686" y="5073678"/>
                </a:cubicBezTo>
                <a:cubicBezTo>
                  <a:pt x="2250550" y="5061470"/>
                  <a:pt x="2297430" y="5043736"/>
                  <a:pt x="2328862" y="5034268"/>
                </a:cubicBezTo>
                <a:cubicBezTo>
                  <a:pt x="2360295" y="5024801"/>
                  <a:pt x="2390298" y="5013896"/>
                  <a:pt x="2395537" y="5010036"/>
                </a:cubicBezTo>
                <a:cubicBezTo>
                  <a:pt x="2405775" y="5002493"/>
                  <a:pt x="2435093" y="4996180"/>
                  <a:pt x="2535850" y="4979824"/>
                </a:cubicBezTo>
                <a:cubicBezTo>
                  <a:pt x="2607112" y="4968257"/>
                  <a:pt x="2628900" y="4976360"/>
                  <a:pt x="2628900" y="5014430"/>
                </a:cubicBezTo>
                <a:cubicBezTo>
                  <a:pt x="2628900" y="5033558"/>
                  <a:pt x="2632928" y="5035156"/>
                  <a:pt x="2674143" y="5032377"/>
                </a:cubicBezTo>
                <a:cubicBezTo>
                  <a:pt x="2699027" y="5030699"/>
                  <a:pt x="2755075" y="5027685"/>
                  <a:pt x="2798694" y="5025679"/>
                </a:cubicBezTo>
                <a:cubicBezTo>
                  <a:pt x="2842313" y="5023673"/>
                  <a:pt x="2882819" y="5017215"/>
                  <a:pt x="2888706" y="5011328"/>
                </a:cubicBezTo>
                <a:cubicBezTo>
                  <a:pt x="2894593" y="5005441"/>
                  <a:pt x="2904558" y="5000625"/>
                  <a:pt x="2910851" y="5000625"/>
                </a:cubicBezTo>
                <a:cubicBezTo>
                  <a:pt x="2926077" y="5000625"/>
                  <a:pt x="2962259" y="5062928"/>
                  <a:pt x="2962333" y="5089275"/>
                </a:cubicBezTo>
                <a:cubicBezTo>
                  <a:pt x="2962365" y="5100763"/>
                  <a:pt x="2968795" y="5122439"/>
                  <a:pt x="2976621" y="5137445"/>
                </a:cubicBezTo>
                <a:cubicBezTo>
                  <a:pt x="2984447" y="5152450"/>
                  <a:pt x="2990850" y="5170879"/>
                  <a:pt x="2990850" y="5178399"/>
                </a:cubicBezTo>
                <a:cubicBezTo>
                  <a:pt x="2990850" y="5205244"/>
                  <a:pt x="3019147" y="5246140"/>
                  <a:pt x="3041626" y="5251782"/>
                </a:cubicBezTo>
                <a:cubicBezTo>
                  <a:pt x="3071210" y="5259207"/>
                  <a:pt x="3124581" y="5367979"/>
                  <a:pt x="3147399" y="5467350"/>
                </a:cubicBezTo>
                <a:cubicBezTo>
                  <a:pt x="3156420" y="5506640"/>
                  <a:pt x="3167630" y="5551646"/>
                  <a:pt x="3172308" y="5567362"/>
                </a:cubicBezTo>
                <a:cubicBezTo>
                  <a:pt x="3176987" y="5583078"/>
                  <a:pt x="3183694" y="5627012"/>
                  <a:pt x="3187212" y="5664993"/>
                </a:cubicBezTo>
                <a:cubicBezTo>
                  <a:pt x="3190731" y="5702974"/>
                  <a:pt x="3196291" y="5734050"/>
                  <a:pt x="3199569" y="5734050"/>
                </a:cubicBezTo>
                <a:cubicBezTo>
                  <a:pt x="3202846" y="5734050"/>
                  <a:pt x="3219156" y="5709404"/>
                  <a:pt x="3235814" y="5679281"/>
                </a:cubicBezTo>
                <a:cubicBezTo>
                  <a:pt x="3270446" y="5616655"/>
                  <a:pt x="3295665" y="5588000"/>
                  <a:pt x="3379241" y="5516313"/>
                </a:cubicBezTo>
                <a:lnTo>
                  <a:pt x="3438755" y="5465265"/>
                </a:lnTo>
                <a:lnTo>
                  <a:pt x="3471342" y="5490120"/>
                </a:lnTo>
                <a:cubicBezTo>
                  <a:pt x="3489265" y="5503790"/>
                  <a:pt x="3511715" y="5515070"/>
                  <a:pt x="3521233" y="5515186"/>
                </a:cubicBezTo>
                <a:cubicBezTo>
                  <a:pt x="3544623" y="5515473"/>
                  <a:pt x="3576174" y="5542183"/>
                  <a:pt x="3594115" y="5576887"/>
                </a:cubicBezTo>
                <a:cubicBezTo>
                  <a:pt x="3602240" y="5592603"/>
                  <a:pt x="3622265" y="5620464"/>
                  <a:pt x="3638615" y="5638800"/>
                </a:cubicBezTo>
                <a:cubicBezTo>
                  <a:pt x="3706894" y="5715369"/>
                  <a:pt x="3777068" y="5836008"/>
                  <a:pt x="3810372" y="5934075"/>
                </a:cubicBezTo>
                <a:cubicBezTo>
                  <a:pt x="3821936" y="5968126"/>
                  <a:pt x="3835156" y="6000059"/>
                  <a:pt x="3839749" y="6005036"/>
                </a:cubicBezTo>
                <a:cubicBezTo>
                  <a:pt x="3844342" y="6010013"/>
                  <a:pt x="3848100" y="6023943"/>
                  <a:pt x="3848100" y="6035992"/>
                </a:cubicBezTo>
                <a:cubicBezTo>
                  <a:pt x="3848100" y="6048041"/>
                  <a:pt x="3851979" y="6057900"/>
                  <a:pt x="3856721" y="6057900"/>
                </a:cubicBezTo>
                <a:cubicBezTo>
                  <a:pt x="3861495" y="6057900"/>
                  <a:pt x="3863006" y="6032123"/>
                  <a:pt x="3860106" y="6000149"/>
                </a:cubicBezTo>
                <a:close/>
                <a:moveTo>
                  <a:pt x="5233987" y="5510507"/>
                </a:moveTo>
                <a:cubicBezTo>
                  <a:pt x="5203717" y="5485696"/>
                  <a:pt x="5191125" y="5481070"/>
                  <a:pt x="5191125" y="5494763"/>
                </a:cubicBezTo>
                <a:cubicBezTo>
                  <a:pt x="5191125" y="5506150"/>
                  <a:pt x="5230640" y="5532919"/>
                  <a:pt x="5248275" y="5533478"/>
                </a:cubicBezTo>
                <a:cubicBezTo>
                  <a:pt x="5256818" y="5533748"/>
                  <a:pt x="5251074" y="5524513"/>
                  <a:pt x="5233987" y="5510507"/>
                </a:cubicBezTo>
                <a:close/>
                <a:moveTo>
                  <a:pt x="2881709" y="5167194"/>
                </a:moveTo>
                <a:cubicBezTo>
                  <a:pt x="2876350" y="5124299"/>
                  <a:pt x="2871916" y="5114462"/>
                  <a:pt x="2859126" y="5117098"/>
                </a:cubicBezTo>
                <a:cubicBezTo>
                  <a:pt x="2838467" y="5121355"/>
                  <a:pt x="2839903" y="5174888"/>
                  <a:pt x="2861249" y="5196235"/>
                </a:cubicBezTo>
                <a:cubicBezTo>
                  <a:pt x="2869664" y="5204650"/>
                  <a:pt x="2876550" y="5216230"/>
                  <a:pt x="2876550" y="5221967"/>
                </a:cubicBezTo>
                <a:cubicBezTo>
                  <a:pt x="2876550" y="5227705"/>
                  <a:pt x="2879211" y="5229738"/>
                  <a:pt x="2882464" y="5226485"/>
                </a:cubicBezTo>
                <a:cubicBezTo>
                  <a:pt x="2885717" y="5223232"/>
                  <a:pt x="2885377" y="5196551"/>
                  <a:pt x="2881709" y="5167194"/>
                </a:cubicBezTo>
                <a:close/>
                <a:moveTo>
                  <a:pt x="8162925" y="4772025"/>
                </a:moveTo>
                <a:cubicBezTo>
                  <a:pt x="8155681" y="4758490"/>
                  <a:pt x="8155681" y="4747459"/>
                  <a:pt x="8162925" y="4733925"/>
                </a:cubicBezTo>
                <a:cubicBezTo>
                  <a:pt x="8179188" y="4703537"/>
                  <a:pt x="8191500" y="4711745"/>
                  <a:pt x="8191500" y="4752975"/>
                </a:cubicBezTo>
                <a:cubicBezTo>
                  <a:pt x="8191500" y="4794204"/>
                  <a:pt x="8179188" y="4802412"/>
                  <a:pt x="8162925" y="4772025"/>
                </a:cubicBezTo>
                <a:close/>
                <a:moveTo>
                  <a:pt x="5276704" y="4465637"/>
                </a:moveTo>
                <a:cubicBezTo>
                  <a:pt x="5276784" y="4451667"/>
                  <a:pt x="5281907" y="4438551"/>
                  <a:pt x="5288088" y="4436491"/>
                </a:cubicBezTo>
                <a:cubicBezTo>
                  <a:pt x="5301261" y="4432100"/>
                  <a:pt x="5291657" y="4400550"/>
                  <a:pt x="5277148" y="4400550"/>
                </a:cubicBezTo>
                <a:cubicBezTo>
                  <a:pt x="5271745" y="4400550"/>
                  <a:pt x="5267325" y="4411012"/>
                  <a:pt x="5267325" y="4423800"/>
                </a:cubicBezTo>
                <a:cubicBezTo>
                  <a:pt x="5267325" y="4436588"/>
                  <a:pt x="5263038" y="4449699"/>
                  <a:pt x="5257800" y="4452937"/>
                </a:cubicBezTo>
                <a:cubicBezTo>
                  <a:pt x="5247021" y="4459599"/>
                  <a:pt x="5244889" y="4498764"/>
                  <a:pt x="5254768" y="4508643"/>
                </a:cubicBezTo>
                <a:cubicBezTo>
                  <a:pt x="5264431" y="4518306"/>
                  <a:pt x="5276538" y="4494570"/>
                  <a:pt x="5276704" y="4465637"/>
                </a:cubicBezTo>
                <a:close/>
                <a:moveTo>
                  <a:pt x="5419725" y="4202963"/>
                </a:moveTo>
                <a:cubicBezTo>
                  <a:pt x="5419725" y="4196155"/>
                  <a:pt x="5443299" y="4167011"/>
                  <a:pt x="5472112" y="4138198"/>
                </a:cubicBezTo>
                <a:cubicBezTo>
                  <a:pt x="5500925" y="4109385"/>
                  <a:pt x="5524500" y="4077925"/>
                  <a:pt x="5524500" y="4068288"/>
                </a:cubicBezTo>
                <a:cubicBezTo>
                  <a:pt x="5524500" y="4054734"/>
                  <a:pt x="5529892" y="4051797"/>
                  <a:pt x="5548312" y="4055318"/>
                </a:cubicBezTo>
                <a:cubicBezTo>
                  <a:pt x="5565346" y="4058574"/>
                  <a:pt x="5572125" y="4055709"/>
                  <a:pt x="5572125" y="4045251"/>
                </a:cubicBezTo>
                <a:cubicBezTo>
                  <a:pt x="5572125" y="4037211"/>
                  <a:pt x="5574726" y="4023853"/>
                  <a:pt x="5577906" y="4015566"/>
                </a:cubicBezTo>
                <a:cubicBezTo>
                  <a:pt x="5586264" y="3993786"/>
                  <a:pt x="5559650" y="3996496"/>
                  <a:pt x="5538787" y="4019550"/>
                </a:cubicBezTo>
                <a:cubicBezTo>
                  <a:pt x="5529305" y="4030027"/>
                  <a:pt x="5516069" y="4038600"/>
                  <a:pt x="5509373" y="4038600"/>
                </a:cubicBezTo>
                <a:cubicBezTo>
                  <a:pt x="5491687" y="4038600"/>
                  <a:pt x="5429250" y="4118154"/>
                  <a:pt x="5429250" y="4140690"/>
                </a:cubicBezTo>
                <a:cubicBezTo>
                  <a:pt x="5429250" y="4151231"/>
                  <a:pt x="5421267" y="4170078"/>
                  <a:pt x="5411510" y="4182571"/>
                </a:cubicBezTo>
                <a:cubicBezTo>
                  <a:pt x="5401753" y="4195065"/>
                  <a:pt x="5390659" y="4215213"/>
                  <a:pt x="5386857" y="4227345"/>
                </a:cubicBezTo>
                <a:cubicBezTo>
                  <a:pt x="5380101" y="4248899"/>
                  <a:pt x="5380397" y="4249014"/>
                  <a:pt x="5399834" y="4232372"/>
                </a:cubicBezTo>
                <a:cubicBezTo>
                  <a:pt x="5410774" y="4223005"/>
                  <a:pt x="5419725" y="4209771"/>
                  <a:pt x="5419725" y="4202963"/>
                </a:cubicBezTo>
                <a:close/>
                <a:moveTo>
                  <a:pt x="5575026" y="3082434"/>
                </a:moveTo>
                <a:cubicBezTo>
                  <a:pt x="5605697" y="3054340"/>
                  <a:pt x="5623107" y="3009900"/>
                  <a:pt x="5603441" y="3009900"/>
                </a:cubicBezTo>
                <a:cubicBezTo>
                  <a:pt x="5591322" y="3009900"/>
                  <a:pt x="5514975" y="3089703"/>
                  <a:pt x="5514975" y="3102370"/>
                </a:cubicBezTo>
                <a:cubicBezTo>
                  <a:pt x="5514975" y="3123668"/>
                  <a:pt x="5538555" y="3115839"/>
                  <a:pt x="5575026" y="3082434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4" name="alarm clock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1943100" y="4010025"/>
            <a:ext cx="6400800" cy="8172450"/>
          </a:xfrm>
          <a:prstGeom prst="rect">
            <a:avLst/>
          </a:prstGeom>
        </p:spPr>
      </p:pic>
      <p:sp>
        <p:nvSpPr>
          <p:cNvPr id="5" name="alarm clock pattern"/>
          <p:cNvSpPr/>
          <p:nvPr/>
        </p:nvSpPr>
        <p:spPr>
          <a:xfrm rot="-360000">
            <a:off x="1943100" y="4010025"/>
            <a:ext cx="6400800" cy="8172450"/>
          </a:xfrm>
          <a:custGeom>
            <a:avLst/>
            <a:gdLst/>
            <a:ahLst/>
            <a:cxnLst/>
            <a:rect l="0" t="0" r="r" b="b"/>
            <a:pathLst>
              <a:path w="6400800" h="8172450">
                <a:moveTo>
                  <a:pt x="1676400" y="7608917"/>
                </a:moveTo>
                <a:cubicBezTo>
                  <a:pt x="1609102" y="7590014"/>
                  <a:pt x="1608388" y="7572375"/>
                  <a:pt x="1674921" y="7572375"/>
                </a:cubicBezTo>
                <a:cubicBezTo>
                  <a:pt x="1712331" y="7572375"/>
                  <a:pt x="1732473" y="7575936"/>
                  <a:pt x="1728787" y="7581900"/>
                </a:cubicBezTo>
                <a:cubicBezTo>
                  <a:pt x="1725549" y="7587138"/>
                  <a:pt x="1729836" y="7591425"/>
                  <a:pt x="1738312" y="7591425"/>
                </a:cubicBezTo>
                <a:cubicBezTo>
                  <a:pt x="1746788" y="7591425"/>
                  <a:pt x="1751075" y="7587138"/>
                  <a:pt x="1747837" y="7581900"/>
                </a:cubicBezTo>
                <a:cubicBezTo>
                  <a:pt x="1739990" y="7569203"/>
                  <a:pt x="1745624" y="7569885"/>
                  <a:pt x="1775153" y="7585205"/>
                </a:cubicBezTo>
                <a:lnTo>
                  <a:pt x="1799885" y="7598036"/>
                </a:lnTo>
                <a:lnTo>
                  <a:pt x="1763231" y="7609018"/>
                </a:lnTo>
                <a:cubicBezTo>
                  <a:pt x="1721441" y="7621538"/>
                  <a:pt x="1721331" y="7621538"/>
                  <a:pt x="1676400" y="7608917"/>
                </a:cubicBezTo>
                <a:close/>
                <a:moveTo>
                  <a:pt x="4831532" y="7317081"/>
                </a:moveTo>
                <a:cubicBezTo>
                  <a:pt x="4831545" y="7305019"/>
                  <a:pt x="4823250" y="7285730"/>
                  <a:pt x="4813099" y="7274218"/>
                </a:cubicBezTo>
                <a:cubicBezTo>
                  <a:pt x="4802948" y="7262706"/>
                  <a:pt x="4752608" y="7206708"/>
                  <a:pt x="4701233" y="7149777"/>
                </a:cubicBezTo>
                <a:cubicBezTo>
                  <a:pt x="4630478" y="7071371"/>
                  <a:pt x="4610988" y="7044273"/>
                  <a:pt x="4620868" y="7038044"/>
                </a:cubicBezTo>
                <a:cubicBezTo>
                  <a:pt x="4628042" y="7033521"/>
                  <a:pt x="4709679" y="7030471"/>
                  <a:pt x="4802282" y="7031265"/>
                </a:cubicBezTo>
                <a:lnTo>
                  <a:pt x="4970652" y="7032708"/>
                </a:lnTo>
                <a:lnTo>
                  <a:pt x="4999099" y="7097112"/>
                </a:lnTo>
                <a:cubicBezTo>
                  <a:pt x="5020710" y="7146040"/>
                  <a:pt x="5036328" y="7167119"/>
                  <a:pt x="5064091" y="7184831"/>
                </a:cubicBezTo>
                <a:cubicBezTo>
                  <a:pt x="5113614" y="7216424"/>
                  <a:pt x="5138924" y="7246328"/>
                  <a:pt x="5152801" y="7289644"/>
                </a:cubicBezTo>
                <a:cubicBezTo>
                  <a:pt x="5168227" y="7337796"/>
                  <a:pt x="5166806" y="7338526"/>
                  <a:pt x="5057223" y="7338787"/>
                </a:cubicBezTo>
                <a:cubicBezTo>
                  <a:pt x="5005157" y="7338911"/>
                  <a:pt x="4966837" y="7337583"/>
                  <a:pt x="4972066" y="7335837"/>
                </a:cubicBezTo>
                <a:cubicBezTo>
                  <a:pt x="4987142" y="7330803"/>
                  <a:pt x="4983104" y="7315200"/>
                  <a:pt x="4966725" y="7315200"/>
                </a:cubicBezTo>
                <a:cubicBezTo>
                  <a:pt x="4958558" y="7315200"/>
                  <a:pt x="4954306" y="7319133"/>
                  <a:pt x="4957277" y="7323940"/>
                </a:cubicBezTo>
                <a:cubicBezTo>
                  <a:pt x="4960291" y="7328816"/>
                  <a:pt x="4933684" y="7334080"/>
                  <a:pt x="4897094" y="7335846"/>
                </a:cubicBezTo>
                <a:cubicBezTo>
                  <a:pt x="4834065" y="7338889"/>
                  <a:pt x="4831510" y="7338157"/>
                  <a:pt x="4831532" y="7317081"/>
                </a:cubicBezTo>
                <a:close/>
                <a:moveTo>
                  <a:pt x="1611651" y="7317641"/>
                </a:moveTo>
                <a:cubicBezTo>
                  <a:pt x="1618296" y="7309634"/>
                  <a:pt x="1638797" y="7293390"/>
                  <a:pt x="1657210" y="7281543"/>
                </a:cubicBezTo>
                <a:cubicBezTo>
                  <a:pt x="1685341" y="7263442"/>
                  <a:pt x="1698871" y="7240832"/>
                  <a:pt x="1741933" y="7139963"/>
                </a:cubicBezTo>
                <a:lnTo>
                  <a:pt x="1793178" y="7019925"/>
                </a:lnTo>
                <a:lnTo>
                  <a:pt x="1846708" y="7018323"/>
                </a:lnTo>
                <a:cubicBezTo>
                  <a:pt x="1891293" y="7016990"/>
                  <a:pt x="1893871" y="7016088"/>
                  <a:pt x="1862137" y="7012924"/>
                </a:cubicBezTo>
                <a:cubicBezTo>
                  <a:pt x="1809208" y="7007648"/>
                  <a:pt x="1800884" y="6995270"/>
                  <a:pt x="1853055" y="6999419"/>
                </a:cubicBezTo>
                <a:cubicBezTo>
                  <a:pt x="1879615" y="7001531"/>
                  <a:pt x="1895475" y="6998873"/>
                  <a:pt x="1895475" y="6992309"/>
                </a:cubicBezTo>
                <a:cubicBezTo>
                  <a:pt x="1895475" y="6986542"/>
                  <a:pt x="1902975" y="6981890"/>
                  <a:pt x="1912143" y="6981970"/>
                </a:cubicBezTo>
                <a:cubicBezTo>
                  <a:pt x="1926388" y="6982095"/>
                  <a:pt x="1926735" y="6983459"/>
                  <a:pt x="1914525" y="6991350"/>
                </a:cubicBezTo>
                <a:cubicBezTo>
                  <a:pt x="1904509" y="6997822"/>
                  <a:pt x="1919223" y="7000626"/>
                  <a:pt x="1963737" y="7000729"/>
                </a:cubicBezTo>
                <a:cubicBezTo>
                  <a:pt x="2005507" y="7000825"/>
                  <a:pt x="2028881" y="7004949"/>
                  <a:pt x="2032041" y="7012781"/>
                </a:cubicBezTo>
                <a:cubicBezTo>
                  <a:pt x="2035885" y="7022306"/>
                  <a:pt x="2036996" y="7022306"/>
                  <a:pt x="2037598" y="7012781"/>
                </a:cubicBezTo>
                <a:cubicBezTo>
                  <a:pt x="2038572" y="6997352"/>
                  <a:pt x="2064139" y="6997280"/>
                  <a:pt x="2069276" y="7012691"/>
                </a:cubicBezTo>
                <a:cubicBezTo>
                  <a:pt x="2074410" y="7028094"/>
                  <a:pt x="2383844" y="7026428"/>
                  <a:pt x="2388997" y="7010970"/>
                </a:cubicBezTo>
                <a:cubicBezTo>
                  <a:pt x="2390848" y="7005418"/>
                  <a:pt x="2396544" y="7000875"/>
                  <a:pt x="2401655" y="7000875"/>
                </a:cubicBezTo>
                <a:cubicBezTo>
                  <a:pt x="2406767" y="7000875"/>
                  <a:pt x="2408372" y="7005043"/>
                  <a:pt x="2405223" y="7010139"/>
                </a:cubicBezTo>
                <a:cubicBezTo>
                  <a:pt x="2401679" y="7015873"/>
                  <a:pt x="2427778" y="7018968"/>
                  <a:pt x="2473717" y="7018263"/>
                </a:cubicBezTo>
                <a:cubicBezTo>
                  <a:pt x="2580295" y="7016626"/>
                  <a:pt x="2602242" y="7018641"/>
                  <a:pt x="2595562" y="7029450"/>
                </a:cubicBezTo>
                <a:cubicBezTo>
                  <a:pt x="2586627" y="7043906"/>
                  <a:pt x="2692019" y="7041157"/>
                  <a:pt x="2778080" y="7024689"/>
                </a:cubicBezTo>
                <a:cubicBezTo>
                  <a:pt x="2867378" y="7007601"/>
                  <a:pt x="3134387" y="7004986"/>
                  <a:pt x="3164137" y="7020908"/>
                </a:cubicBezTo>
                <a:cubicBezTo>
                  <a:pt x="3174936" y="7026688"/>
                  <a:pt x="3186442" y="7027759"/>
                  <a:pt x="3189705" y="7023289"/>
                </a:cubicBezTo>
                <a:cubicBezTo>
                  <a:pt x="3192967" y="7018819"/>
                  <a:pt x="3234213" y="7014206"/>
                  <a:pt x="3281362" y="7013037"/>
                </a:cubicBezTo>
                <a:cubicBezTo>
                  <a:pt x="3552382" y="7006317"/>
                  <a:pt x="3640183" y="7008334"/>
                  <a:pt x="3743325" y="7023651"/>
                </a:cubicBezTo>
                <a:cubicBezTo>
                  <a:pt x="3837052" y="7037570"/>
                  <a:pt x="3894449" y="7038960"/>
                  <a:pt x="4140993" y="7033277"/>
                </a:cubicBezTo>
                <a:cubicBezTo>
                  <a:pt x="4299465" y="7029624"/>
                  <a:pt x="4429125" y="7029355"/>
                  <a:pt x="4429125" y="7032677"/>
                </a:cubicBezTo>
                <a:cubicBezTo>
                  <a:pt x="4429124" y="7056426"/>
                  <a:pt x="4102519" y="7162906"/>
                  <a:pt x="3913144" y="7200897"/>
                </a:cubicBezTo>
                <a:cubicBezTo>
                  <a:pt x="3683064" y="7247055"/>
                  <a:pt x="3365804" y="7257609"/>
                  <a:pt x="3133725" y="7226827"/>
                </a:cubicBezTo>
                <a:cubicBezTo>
                  <a:pt x="3068240" y="7218141"/>
                  <a:pt x="2941796" y="7206468"/>
                  <a:pt x="2852737" y="7200886"/>
                </a:cubicBezTo>
                <a:cubicBezTo>
                  <a:pt x="2588431" y="7184321"/>
                  <a:pt x="2376254" y="7151651"/>
                  <a:pt x="2191943" y="7099142"/>
                </a:cubicBezTo>
                <a:cubicBezTo>
                  <a:pt x="2149131" y="7086945"/>
                  <a:pt x="2139540" y="7086674"/>
                  <a:pt x="2133369" y="7097485"/>
                </a:cubicBezTo>
                <a:cubicBezTo>
                  <a:pt x="2109207" y="7139812"/>
                  <a:pt x="1963790" y="7314909"/>
                  <a:pt x="1948092" y="7320578"/>
                </a:cubicBezTo>
                <a:cubicBezTo>
                  <a:pt x="1937742" y="7324315"/>
                  <a:pt x="1855090" y="7328459"/>
                  <a:pt x="1764421" y="7329786"/>
                </a:cubicBezTo>
                <a:cubicBezTo>
                  <a:pt x="1617442" y="7331936"/>
                  <a:pt x="1600879" y="7330620"/>
                  <a:pt x="1611651" y="7317641"/>
                </a:cubicBezTo>
                <a:close/>
                <a:moveTo>
                  <a:pt x="5043487" y="7315200"/>
                </a:moveTo>
                <a:cubicBezTo>
                  <a:pt x="5051004" y="7303037"/>
                  <a:pt x="5019445" y="7303037"/>
                  <a:pt x="5000625" y="7315200"/>
                </a:cubicBezTo>
                <a:cubicBezTo>
                  <a:pt x="4989449" y="7322421"/>
                  <a:pt x="4991921" y="7324465"/>
                  <a:pt x="5011969" y="7324579"/>
                </a:cubicBezTo>
                <a:cubicBezTo>
                  <a:pt x="5026066" y="7324659"/>
                  <a:pt x="5040249" y="7320438"/>
                  <a:pt x="5043487" y="7315200"/>
                </a:cubicBezTo>
                <a:close/>
                <a:moveTo>
                  <a:pt x="3198018" y="7137184"/>
                </a:moveTo>
                <a:cubicBezTo>
                  <a:pt x="3188850" y="7134788"/>
                  <a:pt x="3173849" y="7134788"/>
                  <a:pt x="3164681" y="7137184"/>
                </a:cubicBezTo>
                <a:cubicBezTo>
                  <a:pt x="3155513" y="7139579"/>
                  <a:pt x="3163014" y="7141540"/>
                  <a:pt x="3181350" y="7141540"/>
                </a:cubicBezTo>
                <a:cubicBezTo>
                  <a:pt x="3199685" y="7141540"/>
                  <a:pt x="3207186" y="7139579"/>
                  <a:pt x="3198018" y="7137184"/>
                </a:cubicBezTo>
                <a:close/>
                <a:moveTo>
                  <a:pt x="3014103" y="6839854"/>
                </a:moveTo>
                <a:cubicBezTo>
                  <a:pt x="3018363" y="6832961"/>
                  <a:pt x="3006633" y="6829106"/>
                  <a:pt x="2979505" y="6828486"/>
                </a:cubicBezTo>
                <a:cubicBezTo>
                  <a:pt x="2956932" y="6827970"/>
                  <a:pt x="2929890" y="6826618"/>
                  <a:pt x="2919412" y="6825482"/>
                </a:cubicBezTo>
                <a:cubicBezTo>
                  <a:pt x="2908935" y="6824346"/>
                  <a:pt x="2878931" y="6822128"/>
                  <a:pt x="2852737" y="6820553"/>
                </a:cubicBezTo>
                <a:cubicBezTo>
                  <a:pt x="2826543" y="6818978"/>
                  <a:pt x="2812613" y="6815729"/>
                  <a:pt x="2821781" y="6813334"/>
                </a:cubicBezTo>
                <a:cubicBezTo>
                  <a:pt x="2830949" y="6810938"/>
                  <a:pt x="2838450" y="6804541"/>
                  <a:pt x="2838450" y="6799119"/>
                </a:cubicBezTo>
                <a:cubicBezTo>
                  <a:pt x="2838450" y="6787344"/>
                  <a:pt x="2789002" y="6797912"/>
                  <a:pt x="2780617" y="6811479"/>
                </a:cubicBezTo>
                <a:cubicBezTo>
                  <a:pt x="2777299" y="6816847"/>
                  <a:pt x="2730249" y="6818810"/>
                  <a:pt x="2666222" y="6816252"/>
                </a:cubicBezTo>
                <a:cubicBezTo>
                  <a:pt x="2560000" y="6812008"/>
                  <a:pt x="2520302" y="6805215"/>
                  <a:pt x="2528090" y="6792615"/>
                </a:cubicBezTo>
                <a:cubicBezTo>
                  <a:pt x="2530210" y="6789183"/>
                  <a:pt x="2449818" y="6785141"/>
                  <a:pt x="2349441" y="6783631"/>
                </a:cubicBezTo>
                <a:cubicBezTo>
                  <a:pt x="2158742" y="6780762"/>
                  <a:pt x="2019027" y="6788744"/>
                  <a:pt x="2052274" y="6800609"/>
                </a:cubicBezTo>
                <a:cubicBezTo>
                  <a:pt x="2077409" y="6809578"/>
                  <a:pt x="1978162" y="6821068"/>
                  <a:pt x="1935354" y="6814145"/>
                </a:cubicBezTo>
                <a:cubicBezTo>
                  <a:pt x="1916240" y="6811054"/>
                  <a:pt x="1897678" y="6813999"/>
                  <a:pt x="1888282" y="6821614"/>
                </a:cubicBezTo>
                <a:cubicBezTo>
                  <a:pt x="1876980" y="6830773"/>
                  <a:pt x="1874710" y="6830954"/>
                  <a:pt x="1879921" y="6822281"/>
                </a:cubicBezTo>
                <a:cubicBezTo>
                  <a:pt x="1888590" y="6807851"/>
                  <a:pt x="1860300" y="6806862"/>
                  <a:pt x="1804923" y="6819660"/>
                </a:cubicBezTo>
                <a:cubicBezTo>
                  <a:pt x="1783932" y="6824511"/>
                  <a:pt x="1723925" y="6829764"/>
                  <a:pt x="1671573" y="6831333"/>
                </a:cubicBezTo>
                <a:lnTo>
                  <a:pt x="1576387" y="6834187"/>
                </a:lnTo>
                <a:lnTo>
                  <a:pt x="1516335" y="6792997"/>
                </a:lnTo>
                <a:cubicBezTo>
                  <a:pt x="1443129" y="6742785"/>
                  <a:pt x="1304356" y="6626550"/>
                  <a:pt x="1252537" y="6572043"/>
                </a:cubicBezTo>
                <a:lnTo>
                  <a:pt x="1214437" y="6531966"/>
                </a:lnTo>
                <a:lnTo>
                  <a:pt x="1321593" y="6537468"/>
                </a:lnTo>
                <a:cubicBezTo>
                  <a:pt x="1381836" y="6540562"/>
                  <a:pt x="1428750" y="6539266"/>
                  <a:pt x="1428750" y="6534509"/>
                </a:cubicBezTo>
                <a:cubicBezTo>
                  <a:pt x="1428750" y="6519038"/>
                  <a:pt x="1811938" y="6522880"/>
                  <a:pt x="1832355" y="6538555"/>
                </a:cubicBezTo>
                <a:cubicBezTo>
                  <a:pt x="1842168" y="6546089"/>
                  <a:pt x="1861456" y="6550419"/>
                  <a:pt x="1875217" y="6548176"/>
                </a:cubicBezTo>
                <a:cubicBezTo>
                  <a:pt x="1991075" y="6529295"/>
                  <a:pt x="2190521" y="6522837"/>
                  <a:pt x="2208561" y="6537382"/>
                </a:cubicBezTo>
                <a:cubicBezTo>
                  <a:pt x="2216417" y="6543717"/>
                  <a:pt x="2283642" y="6549401"/>
                  <a:pt x="2377502" y="6551667"/>
                </a:cubicBezTo>
                <a:cubicBezTo>
                  <a:pt x="2471249" y="6553930"/>
                  <a:pt x="2531192" y="6558994"/>
                  <a:pt x="2527869" y="6564371"/>
                </a:cubicBezTo>
                <a:cubicBezTo>
                  <a:pt x="2524605" y="6569653"/>
                  <a:pt x="2546268" y="6572449"/>
                  <a:pt x="2580797" y="6571203"/>
                </a:cubicBezTo>
                <a:cubicBezTo>
                  <a:pt x="2612947" y="6570043"/>
                  <a:pt x="2641755" y="6565041"/>
                  <a:pt x="2644817" y="6560087"/>
                </a:cubicBezTo>
                <a:cubicBezTo>
                  <a:pt x="2648112" y="6554755"/>
                  <a:pt x="2683945" y="6553639"/>
                  <a:pt x="2732653" y="6557352"/>
                </a:cubicBezTo>
                <a:cubicBezTo>
                  <a:pt x="2796666" y="6562232"/>
                  <a:pt x="2822817" y="6560325"/>
                  <a:pt x="2850498" y="6548759"/>
                </a:cubicBezTo>
                <a:cubicBezTo>
                  <a:pt x="2871101" y="6540150"/>
                  <a:pt x="2886075" y="6537957"/>
                  <a:pt x="2886075" y="6543547"/>
                </a:cubicBezTo>
                <a:cubicBezTo>
                  <a:pt x="2886075" y="6556397"/>
                  <a:pt x="2921654" y="6555999"/>
                  <a:pt x="2925953" y="6543100"/>
                </a:cubicBezTo>
                <a:cubicBezTo>
                  <a:pt x="2928040" y="6536839"/>
                  <a:pt x="2988977" y="6530888"/>
                  <a:pt x="3086291" y="6527442"/>
                </a:cubicBezTo>
                <a:cubicBezTo>
                  <a:pt x="3245825" y="6521792"/>
                  <a:pt x="3375990" y="6529269"/>
                  <a:pt x="3367148" y="6543575"/>
                </a:cubicBezTo>
                <a:cubicBezTo>
                  <a:pt x="3364466" y="6547916"/>
                  <a:pt x="3384786" y="6551209"/>
                  <a:pt x="3412304" y="6550895"/>
                </a:cubicBezTo>
                <a:cubicBezTo>
                  <a:pt x="3439822" y="6550581"/>
                  <a:pt x="3529466" y="6551258"/>
                  <a:pt x="3611512" y="6552399"/>
                </a:cubicBezTo>
                <a:cubicBezTo>
                  <a:pt x="3693559" y="6553540"/>
                  <a:pt x="3811431" y="6550050"/>
                  <a:pt x="3873450" y="6544642"/>
                </a:cubicBezTo>
                <a:cubicBezTo>
                  <a:pt x="4062188" y="6528186"/>
                  <a:pt x="4211337" y="6524361"/>
                  <a:pt x="4204042" y="6536164"/>
                </a:cubicBezTo>
                <a:cubicBezTo>
                  <a:pt x="4199599" y="6543353"/>
                  <a:pt x="4209848" y="6544932"/>
                  <a:pt x="4237165" y="6541268"/>
                </a:cubicBezTo>
                <a:cubicBezTo>
                  <a:pt x="4258921" y="6538350"/>
                  <a:pt x="4279118" y="6539841"/>
                  <a:pt x="4282047" y="6544581"/>
                </a:cubicBezTo>
                <a:cubicBezTo>
                  <a:pt x="4291143" y="6559298"/>
                  <a:pt x="4377927" y="6554694"/>
                  <a:pt x="4391122" y="6538795"/>
                </a:cubicBezTo>
                <a:cubicBezTo>
                  <a:pt x="4400215" y="6527838"/>
                  <a:pt x="4406195" y="6526977"/>
                  <a:pt x="4416101" y="6535198"/>
                </a:cubicBezTo>
                <a:cubicBezTo>
                  <a:pt x="4425661" y="6543132"/>
                  <a:pt x="4429124" y="6543164"/>
                  <a:pt x="4429125" y="6535316"/>
                </a:cubicBezTo>
                <a:cubicBezTo>
                  <a:pt x="4429125" y="6514501"/>
                  <a:pt x="4768369" y="6534739"/>
                  <a:pt x="4783016" y="6556427"/>
                </a:cubicBezTo>
                <a:cubicBezTo>
                  <a:pt x="4790849" y="6568027"/>
                  <a:pt x="4914594" y="6557315"/>
                  <a:pt x="4928035" y="6543874"/>
                </a:cubicBezTo>
                <a:cubicBezTo>
                  <a:pt x="4941527" y="6530382"/>
                  <a:pt x="5066097" y="6532462"/>
                  <a:pt x="5099529" y="6546737"/>
                </a:cubicBezTo>
                <a:lnTo>
                  <a:pt x="5126995" y="6558465"/>
                </a:lnTo>
                <a:lnTo>
                  <a:pt x="5054513" y="6626156"/>
                </a:lnTo>
                <a:cubicBezTo>
                  <a:pt x="5014647" y="6663386"/>
                  <a:pt x="4951924" y="6716807"/>
                  <a:pt x="4915127" y="6744869"/>
                </a:cubicBezTo>
                <a:cubicBezTo>
                  <a:pt x="4878331" y="6772931"/>
                  <a:pt x="4848228" y="6800221"/>
                  <a:pt x="4848232" y="6805514"/>
                </a:cubicBezTo>
                <a:cubicBezTo>
                  <a:pt x="4848237" y="6811425"/>
                  <a:pt x="4806901" y="6815137"/>
                  <a:pt x="4741076" y="6815137"/>
                </a:cubicBezTo>
                <a:cubicBezTo>
                  <a:pt x="4682136" y="6815137"/>
                  <a:pt x="4608936" y="6818178"/>
                  <a:pt x="4578410" y="6821896"/>
                </a:cubicBezTo>
                <a:cubicBezTo>
                  <a:pt x="4539776" y="6826600"/>
                  <a:pt x="4505459" y="6824184"/>
                  <a:pt x="4465499" y="6813947"/>
                </a:cubicBezTo>
                <a:cubicBezTo>
                  <a:pt x="4416703" y="6801446"/>
                  <a:pt x="4398592" y="6801043"/>
                  <a:pt x="4344788" y="6811259"/>
                </a:cubicBezTo>
                <a:cubicBezTo>
                  <a:pt x="4284386" y="6822729"/>
                  <a:pt x="4155030" y="6826309"/>
                  <a:pt x="3562350" y="6832915"/>
                </a:cubicBezTo>
                <a:cubicBezTo>
                  <a:pt x="3423523" y="6834462"/>
                  <a:pt x="3241924" y="6839003"/>
                  <a:pt x="3158797" y="6843006"/>
                </a:cubicBezTo>
                <a:cubicBezTo>
                  <a:pt x="3050058" y="6848241"/>
                  <a:pt x="3009466" y="6847357"/>
                  <a:pt x="3014103" y="6839854"/>
                </a:cubicBezTo>
                <a:close/>
                <a:moveTo>
                  <a:pt x="1759854" y="6803830"/>
                </a:moveTo>
                <a:cubicBezTo>
                  <a:pt x="1750748" y="6801446"/>
                  <a:pt x="1733603" y="6801360"/>
                  <a:pt x="1721754" y="6803638"/>
                </a:cubicBezTo>
                <a:cubicBezTo>
                  <a:pt x="1709906" y="6805916"/>
                  <a:pt x="1717357" y="6807867"/>
                  <a:pt x="1738312" y="6807972"/>
                </a:cubicBezTo>
                <a:cubicBezTo>
                  <a:pt x="1759267" y="6808078"/>
                  <a:pt x="1768961" y="6806214"/>
                  <a:pt x="1759854" y="6803830"/>
                </a:cubicBezTo>
                <a:close/>
                <a:moveTo>
                  <a:pt x="1840706" y="6794127"/>
                </a:moveTo>
                <a:cubicBezTo>
                  <a:pt x="1828919" y="6791857"/>
                  <a:pt x="1809630" y="6791857"/>
                  <a:pt x="1797843" y="6794127"/>
                </a:cubicBezTo>
                <a:cubicBezTo>
                  <a:pt x="1786056" y="6796398"/>
                  <a:pt x="1795700" y="6798255"/>
                  <a:pt x="1819275" y="6798255"/>
                </a:cubicBezTo>
                <a:cubicBezTo>
                  <a:pt x="1842849" y="6798255"/>
                  <a:pt x="1852493" y="6796398"/>
                  <a:pt x="1840706" y="6794127"/>
                </a:cubicBezTo>
                <a:close/>
                <a:moveTo>
                  <a:pt x="2626518" y="6603527"/>
                </a:moveTo>
                <a:cubicBezTo>
                  <a:pt x="2612112" y="6601345"/>
                  <a:pt x="2588537" y="6601345"/>
                  <a:pt x="2574131" y="6603527"/>
                </a:cubicBezTo>
                <a:cubicBezTo>
                  <a:pt x="2559724" y="6605710"/>
                  <a:pt x="2571511" y="6607495"/>
                  <a:pt x="2600325" y="6607495"/>
                </a:cubicBezTo>
                <a:cubicBezTo>
                  <a:pt x="2629138" y="6607495"/>
                  <a:pt x="2640925" y="6605710"/>
                  <a:pt x="2626518" y="6603527"/>
                </a:cubicBezTo>
                <a:close/>
                <a:moveTo>
                  <a:pt x="2869406" y="6603459"/>
                </a:moveTo>
                <a:cubicBezTo>
                  <a:pt x="2852380" y="6601346"/>
                  <a:pt x="2824519" y="6601346"/>
                  <a:pt x="2807493" y="6603459"/>
                </a:cubicBezTo>
                <a:cubicBezTo>
                  <a:pt x="2790467" y="6605572"/>
                  <a:pt x="2804398" y="6607301"/>
                  <a:pt x="2838450" y="6607301"/>
                </a:cubicBezTo>
                <a:cubicBezTo>
                  <a:pt x="2872501" y="6607301"/>
                  <a:pt x="2886432" y="6605572"/>
                  <a:pt x="2869406" y="6603459"/>
                </a:cubicBezTo>
                <a:close/>
                <a:moveTo>
                  <a:pt x="2343150" y="6591300"/>
                </a:moveTo>
                <a:cubicBezTo>
                  <a:pt x="2343150" y="6585977"/>
                  <a:pt x="2321084" y="6582406"/>
                  <a:pt x="2293143" y="6583205"/>
                </a:cubicBezTo>
                <a:lnTo>
                  <a:pt x="2243137" y="6584636"/>
                </a:lnTo>
                <a:lnTo>
                  <a:pt x="2286000" y="6591300"/>
                </a:lnTo>
                <a:cubicBezTo>
                  <a:pt x="2309574" y="6594965"/>
                  <a:pt x="2332077" y="6598607"/>
                  <a:pt x="2336006" y="6599394"/>
                </a:cubicBezTo>
                <a:cubicBezTo>
                  <a:pt x="2339935" y="6600181"/>
                  <a:pt x="2343150" y="6596538"/>
                  <a:pt x="2343150" y="6591300"/>
                </a:cubicBezTo>
                <a:close/>
                <a:moveTo>
                  <a:pt x="3093243" y="6584477"/>
                </a:moveTo>
                <a:cubicBezTo>
                  <a:pt x="3078837" y="6582295"/>
                  <a:pt x="3055262" y="6582295"/>
                  <a:pt x="3040856" y="6584477"/>
                </a:cubicBezTo>
                <a:cubicBezTo>
                  <a:pt x="3026449" y="6586660"/>
                  <a:pt x="3038236" y="6588445"/>
                  <a:pt x="3067050" y="6588445"/>
                </a:cubicBezTo>
                <a:cubicBezTo>
                  <a:pt x="3095863" y="6588445"/>
                  <a:pt x="3107650" y="6586660"/>
                  <a:pt x="3093243" y="6584477"/>
                </a:cubicBezTo>
                <a:close/>
                <a:moveTo>
                  <a:pt x="2932818" y="6568193"/>
                </a:moveTo>
                <a:cubicBezTo>
                  <a:pt x="2924785" y="6560160"/>
                  <a:pt x="2848776" y="6556315"/>
                  <a:pt x="2853641" y="6564187"/>
                </a:cubicBezTo>
                <a:cubicBezTo>
                  <a:pt x="2856382" y="6568622"/>
                  <a:pt x="2876230" y="6572250"/>
                  <a:pt x="2897749" y="6572250"/>
                </a:cubicBezTo>
                <a:cubicBezTo>
                  <a:pt x="2919268" y="6572250"/>
                  <a:pt x="2935049" y="6570424"/>
                  <a:pt x="2932818" y="6568193"/>
                </a:cubicBezTo>
                <a:close/>
                <a:moveTo>
                  <a:pt x="3183731" y="6565227"/>
                </a:moveTo>
                <a:cubicBezTo>
                  <a:pt x="3156227" y="6563303"/>
                  <a:pt x="3111222" y="6563303"/>
                  <a:pt x="3083718" y="6565227"/>
                </a:cubicBezTo>
                <a:cubicBezTo>
                  <a:pt x="3056215" y="6567151"/>
                  <a:pt x="3078718" y="6568726"/>
                  <a:pt x="3133725" y="6568726"/>
                </a:cubicBezTo>
                <a:cubicBezTo>
                  <a:pt x="3188731" y="6568726"/>
                  <a:pt x="3211234" y="6567151"/>
                  <a:pt x="3183731" y="6565227"/>
                </a:cubicBezTo>
                <a:close/>
                <a:moveTo>
                  <a:pt x="1454943" y="6556159"/>
                </a:moveTo>
                <a:cubicBezTo>
                  <a:pt x="1445775" y="6553763"/>
                  <a:pt x="1430774" y="6553763"/>
                  <a:pt x="1421606" y="6556159"/>
                </a:cubicBezTo>
                <a:cubicBezTo>
                  <a:pt x="1412438" y="6558554"/>
                  <a:pt x="1419939" y="6560515"/>
                  <a:pt x="1438275" y="6560515"/>
                </a:cubicBezTo>
                <a:cubicBezTo>
                  <a:pt x="1456610" y="6560515"/>
                  <a:pt x="1464111" y="6558554"/>
                  <a:pt x="1454943" y="6556159"/>
                </a:cubicBezTo>
                <a:close/>
                <a:moveTo>
                  <a:pt x="3007629" y="6556180"/>
                </a:moveTo>
                <a:cubicBezTo>
                  <a:pt x="2998523" y="6553796"/>
                  <a:pt x="2981378" y="6553710"/>
                  <a:pt x="2969529" y="6555988"/>
                </a:cubicBezTo>
                <a:cubicBezTo>
                  <a:pt x="2957681" y="6558266"/>
                  <a:pt x="2965132" y="6560217"/>
                  <a:pt x="2986087" y="6560322"/>
                </a:cubicBezTo>
                <a:cubicBezTo>
                  <a:pt x="3007042" y="6560428"/>
                  <a:pt x="3016736" y="6558564"/>
                  <a:pt x="3007629" y="6556180"/>
                </a:cubicBezTo>
                <a:close/>
                <a:moveTo>
                  <a:pt x="1565385" y="6365081"/>
                </a:moveTo>
                <a:cubicBezTo>
                  <a:pt x="1570372" y="6357004"/>
                  <a:pt x="1570492" y="6357013"/>
                  <a:pt x="1271587" y="6343752"/>
                </a:cubicBezTo>
                <a:cubicBezTo>
                  <a:pt x="1055500" y="6334165"/>
                  <a:pt x="1052252" y="6333712"/>
                  <a:pt x="1033462" y="6310518"/>
                </a:cubicBezTo>
                <a:cubicBezTo>
                  <a:pt x="988522" y="6255047"/>
                  <a:pt x="969392" y="6227122"/>
                  <a:pt x="915237" y="6137938"/>
                </a:cubicBezTo>
                <a:lnTo>
                  <a:pt x="857959" y="6043612"/>
                </a:lnTo>
                <a:lnTo>
                  <a:pt x="1002861" y="6037772"/>
                </a:lnTo>
                <a:cubicBezTo>
                  <a:pt x="1175635" y="6030808"/>
                  <a:pt x="1372787" y="6036597"/>
                  <a:pt x="1385411" y="6049006"/>
                </a:cubicBezTo>
                <a:cubicBezTo>
                  <a:pt x="1390388" y="6053897"/>
                  <a:pt x="1454681" y="6057858"/>
                  <a:pt x="1528286" y="6057808"/>
                </a:cubicBezTo>
                <a:cubicBezTo>
                  <a:pt x="1649030" y="6057725"/>
                  <a:pt x="1737684" y="6050422"/>
                  <a:pt x="1990725" y="6019714"/>
                </a:cubicBezTo>
                <a:cubicBezTo>
                  <a:pt x="2077778" y="6009150"/>
                  <a:pt x="2257271" y="6017117"/>
                  <a:pt x="2224087" y="6030073"/>
                </a:cubicBezTo>
                <a:cubicBezTo>
                  <a:pt x="2212968" y="6034414"/>
                  <a:pt x="2250639" y="6038093"/>
                  <a:pt x="2314575" y="6038909"/>
                </a:cubicBezTo>
                <a:cubicBezTo>
                  <a:pt x="2374820" y="6039678"/>
                  <a:pt x="2432685" y="6041949"/>
                  <a:pt x="2443162" y="6043955"/>
                </a:cubicBezTo>
                <a:cubicBezTo>
                  <a:pt x="2483547" y="6051690"/>
                  <a:pt x="2604867" y="6051943"/>
                  <a:pt x="2843212" y="6044790"/>
                </a:cubicBezTo>
                <a:cubicBezTo>
                  <a:pt x="3018816" y="6039520"/>
                  <a:pt x="3086706" y="6040304"/>
                  <a:pt x="3076575" y="6047483"/>
                </a:cubicBezTo>
                <a:cubicBezTo>
                  <a:pt x="3065271" y="6055493"/>
                  <a:pt x="3068752" y="6057638"/>
                  <a:pt x="3093243" y="6057754"/>
                </a:cubicBezTo>
                <a:cubicBezTo>
                  <a:pt x="3110269" y="6057834"/>
                  <a:pt x="3124200" y="6053851"/>
                  <a:pt x="3124200" y="6048904"/>
                </a:cubicBezTo>
                <a:cubicBezTo>
                  <a:pt x="3124200" y="6043761"/>
                  <a:pt x="3172947" y="6039908"/>
                  <a:pt x="3238003" y="6039908"/>
                </a:cubicBezTo>
                <a:cubicBezTo>
                  <a:pt x="3341256" y="6039908"/>
                  <a:pt x="3431709" y="6034196"/>
                  <a:pt x="3495675" y="6023636"/>
                </a:cubicBezTo>
                <a:cubicBezTo>
                  <a:pt x="3566265" y="6011982"/>
                  <a:pt x="3784065" y="6007821"/>
                  <a:pt x="3777620" y="6018249"/>
                </a:cubicBezTo>
                <a:cubicBezTo>
                  <a:pt x="3772847" y="6025972"/>
                  <a:pt x="3782479" y="6029325"/>
                  <a:pt x="3809437" y="6029325"/>
                </a:cubicBezTo>
                <a:cubicBezTo>
                  <a:pt x="3831674" y="6029325"/>
                  <a:pt x="3848100" y="6033867"/>
                  <a:pt x="3848100" y="6040016"/>
                </a:cubicBezTo>
                <a:cubicBezTo>
                  <a:pt x="3848099" y="6047818"/>
                  <a:pt x="3851649" y="6047761"/>
                  <a:pt x="3861237" y="6039804"/>
                </a:cubicBezTo>
                <a:cubicBezTo>
                  <a:pt x="3878235" y="6025697"/>
                  <a:pt x="3976296" y="6014545"/>
                  <a:pt x="3968203" y="6027639"/>
                </a:cubicBezTo>
                <a:cubicBezTo>
                  <a:pt x="3955288" y="6048538"/>
                  <a:pt x="4117835" y="6054477"/>
                  <a:pt x="4428258" y="6044451"/>
                </a:cubicBezTo>
                <a:cubicBezTo>
                  <a:pt x="4590948" y="6039196"/>
                  <a:pt x="4633769" y="6040371"/>
                  <a:pt x="4640043" y="6050263"/>
                </a:cubicBezTo>
                <a:cubicBezTo>
                  <a:pt x="4646080" y="6059781"/>
                  <a:pt x="4647942" y="6059895"/>
                  <a:pt x="4648054" y="6050756"/>
                </a:cubicBezTo>
                <a:cubicBezTo>
                  <a:pt x="4648137" y="6043987"/>
                  <a:pt x="4659503" y="6039138"/>
                  <a:pt x="4674393" y="6039519"/>
                </a:cubicBezTo>
                <a:cubicBezTo>
                  <a:pt x="4696302" y="6040079"/>
                  <a:pt x="4697585" y="6041365"/>
                  <a:pt x="4682233" y="6047378"/>
                </a:cubicBezTo>
                <a:cubicBezTo>
                  <a:pt x="4665142" y="6054074"/>
                  <a:pt x="4665038" y="6055013"/>
                  <a:pt x="4680712" y="6061027"/>
                </a:cubicBezTo>
                <a:cubicBezTo>
                  <a:pt x="4689969" y="6064580"/>
                  <a:pt x="4701456" y="6065069"/>
                  <a:pt x="4706237" y="6062113"/>
                </a:cubicBezTo>
                <a:cubicBezTo>
                  <a:pt x="4711018" y="6059158"/>
                  <a:pt x="4734334" y="6059650"/>
                  <a:pt x="4758048" y="6063207"/>
                </a:cubicBezTo>
                <a:cubicBezTo>
                  <a:pt x="4796784" y="6069015"/>
                  <a:pt x="4799443" y="6070980"/>
                  <a:pt x="4784214" y="6082533"/>
                </a:cubicBezTo>
                <a:cubicBezTo>
                  <a:pt x="4769077" y="6094017"/>
                  <a:pt x="4771340" y="6095410"/>
                  <a:pt x="4805362" y="6095551"/>
                </a:cubicBezTo>
                <a:cubicBezTo>
                  <a:pt x="4833398" y="6095666"/>
                  <a:pt x="4839688" y="6093269"/>
                  <a:pt x="4829175" y="6086475"/>
                </a:cubicBezTo>
                <a:cubicBezTo>
                  <a:pt x="4819424" y="6080173"/>
                  <a:pt x="4845249" y="6077195"/>
                  <a:pt x="4910499" y="6077095"/>
                </a:cubicBezTo>
                <a:cubicBezTo>
                  <a:pt x="4963086" y="6077015"/>
                  <a:pt x="5057383" y="6070576"/>
                  <a:pt x="5120049" y="6062785"/>
                </a:cubicBezTo>
                <a:cubicBezTo>
                  <a:pt x="5276240" y="6043368"/>
                  <a:pt x="5426761" y="6035871"/>
                  <a:pt x="5470287" y="6045340"/>
                </a:cubicBezTo>
                <a:lnTo>
                  <a:pt x="5506561" y="6053231"/>
                </a:lnTo>
                <a:lnTo>
                  <a:pt x="5455999" y="6136531"/>
                </a:lnTo>
                <a:cubicBezTo>
                  <a:pt x="5372340" y="6274357"/>
                  <a:pt x="5332431" y="6324390"/>
                  <a:pt x="5305425" y="6325300"/>
                </a:cubicBezTo>
                <a:cubicBezTo>
                  <a:pt x="5292328" y="6325742"/>
                  <a:pt x="5286997" y="6328274"/>
                  <a:pt x="5293578" y="6330928"/>
                </a:cubicBezTo>
                <a:cubicBezTo>
                  <a:pt x="5314946" y="6339543"/>
                  <a:pt x="5297095" y="6350761"/>
                  <a:pt x="5270199" y="6345620"/>
                </a:cubicBezTo>
                <a:cubicBezTo>
                  <a:pt x="5247116" y="6341207"/>
                  <a:pt x="5246250" y="6339838"/>
                  <a:pt x="5262828" y="6333962"/>
                </a:cubicBezTo>
                <a:cubicBezTo>
                  <a:pt x="5299496" y="6320964"/>
                  <a:pt x="5088549" y="6324704"/>
                  <a:pt x="4919662" y="6340045"/>
                </a:cubicBezTo>
                <a:cubicBezTo>
                  <a:pt x="4763823" y="6354202"/>
                  <a:pt x="4483327" y="6354269"/>
                  <a:pt x="4414837" y="6340167"/>
                </a:cubicBezTo>
                <a:cubicBezTo>
                  <a:pt x="4378765" y="6332739"/>
                  <a:pt x="3881290" y="6333269"/>
                  <a:pt x="3787961" y="6340835"/>
                </a:cubicBezTo>
                <a:cubicBezTo>
                  <a:pt x="3736549" y="6345002"/>
                  <a:pt x="3686351" y="6345397"/>
                  <a:pt x="3676409" y="6341711"/>
                </a:cubicBezTo>
                <a:cubicBezTo>
                  <a:pt x="3666467" y="6338025"/>
                  <a:pt x="3627093" y="6336743"/>
                  <a:pt x="3588910" y="6338860"/>
                </a:cubicBezTo>
                <a:cubicBezTo>
                  <a:pt x="3398748" y="6349408"/>
                  <a:pt x="3090848" y="6353599"/>
                  <a:pt x="3014662" y="6346676"/>
                </a:cubicBezTo>
                <a:cubicBezTo>
                  <a:pt x="2967513" y="6342392"/>
                  <a:pt x="2847498" y="6341030"/>
                  <a:pt x="2747962" y="6343650"/>
                </a:cubicBezTo>
                <a:cubicBezTo>
                  <a:pt x="2648426" y="6346269"/>
                  <a:pt x="2517695" y="6346231"/>
                  <a:pt x="2457450" y="6343566"/>
                </a:cubicBezTo>
                <a:cubicBezTo>
                  <a:pt x="2389566" y="6340563"/>
                  <a:pt x="2345346" y="6342344"/>
                  <a:pt x="2341165" y="6348249"/>
                </a:cubicBezTo>
                <a:cubicBezTo>
                  <a:pt x="2336790" y="6354427"/>
                  <a:pt x="2330416" y="6353776"/>
                  <a:pt x="2323037" y="6346397"/>
                </a:cubicBezTo>
                <a:cubicBezTo>
                  <a:pt x="2314609" y="6337969"/>
                  <a:pt x="2306592" y="6337726"/>
                  <a:pt x="2292139" y="6345461"/>
                </a:cubicBezTo>
                <a:cubicBezTo>
                  <a:pt x="2277790" y="6353140"/>
                  <a:pt x="2271661" y="6353022"/>
                  <a:pt x="2268992" y="6345015"/>
                </a:cubicBezTo>
                <a:cubicBezTo>
                  <a:pt x="2266996" y="6339025"/>
                  <a:pt x="2251789" y="6333617"/>
                  <a:pt x="2235200" y="6332998"/>
                </a:cubicBezTo>
                <a:lnTo>
                  <a:pt x="2205037" y="6331871"/>
                </a:lnTo>
                <a:lnTo>
                  <a:pt x="2233612" y="6323929"/>
                </a:lnTo>
                <a:cubicBezTo>
                  <a:pt x="2254342" y="6318167"/>
                  <a:pt x="2244597" y="6316821"/>
                  <a:pt x="2198115" y="6319025"/>
                </a:cubicBezTo>
                <a:cubicBezTo>
                  <a:pt x="2156019" y="6321021"/>
                  <a:pt x="2136115" y="6318709"/>
                  <a:pt x="2140086" y="6312286"/>
                </a:cubicBezTo>
                <a:cubicBezTo>
                  <a:pt x="2144155" y="6305701"/>
                  <a:pt x="2118426" y="6304595"/>
                  <a:pt x="2061283" y="6308900"/>
                </a:cubicBezTo>
                <a:cubicBezTo>
                  <a:pt x="1894281" y="6321482"/>
                  <a:pt x="1852243" y="6327274"/>
                  <a:pt x="1871967" y="6334983"/>
                </a:cubicBezTo>
                <a:cubicBezTo>
                  <a:pt x="1888797" y="6341562"/>
                  <a:pt x="1888328" y="6342379"/>
                  <a:pt x="1867376" y="6342980"/>
                </a:cubicBezTo>
                <a:cubicBezTo>
                  <a:pt x="1841418" y="6343725"/>
                  <a:pt x="1850184" y="6357975"/>
                  <a:pt x="1881187" y="6365433"/>
                </a:cubicBezTo>
                <a:cubicBezTo>
                  <a:pt x="1891665" y="6367953"/>
                  <a:pt x="1875591" y="6370512"/>
                  <a:pt x="1845468" y="6371120"/>
                </a:cubicBezTo>
                <a:cubicBezTo>
                  <a:pt x="1815345" y="6371727"/>
                  <a:pt x="1790700" y="6368799"/>
                  <a:pt x="1790700" y="6364612"/>
                </a:cubicBezTo>
                <a:cubicBezTo>
                  <a:pt x="1790700" y="6360425"/>
                  <a:pt x="1775698" y="6358751"/>
                  <a:pt x="1757362" y="6360892"/>
                </a:cubicBezTo>
                <a:cubicBezTo>
                  <a:pt x="1739026" y="6363032"/>
                  <a:pt x="1724025" y="6360588"/>
                  <a:pt x="1724025" y="6355461"/>
                </a:cubicBezTo>
                <a:cubicBezTo>
                  <a:pt x="1724025" y="6350334"/>
                  <a:pt x="1746108" y="6345641"/>
                  <a:pt x="1773098" y="6345033"/>
                </a:cubicBezTo>
                <a:cubicBezTo>
                  <a:pt x="1800089" y="6344425"/>
                  <a:pt x="1824377" y="6341722"/>
                  <a:pt x="1827073" y="6339026"/>
                </a:cubicBezTo>
                <a:cubicBezTo>
                  <a:pt x="1834726" y="6331373"/>
                  <a:pt x="1742611" y="6334333"/>
                  <a:pt x="1700212" y="6343103"/>
                </a:cubicBezTo>
                <a:cubicBezTo>
                  <a:pt x="1679257" y="6347437"/>
                  <a:pt x="1668541" y="6351904"/>
                  <a:pt x="1676400" y="6353029"/>
                </a:cubicBezTo>
                <a:cubicBezTo>
                  <a:pt x="1684402" y="6354174"/>
                  <a:pt x="1680213" y="6358428"/>
                  <a:pt x="1666875" y="6362700"/>
                </a:cubicBezTo>
                <a:cubicBezTo>
                  <a:pt x="1636037" y="6372575"/>
                  <a:pt x="1559652" y="6374368"/>
                  <a:pt x="1565385" y="6365081"/>
                </a:cubicBezTo>
                <a:close/>
                <a:moveTo>
                  <a:pt x="1383506" y="6308352"/>
                </a:moveTo>
                <a:cubicBezTo>
                  <a:pt x="1371719" y="6306082"/>
                  <a:pt x="1352430" y="6306082"/>
                  <a:pt x="1340643" y="6308352"/>
                </a:cubicBezTo>
                <a:cubicBezTo>
                  <a:pt x="1328856" y="6310623"/>
                  <a:pt x="1338500" y="6312480"/>
                  <a:pt x="1362075" y="6312480"/>
                </a:cubicBezTo>
                <a:cubicBezTo>
                  <a:pt x="1385649" y="6312480"/>
                  <a:pt x="1395293" y="6310623"/>
                  <a:pt x="1383506" y="6308352"/>
                </a:cubicBezTo>
                <a:close/>
                <a:moveTo>
                  <a:pt x="1433512" y="6285953"/>
                </a:moveTo>
                <a:cubicBezTo>
                  <a:pt x="1412557" y="6281619"/>
                  <a:pt x="1361122" y="6278524"/>
                  <a:pt x="1319212" y="6279076"/>
                </a:cubicBezTo>
                <a:cubicBezTo>
                  <a:pt x="1245510" y="6280047"/>
                  <a:pt x="1244729" y="6280290"/>
                  <a:pt x="1295400" y="6286500"/>
                </a:cubicBezTo>
                <a:cubicBezTo>
                  <a:pt x="1324213" y="6290030"/>
                  <a:pt x="1375648" y="6293125"/>
                  <a:pt x="1409700" y="6293377"/>
                </a:cubicBezTo>
                <a:cubicBezTo>
                  <a:pt x="1466149" y="6293793"/>
                  <a:pt x="1468250" y="6293138"/>
                  <a:pt x="1433512" y="6285953"/>
                </a:cubicBezTo>
                <a:close/>
                <a:moveTo>
                  <a:pt x="2759868" y="6079909"/>
                </a:moveTo>
                <a:cubicBezTo>
                  <a:pt x="2750700" y="6077513"/>
                  <a:pt x="2735699" y="6077513"/>
                  <a:pt x="2726531" y="6079909"/>
                </a:cubicBezTo>
                <a:cubicBezTo>
                  <a:pt x="2717363" y="6082304"/>
                  <a:pt x="2724864" y="6084265"/>
                  <a:pt x="2743200" y="6084265"/>
                </a:cubicBezTo>
                <a:cubicBezTo>
                  <a:pt x="2761535" y="6084265"/>
                  <a:pt x="2769036" y="6082304"/>
                  <a:pt x="2759868" y="6079909"/>
                </a:cubicBezTo>
                <a:close/>
                <a:moveTo>
                  <a:pt x="4664979" y="6079930"/>
                </a:moveTo>
                <a:cubicBezTo>
                  <a:pt x="4655873" y="6077546"/>
                  <a:pt x="4638728" y="6077460"/>
                  <a:pt x="4626879" y="6079738"/>
                </a:cubicBezTo>
                <a:cubicBezTo>
                  <a:pt x="4615031" y="6082016"/>
                  <a:pt x="4622482" y="6083967"/>
                  <a:pt x="4643437" y="6084072"/>
                </a:cubicBezTo>
                <a:cubicBezTo>
                  <a:pt x="4664392" y="6084178"/>
                  <a:pt x="4674086" y="6082314"/>
                  <a:pt x="4664979" y="6079930"/>
                </a:cubicBezTo>
                <a:close/>
                <a:moveTo>
                  <a:pt x="1035843" y="6051334"/>
                </a:moveTo>
                <a:cubicBezTo>
                  <a:pt x="1026675" y="6048938"/>
                  <a:pt x="1011674" y="6048938"/>
                  <a:pt x="1002506" y="6051334"/>
                </a:cubicBezTo>
                <a:cubicBezTo>
                  <a:pt x="993338" y="6053729"/>
                  <a:pt x="1000839" y="6055690"/>
                  <a:pt x="1019175" y="6055690"/>
                </a:cubicBezTo>
                <a:cubicBezTo>
                  <a:pt x="1037510" y="6055690"/>
                  <a:pt x="1045011" y="6053729"/>
                  <a:pt x="1035843" y="6051334"/>
                </a:cubicBezTo>
                <a:close/>
                <a:moveTo>
                  <a:pt x="3212487" y="6051652"/>
                </a:moveTo>
                <a:cubicBezTo>
                  <a:pt x="3206038" y="6049043"/>
                  <a:pt x="3193180" y="6048884"/>
                  <a:pt x="3183912" y="6051299"/>
                </a:cubicBezTo>
                <a:cubicBezTo>
                  <a:pt x="3174645" y="6053714"/>
                  <a:pt x="3179921" y="6055848"/>
                  <a:pt x="3195637" y="6056043"/>
                </a:cubicBezTo>
                <a:cubicBezTo>
                  <a:pt x="3211353" y="6056237"/>
                  <a:pt x="3218936" y="6054261"/>
                  <a:pt x="3212487" y="6051652"/>
                </a:cubicBezTo>
                <a:close/>
                <a:moveTo>
                  <a:pt x="2145637" y="6041670"/>
                </a:moveTo>
                <a:cubicBezTo>
                  <a:pt x="2133922" y="6039409"/>
                  <a:pt x="2112490" y="6039350"/>
                  <a:pt x="2098012" y="6041540"/>
                </a:cubicBezTo>
                <a:cubicBezTo>
                  <a:pt x="2083533" y="6043729"/>
                  <a:pt x="2093118" y="6045579"/>
                  <a:pt x="2119312" y="6045650"/>
                </a:cubicBezTo>
                <a:cubicBezTo>
                  <a:pt x="2145506" y="6045722"/>
                  <a:pt x="2157352" y="6043930"/>
                  <a:pt x="2145637" y="6041670"/>
                </a:cubicBezTo>
                <a:close/>
                <a:moveTo>
                  <a:pt x="3917337" y="6042127"/>
                </a:moveTo>
                <a:cubicBezTo>
                  <a:pt x="3910888" y="6039518"/>
                  <a:pt x="3898030" y="6039359"/>
                  <a:pt x="3888762" y="6041774"/>
                </a:cubicBezTo>
                <a:cubicBezTo>
                  <a:pt x="3879495" y="6044189"/>
                  <a:pt x="3884771" y="6046323"/>
                  <a:pt x="3900487" y="6046518"/>
                </a:cubicBezTo>
                <a:cubicBezTo>
                  <a:pt x="3916203" y="6046712"/>
                  <a:pt x="3923786" y="6044736"/>
                  <a:pt x="3917337" y="6042127"/>
                </a:cubicBezTo>
                <a:close/>
                <a:moveTo>
                  <a:pt x="2843933" y="5878513"/>
                </a:moveTo>
                <a:cubicBezTo>
                  <a:pt x="2823118" y="5876141"/>
                  <a:pt x="2819507" y="5873169"/>
                  <a:pt x="2829645" y="5866752"/>
                </a:cubicBezTo>
                <a:cubicBezTo>
                  <a:pt x="2837932" y="5861508"/>
                  <a:pt x="2757807" y="5858109"/>
                  <a:pt x="2623757" y="5858020"/>
                </a:cubicBezTo>
                <a:cubicBezTo>
                  <a:pt x="2461154" y="5857912"/>
                  <a:pt x="2390284" y="5854223"/>
                  <a:pt x="2350193" y="5843781"/>
                </a:cubicBezTo>
                <a:cubicBezTo>
                  <a:pt x="2320433" y="5836029"/>
                  <a:pt x="2277741" y="5830172"/>
                  <a:pt x="2255323" y="5830764"/>
                </a:cubicBezTo>
                <a:cubicBezTo>
                  <a:pt x="2232904" y="5831356"/>
                  <a:pt x="2160799" y="5826895"/>
                  <a:pt x="2095089" y="5820851"/>
                </a:cubicBezTo>
                <a:cubicBezTo>
                  <a:pt x="1951402" y="5807634"/>
                  <a:pt x="1245922" y="5814998"/>
                  <a:pt x="1217876" y="5830008"/>
                </a:cubicBezTo>
                <a:cubicBezTo>
                  <a:pt x="1197732" y="5840789"/>
                  <a:pt x="781074" y="5841088"/>
                  <a:pt x="763673" y="5830334"/>
                </a:cubicBezTo>
                <a:cubicBezTo>
                  <a:pt x="745144" y="5818882"/>
                  <a:pt x="651816" y="5555685"/>
                  <a:pt x="656224" y="5527313"/>
                </a:cubicBezTo>
                <a:cubicBezTo>
                  <a:pt x="657638" y="5518212"/>
                  <a:pt x="858682" y="5523156"/>
                  <a:pt x="947737" y="5534482"/>
                </a:cubicBezTo>
                <a:cubicBezTo>
                  <a:pt x="984408" y="5539146"/>
                  <a:pt x="1045487" y="5543094"/>
                  <a:pt x="1083468" y="5543255"/>
                </a:cubicBezTo>
                <a:cubicBezTo>
                  <a:pt x="1122960" y="5543424"/>
                  <a:pt x="1152525" y="5547627"/>
                  <a:pt x="1152525" y="5553075"/>
                </a:cubicBezTo>
                <a:cubicBezTo>
                  <a:pt x="1152525" y="5558313"/>
                  <a:pt x="1166455" y="5562298"/>
                  <a:pt x="1183481" y="5561930"/>
                </a:cubicBezTo>
                <a:cubicBezTo>
                  <a:pt x="1209675" y="5561364"/>
                  <a:pt x="1211507" y="5559963"/>
                  <a:pt x="1195387" y="5552826"/>
                </a:cubicBezTo>
                <a:cubicBezTo>
                  <a:pt x="1182340" y="5547048"/>
                  <a:pt x="1189843" y="5545948"/>
                  <a:pt x="1219200" y="5549332"/>
                </a:cubicBezTo>
                <a:cubicBezTo>
                  <a:pt x="1286878" y="5557135"/>
                  <a:pt x="1304925" y="5562205"/>
                  <a:pt x="1304925" y="5573416"/>
                </a:cubicBezTo>
                <a:cubicBezTo>
                  <a:pt x="1304925" y="5579371"/>
                  <a:pt x="1294892" y="5581953"/>
                  <a:pt x="1281617" y="5579415"/>
                </a:cubicBezTo>
                <a:cubicBezTo>
                  <a:pt x="1268798" y="5576964"/>
                  <a:pt x="1242009" y="5578115"/>
                  <a:pt x="1222086" y="5581971"/>
                </a:cubicBezTo>
                <a:cubicBezTo>
                  <a:pt x="1191702" y="5587853"/>
                  <a:pt x="1196947" y="5589160"/>
                  <a:pt x="1254619" y="5590079"/>
                </a:cubicBezTo>
                <a:cubicBezTo>
                  <a:pt x="1312101" y="5590995"/>
                  <a:pt x="1322478" y="5588832"/>
                  <a:pt x="1317894" y="5576887"/>
                </a:cubicBezTo>
                <a:cubicBezTo>
                  <a:pt x="1313523" y="5565498"/>
                  <a:pt x="1321795" y="5562319"/>
                  <a:pt x="1358674" y="5561216"/>
                </a:cubicBezTo>
                <a:cubicBezTo>
                  <a:pt x="1493734" y="5557176"/>
                  <a:pt x="1552567" y="5558687"/>
                  <a:pt x="1552570" y="5566196"/>
                </a:cubicBezTo>
                <a:cubicBezTo>
                  <a:pt x="1552574" y="5574383"/>
                  <a:pt x="1742896" y="5565953"/>
                  <a:pt x="1751463" y="5557386"/>
                </a:cubicBezTo>
                <a:cubicBezTo>
                  <a:pt x="1753834" y="5555015"/>
                  <a:pt x="1732557" y="5552540"/>
                  <a:pt x="1704181" y="5551886"/>
                </a:cubicBezTo>
                <a:lnTo>
                  <a:pt x="1652587" y="5550698"/>
                </a:lnTo>
                <a:lnTo>
                  <a:pt x="1704975" y="5542142"/>
                </a:lnTo>
                <a:cubicBezTo>
                  <a:pt x="1791473" y="5528014"/>
                  <a:pt x="2302149" y="5527314"/>
                  <a:pt x="2316139" y="5541304"/>
                </a:cubicBezTo>
                <a:cubicBezTo>
                  <a:pt x="2322613" y="5547778"/>
                  <a:pt x="2340983" y="5553376"/>
                  <a:pt x="2356961" y="5553744"/>
                </a:cubicBezTo>
                <a:cubicBezTo>
                  <a:pt x="2381813" y="5554317"/>
                  <a:pt x="2383258" y="5555597"/>
                  <a:pt x="2366962" y="5562600"/>
                </a:cubicBezTo>
                <a:cubicBezTo>
                  <a:pt x="2350219" y="5569794"/>
                  <a:pt x="2351161" y="5570867"/>
                  <a:pt x="2374732" y="5571455"/>
                </a:cubicBezTo>
                <a:cubicBezTo>
                  <a:pt x="2389483" y="5571823"/>
                  <a:pt x="2408771" y="5575872"/>
                  <a:pt x="2417594" y="5580453"/>
                </a:cubicBezTo>
                <a:cubicBezTo>
                  <a:pt x="2426418" y="5585033"/>
                  <a:pt x="2442210" y="5585335"/>
                  <a:pt x="2452687" y="5581122"/>
                </a:cubicBezTo>
                <a:cubicBezTo>
                  <a:pt x="2469010" y="5574560"/>
                  <a:pt x="2467647" y="5573209"/>
                  <a:pt x="2443162" y="5571689"/>
                </a:cubicBezTo>
                <a:cubicBezTo>
                  <a:pt x="2422555" y="5570409"/>
                  <a:pt x="2419899" y="5568637"/>
                  <a:pt x="2433637" y="5565333"/>
                </a:cubicBezTo>
                <a:cubicBezTo>
                  <a:pt x="2444115" y="5562812"/>
                  <a:pt x="2455668" y="5557952"/>
                  <a:pt x="2459311" y="5554531"/>
                </a:cubicBezTo>
                <a:cubicBezTo>
                  <a:pt x="2462954" y="5551111"/>
                  <a:pt x="2503673" y="5550255"/>
                  <a:pt x="2549798" y="5552631"/>
                </a:cubicBezTo>
                <a:cubicBezTo>
                  <a:pt x="2631200" y="5556823"/>
                  <a:pt x="2632124" y="5557127"/>
                  <a:pt x="2581275" y="5562984"/>
                </a:cubicBezTo>
                <a:cubicBezTo>
                  <a:pt x="2531652" y="5568701"/>
                  <a:pt x="2533034" y="5569101"/>
                  <a:pt x="2607468" y="5570572"/>
                </a:cubicBezTo>
                <a:cubicBezTo>
                  <a:pt x="2653363" y="5571479"/>
                  <a:pt x="2686050" y="5576154"/>
                  <a:pt x="2686050" y="5581811"/>
                </a:cubicBezTo>
                <a:cubicBezTo>
                  <a:pt x="2686050" y="5590495"/>
                  <a:pt x="2899718" y="5586081"/>
                  <a:pt x="2914342" y="5577095"/>
                </a:cubicBezTo>
                <a:cubicBezTo>
                  <a:pt x="2917131" y="5575382"/>
                  <a:pt x="2951559" y="5571096"/>
                  <a:pt x="2990850" y="5567572"/>
                </a:cubicBezTo>
                <a:cubicBezTo>
                  <a:pt x="3030140" y="5564047"/>
                  <a:pt x="3103006" y="5554791"/>
                  <a:pt x="3152775" y="5547003"/>
                </a:cubicBezTo>
                <a:cubicBezTo>
                  <a:pt x="3271935" y="5528355"/>
                  <a:pt x="3576487" y="5518090"/>
                  <a:pt x="3593429" y="5532151"/>
                </a:cubicBezTo>
                <a:cubicBezTo>
                  <a:pt x="3605255" y="5541966"/>
                  <a:pt x="3763215" y="5540722"/>
                  <a:pt x="3833812" y="5530259"/>
                </a:cubicBezTo>
                <a:cubicBezTo>
                  <a:pt x="3934270" y="5515369"/>
                  <a:pt x="4258963" y="5505183"/>
                  <a:pt x="4251565" y="5517154"/>
                </a:cubicBezTo>
                <a:cubicBezTo>
                  <a:pt x="4249068" y="5521194"/>
                  <a:pt x="4267852" y="5524500"/>
                  <a:pt x="4293307" y="5524500"/>
                </a:cubicBezTo>
                <a:cubicBezTo>
                  <a:pt x="4318763" y="5524500"/>
                  <a:pt x="4344166" y="5529076"/>
                  <a:pt x="4349760" y="5534670"/>
                </a:cubicBezTo>
                <a:cubicBezTo>
                  <a:pt x="4356393" y="5541303"/>
                  <a:pt x="4422479" y="5544176"/>
                  <a:pt x="4539784" y="5542931"/>
                </a:cubicBezTo>
                <a:cubicBezTo>
                  <a:pt x="4919375" y="5538900"/>
                  <a:pt x="5020651" y="5540716"/>
                  <a:pt x="5031686" y="5551751"/>
                </a:cubicBezTo>
                <a:cubicBezTo>
                  <a:pt x="5039801" y="5559866"/>
                  <a:pt x="5039054" y="5562636"/>
                  <a:pt x="5028723" y="5562745"/>
                </a:cubicBezTo>
                <a:cubicBezTo>
                  <a:pt x="5016977" y="5562869"/>
                  <a:pt x="5017048" y="5564272"/>
                  <a:pt x="5029200" y="5572125"/>
                </a:cubicBezTo>
                <a:cubicBezTo>
                  <a:pt x="5048090" y="5584333"/>
                  <a:pt x="5089132" y="5584333"/>
                  <a:pt x="5081587" y="5572125"/>
                </a:cubicBezTo>
                <a:cubicBezTo>
                  <a:pt x="5078349" y="5566886"/>
                  <a:pt x="5080239" y="5562600"/>
                  <a:pt x="5085787" y="5562600"/>
                </a:cubicBezTo>
                <a:cubicBezTo>
                  <a:pt x="5091335" y="5562600"/>
                  <a:pt x="5095875" y="5567411"/>
                  <a:pt x="5095875" y="5573291"/>
                </a:cubicBezTo>
                <a:cubicBezTo>
                  <a:pt x="5095875" y="5580258"/>
                  <a:pt x="5101489" y="5579428"/>
                  <a:pt x="5111990" y="5570910"/>
                </a:cubicBezTo>
                <a:cubicBezTo>
                  <a:pt x="5122941" y="5562027"/>
                  <a:pt x="5125814" y="5561653"/>
                  <a:pt x="5120953" y="5569743"/>
                </a:cubicBezTo>
                <a:cubicBezTo>
                  <a:pt x="5112617" y="5583618"/>
                  <a:pt x="5145251" y="5585157"/>
                  <a:pt x="5239328" y="5575324"/>
                </a:cubicBezTo>
                <a:cubicBezTo>
                  <a:pt x="5280065" y="5571066"/>
                  <a:pt x="5293756" y="5566778"/>
                  <a:pt x="5281207" y="5562208"/>
                </a:cubicBezTo>
                <a:cubicBezTo>
                  <a:pt x="5270952" y="5558473"/>
                  <a:pt x="5324713" y="5557564"/>
                  <a:pt x="5400675" y="5560189"/>
                </a:cubicBezTo>
                <a:cubicBezTo>
                  <a:pt x="5476636" y="5562813"/>
                  <a:pt x="5569614" y="5565241"/>
                  <a:pt x="5607290" y="5565584"/>
                </a:cubicBezTo>
                <a:cubicBezTo>
                  <a:pt x="5644967" y="5565927"/>
                  <a:pt x="5673647" y="5569682"/>
                  <a:pt x="5671022" y="5573928"/>
                </a:cubicBezTo>
                <a:cubicBezTo>
                  <a:pt x="5668398" y="5578175"/>
                  <a:pt x="5677219" y="5581650"/>
                  <a:pt x="5690625" y="5581650"/>
                </a:cubicBezTo>
                <a:cubicBezTo>
                  <a:pt x="5704031" y="5581650"/>
                  <a:pt x="5715000" y="5584133"/>
                  <a:pt x="5715000" y="5587169"/>
                </a:cubicBezTo>
                <a:cubicBezTo>
                  <a:pt x="5715000" y="5594621"/>
                  <a:pt x="5672144" y="5705425"/>
                  <a:pt x="5639771" y="5781675"/>
                </a:cubicBezTo>
                <a:lnTo>
                  <a:pt x="5613485" y="5843587"/>
                </a:lnTo>
                <a:lnTo>
                  <a:pt x="5447549" y="5843624"/>
                </a:lnTo>
                <a:cubicBezTo>
                  <a:pt x="5356283" y="5843644"/>
                  <a:pt x="5255113" y="5841308"/>
                  <a:pt x="5222726" y="5838434"/>
                </a:cubicBezTo>
                <a:cubicBezTo>
                  <a:pt x="5190339" y="5835559"/>
                  <a:pt x="5165946" y="5836614"/>
                  <a:pt x="5168519" y="5840778"/>
                </a:cubicBezTo>
                <a:cubicBezTo>
                  <a:pt x="5171093" y="5844942"/>
                  <a:pt x="5160222" y="5848350"/>
                  <a:pt x="5144361" y="5848350"/>
                </a:cubicBezTo>
                <a:cubicBezTo>
                  <a:pt x="5124167" y="5848350"/>
                  <a:pt x="5116991" y="5844523"/>
                  <a:pt x="5120421" y="5835583"/>
                </a:cubicBezTo>
                <a:cubicBezTo>
                  <a:pt x="5123906" y="5826502"/>
                  <a:pt x="5116257" y="5822817"/>
                  <a:pt x="5093929" y="5822819"/>
                </a:cubicBezTo>
                <a:cubicBezTo>
                  <a:pt x="5076663" y="5822820"/>
                  <a:pt x="5055036" y="5819534"/>
                  <a:pt x="5045868" y="5815516"/>
                </a:cubicBezTo>
                <a:cubicBezTo>
                  <a:pt x="5036032" y="5811206"/>
                  <a:pt x="5029200" y="5812247"/>
                  <a:pt x="5029200" y="5818057"/>
                </a:cubicBezTo>
                <a:cubicBezTo>
                  <a:pt x="5029200" y="5823472"/>
                  <a:pt x="5036700" y="5829863"/>
                  <a:pt x="5045868" y="5832259"/>
                </a:cubicBezTo>
                <a:cubicBezTo>
                  <a:pt x="5055036" y="5834654"/>
                  <a:pt x="5046464" y="5837112"/>
                  <a:pt x="5026818" y="5837720"/>
                </a:cubicBezTo>
                <a:cubicBezTo>
                  <a:pt x="5007173" y="5838327"/>
                  <a:pt x="4991100" y="5834673"/>
                  <a:pt x="4991100" y="5829598"/>
                </a:cubicBezTo>
                <a:cubicBezTo>
                  <a:pt x="4991100" y="5824524"/>
                  <a:pt x="4998600" y="5823064"/>
                  <a:pt x="5007768" y="5826354"/>
                </a:cubicBezTo>
                <a:cubicBezTo>
                  <a:pt x="5016936" y="5829643"/>
                  <a:pt x="5021601" y="5829173"/>
                  <a:pt x="5018134" y="5825308"/>
                </a:cubicBezTo>
                <a:cubicBezTo>
                  <a:pt x="5003213" y="5808673"/>
                  <a:pt x="4792118" y="5793188"/>
                  <a:pt x="4782863" y="5808050"/>
                </a:cubicBezTo>
                <a:cubicBezTo>
                  <a:pt x="4779292" y="5813785"/>
                  <a:pt x="4706175" y="5819997"/>
                  <a:pt x="4605476" y="5823120"/>
                </a:cubicBezTo>
                <a:cubicBezTo>
                  <a:pt x="4490068" y="5826699"/>
                  <a:pt x="4438782" y="5825331"/>
                  <a:pt x="4448313" y="5818927"/>
                </a:cubicBezTo>
                <a:cubicBezTo>
                  <a:pt x="4458063" y="5812377"/>
                  <a:pt x="4443211" y="5811165"/>
                  <a:pt x="4400550" y="5815027"/>
                </a:cubicBezTo>
                <a:cubicBezTo>
                  <a:pt x="4330317" y="5821385"/>
                  <a:pt x="4172444" y="5823318"/>
                  <a:pt x="4038600" y="5819459"/>
                </a:cubicBezTo>
                <a:cubicBezTo>
                  <a:pt x="3988831" y="5818024"/>
                  <a:pt x="3800472" y="5818579"/>
                  <a:pt x="3620023" y="5820693"/>
                </a:cubicBezTo>
                <a:cubicBezTo>
                  <a:pt x="3439574" y="5822807"/>
                  <a:pt x="3304557" y="5821468"/>
                  <a:pt x="3319986" y="5817717"/>
                </a:cubicBezTo>
                <a:cubicBezTo>
                  <a:pt x="3337080" y="5813562"/>
                  <a:pt x="3327575" y="5812599"/>
                  <a:pt x="3295650" y="5815253"/>
                </a:cubicBezTo>
                <a:cubicBezTo>
                  <a:pt x="3266836" y="5817649"/>
                  <a:pt x="3222902" y="5819646"/>
                  <a:pt x="3198018" y="5819692"/>
                </a:cubicBezTo>
                <a:cubicBezTo>
                  <a:pt x="3169944" y="5819743"/>
                  <a:pt x="3152775" y="5823992"/>
                  <a:pt x="3152775" y="5830887"/>
                </a:cubicBezTo>
                <a:cubicBezTo>
                  <a:pt x="3152775" y="5836999"/>
                  <a:pt x="3155595" y="5839179"/>
                  <a:pt x="3159042" y="5835732"/>
                </a:cubicBezTo>
                <a:cubicBezTo>
                  <a:pt x="3162489" y="5832285"/>
                  <a:pt x="3171884" y="5834785"/>
                  <a:pt x="3179920" y="5841288"/>
                </a:cubicBezTo>
                <a:cubicBezTo>
                  <a:pt x="3191575" y="5850720"/>
                  <a:pt x="3193084" y="5850703"/>
                  <a:pt x="3187378" y="5841206"/>
                </a:cubicBezTo>
                <a:cubicBezTo>
                  <a:pt x="3182832" y="5833639"/>
                  <a:pt x="3185843" y="5829300"/>
                  <a:pt x="3195637" y="5829300"/>
                </a:cubicBezTo>
                <a:cubicBezTo>
                  <a:pt x="3204113" y="5829300"/>
                  <a:pt x="3208953" y="5832690"/>
                  <a:pt x="3206392" y="5836834"/>
                </a:cubicBezTo>
                <a:cubicBezTo>
                  <a:pt x="3203831" y="5840978"/>
                  <a:pt x="3216059" y="5842696"/>
                  <a:pt x="3233564" y="5840652"/>
                </a:cubicBezTo>
                <a:cubicBezTo>
                  <a:pt x="3251070" y="5838609"/>
                  <a:pt x="3273272" y="5841834"/>
                  <a:pt x="3282902" y="5847820"/>
                </a:cubicBezTo>
                <a:cubicBezTo>
                  <a:pt x="3297347" y="5856798"/>
                  <a:pt x="3294785" y="5857619"/>
                  <a:pt x="3268266" y="5852508"/>
                </a:cubicBezTo>
                <a:cubicBezTo>
                  <a:pt x="3249995" y="5848987"/>
                  <a:pt x="3233550" y="5850440"/>
                  <a:pt x="3230166" y="5855874"/>
                </a:cubicBezTo>
                <a:cubicBezTo>
                  <a:pt x="3226891" y="5861132"/>
                  <a:pt x="3182951" y="5867951"/>
                  <a:pt x="3132521" y="5871026"/>
                </a:cubicBezTo>
                <a:cubicBezTo>
                  <a:pt x="3082090" y="5874102"/>
                  <a:pt x="3034304" y="5879123"/>
                  <a:pt x="3026328" y="5882184"/>
                </a:cubicBezTo>
                <a:cubicBezTo>
                  <a:pt x="3018352" y="5885244"/>
                  <a:pt x="3008997" y="5883170"/>
                  <a:pt x="3005538" y="5877574"/>
                </a:cubicBezTo>
                <a:cubicBezTo>
                  <a:pt x="2998668" y="5866458"/>
                  <a:pt x="2931282" y="5863467"/>
                  <a:pt x="2920931" y="5873818"/>
                </a:cubicBezTo>
                <a:cubicBezTo>
                  <a:pt x="2913509" y="5881240"/>
                  <a:pt x="2883775" y="5883053"/>
                  <a:pt x="2843933" y="5878513"/>
                </a:cubicBezTo>
                <a:close/>
                <a:moveTo>
                  <a:pt x="3107662" y="5832120"/>
                </a:moveTo>
                <a:cubicBezTo>
                  <a:pt x="3095947" y="5829859"/>
                  <a:pt x="3074515" y="5829800"/>
                  <a:pt x="3060037" y="5831990"/>
                </a:cubicBezTo>
                <a:cubicBezTo>
                  <a:pt x="3045558" y="5834179"/>
                  <a:pt x="3055143" y="5836029"/>
                  <a:pt x="3081337" y="5836100"/>
                </a:cubicBezTo>
                <a:cubicBezTo>
                  <a:pt x="3107531" y="5836172"/>
                  <a:pt x="3119377" y="5834380"/>
                  <a:pt x="3107662" y="5832120"/>
                </a:cubicBezTo>
                <a:close/>
                <a:moveTo>
                  <a:pt x="5312568" y="5822361"/>
                </a:moveTo>
                <a:cubicBezTo>
                  <a:pt x="5292923" y="5820306"/>
                  <a:pt x="5260776" y="5820306"/>
                  <a:pt x="5241131" y="5822361"/>
                </a:cubicBezTo>
                <a:cubicBezTo>
                  <a:pt x="5221485" y="5824416"/>
                  <a:pt x="5237559" y="5826097"/>
                  <a:pt x="5276850" y="5826097"/>
                </a:cubicBezTo>
                <a:cubicBezTo>
                  <a:pt x="5316140" y="5826097"/>
                  <a:pt x="5332214" y="5824416"/>
                  <a:pt x="5312568" y="5822361"/>
                </a:cubicBezTo>
                <a:close/>
                <a:moveTo>
                  <a:pt x="5207964" y="5793919"/>
                </a:moveTo>
                <a:cubicBezTo>
                  <a:pt x="5193651" y="5791745"/>
                  <a:pt x="5167934" y="5791702"/>
                  <a:pt x="5150814" y="5793821"/>
                </a:cubicBezTo>
                <a:cubicBezTo>
                  <a:pt x="5133694" y="5795941"/>
                  <a:pt x="5145405" y="5797720"/>
                  <a:pt x="5176837" y="5797773"/>
                </a:cubicBezTo>
                <a:cubicBezTo>
                  <a:pt x="5208270" y="5797826"/>
                  <a:pt x="5222277" y="5796092"/>
                  <a:pt x="5207964" y="5793919"/>
                </a:cubicBezTo>
                <a:close/>
                <a:moveTo>
                  <a:pt x="4350543" y="5784377"/>
                </a:moveTo>
                <a:cubicBezTo>
                  <a:pt x="4336137" y="5782195"/>
                  <a:pt x="4312562" y="5782195"/>
                  <a:pt x="4298156" y="5784377"/>
                </a:cubicBezTo>
                <a:cubicBezTo>
                  <a:pt x="4283749" y="5786560"/>
                  <a:pt x="4295536" y="5788345"/>
                  <a:pt x="4324350" y="5788345"/>
                </a:cubicBezTo>
                <a:cubicBezTo>
                  <a:pt x="4353163" y="5788345"/>
                  <a:pt x="4364950" y="5786560"/>
                  <a:pt x="4350543" y="5784377"/>
                </a:cubicBezTo>
                <a:close/>
                <a:moveTo>
                  <a:pt x="2470534" y="5609974"/>
                </a:moveTo>
                <a:cubicBezTo>
                  <a:pt x="2465157" y="5604597"/>
                  <a:pt x="2424652" y="5598463"/>
                  <a:pt x="2380523" y="5596343"/>
                </a:cubicBezTo>
                <a:cubicBezTo>
                  <a:pt x="2296506" y="5592305"/>
                  <a:pt x="2292126" y="5595516"/>
                  <a:pt x="2362754" y="5609366"/>
                </a:cubicBezTo>
                <a:cubicBezTo>
                  <a:pt x="2424977" y="5621568"/>
                  <a:pt x="2482452" y="5621892"/>
                  <a:pt x="2470534" y="5609974"/>
                </a:cubicBezTo>
                <a:close/>
                <a:moveTo>
                  <a:pt x="1164562" y="5603520"/>
                </a:moveTo>
                <a:cubicBezTo>
                  <a:pt x="1152847" y="5601259"/>
                  <a:pt x="1131415" y="5601200"/>
                  <a:pt x="1116937" y="5603390"/>
                </a:cubicBezTo>
                <a:cubicBezTo>
                  <a:pt x="1102458" y="5605579"/>
                  <a:pt x="1112043" y="5607429"/>
                  <a:pt x="1138237" y="5607500"/>
                </a:cubicBezTo>
                <a:cubicBezTo>
                  <a:pt x="1164431" y="5607572"/>
                  <a:pt x="1176277" y="5605780"/>
                  <a:pt x="1164562" y="5603520"/>
                </a:cubicBezTo>
                <a:close/>
                <a:moveTo>
                  <a:pt x="2509837" y="5581650"/>
                </a:moveTo>
                <a:cubicBezTo>
                  <a:pt x="2483620" y="5570383"/>
                  <a:pt x="2474299" y="5570383"/>
                  <a:pt x="2481262" y="5581650"/>
                </a:cubicBezTo>
                <a:cubicBezTo>
                  <a:pt x="2484500" y="5586888"/>
                  <a:pt x="2496540" y="5590873"/>
                  <a:pt x="2508018" y="5590505"/>
                </a:cubicBezTo>
                <a:cubicBezTo>
                  <a:pt x="2528138" y="5589860"/>
                  <a:pt x="2528203" y="5589542"/>
                  <a:pt x="2509837" y="5581650"/>
                </a:cubicBezTo>
                <a:close/>
                <a:moveTo>
                  <a:pt x="2645568" y="5584609"/>
                </a:moveTo>
                <a:cubicBezTo>
                  <a:pt x="2636400" y="5582213"/>
                  <a:pt x="2621399" y="5582213"/>
                  <a:pt x="2612231" y="5584609"/>
                </a:cubicBezTo>
                <a:cubicBezTo>
                  <a:pt x="2603063" y="5587004"/>
                  <a:pt x="2610564" y="5588965"/>
                  <a:pt x="2628900" y="5588965"/>
                </a:cubicBezTo>
                <a:cubicBezTo>
                  <a:pt x="2647235" y="5588965"/>
                  <a:pt x="2654736" y="5587004"/>
                  <a:pt x="2645568" y="5584609"/>
                </a:cubicBezTo>
                <a:close/>
                <a:moveTo>
                  <a:pt x="1412081" y="5574759"/>
                </a:moveTo>
                <a:cubicBezTo>
                  <a:pt x="1395055" y="5572646"/>
                  <a:pt x="1367194" y="5572646"/>
                  <a:pt x="1350168" y="5574759"/>
                </a:cubicBezTo>
                <a:cubicBezTo>
                  <a:pt x="1333142" y="5576872"/>
                  <a:pt x="1347073" y="5578601"/>
                  <a:pt x="1381125" y="5578601"/>
                </a:cubicBezTo>
                <a:cubicBezTo>
                  <a:pt x="1415176" y="5578601"/>
                  <a:pt x="1429107" y="5576872"/>
                  <a:pt x="1412081" y="5574759"/>
                </a:cubicBezTo>
                <a:close/>
                <a:moveTo>
                  <a:pt x="1600200" y="5553075"/>
                </a:moveTo>
                <a:cubicBezTo>
                  <a:pt x="1618835" y="5541031"/>
                  <a:pt x="1638300" y="5541031"/>
                  <a:pt x="1638300" y="5553075"/>
                </a:cubicBezTo>
                <a:cubicBezTo>
                  <a:pt x="1638300" y="5558313"/>
                  <a:pt x="1626512" y="5562534"/>
                  <a:pt x="1612106" y="5562454"/>
                </a:cubicBezTo>
                <a:cubicBezTo>
                  <a:pt x="1591694" y="5562340"/>
                  <a:pt x="1589066" y="5560270"/>
                  <a:pt x="1600200" y="5553075"/>
                </a:cubicBezTo>
                <a:close/>
                <a:moveTo>
                  <a:pt x="835818" y="5536548"/>
                </a:moveTo>
                <a:cubicBezTo>
                  <a:pt x="810934" y="5534586"/>
                  <a:pt x="770215" y="5534586"/>
                  <a:pt x="745331" y="5536548"/>
                </a:cubicBezTo>
                <a:cubicBezTo>
                  <a:pt x="720447" y="5538510"/>
                  <a:pt x="740806" y="5540116"/>
                  <a:pt x="790575" y="5540116"/>
                </a:cubicBezTo>
                <a:cubicBezTo>
                  <a:pt x="840343" y="5540116"/>
                  <a:pt x="860702" y="5538510"/>
                  <a:pt x="835818" y="5536548"/>
                </a:cubicBezTo>
                <a:close/>
                <a:moveTo>
                  <a:pt x="792956" y="5508409"/>
                </a:moveTo>
                <a:cubicBezTo>
                  <a:pt x="802124" y="5506013"/>
                  <a:pt x="817125" y="5506013"/>
                  <a:pt x="826293" y="5508409"/>
                </a:cubicBezTo>
                <a:cubicBezTo>
                  <a:pt x="835461" y="5510804"/>
                  <a:pt x="827960" y="5512765"/>
                  <a:pt x="809625" y="5512765"/>
                </a:cubicBezTo>
                <a:cubicBezTo>
                  <a:pt x="791289" y="5512765"/>
                  <a:pt x="783788" y="5510804"/>
                  <a:pt x="792956" y="5508409"/>
                </a:cubicBezTo>
                <a:close/>
                <a:moveTo>
                  <a:pt x="2919412" y="5365177"/>
                </a:moveTo>
                <a:cubicBezTo>
                  <a:pt x="2903696" y="5362939"/>
                  <a:pt x="2886765" y="5357152"/>
                  <a:pt x="2881788" y="5352317"/>
                </a:cubicBezTo>
                <a:cubicBezTo>
                  <a:pt x="2876811" y="5347481"/>
                  <a:pt x="2853237" y="5343952"/>
                  <a:pt x="2829401" y="5344474"/>
                </a:cubicBezTo>
                <a:cubicBezTo>
                  <a:pt x="2792834" y="5345275"/>
                  <a:pt x="2789783" y="5346673"/>
                  <a:pt x="2809875" y="5353424"/>
                </a:cubicBezTo>
                <a:cubicBezTo>
                  <a:pt x="2840736" y="5363793"/>
                  <a:pt x="2456063" y="5357873"/>
                  <a:pt x="2405062" y="5347194"/>
                </a:cubicBezTo>
                <a:cubicBezTo>
                  <a:pt x="2384107" y="5342806"/>
                  <a:pt x="2289093" y="5339202"/>
                  <a:pt x="2193920" y="5339184"/>
                </a:cubicBezTo>
                <a:cubicBezTo>
                  <a:pt x="2078820" y="5339162"/>
                  <a:pt x="2022821" y="5335896"/>
                  <a:pt x="2026680" y="5329431"/>
                </a:cubicBezTo>
                <a:cubicBezTo>
                  <a:pt x="2029871" y="5324086"/>
                  <a:pt x="2025518" y="5325355"/>
                  <a:pt x="2017008" y="5332251"/>
                </a:cubicBezTo>
                <a:cubicBezTo>
                  <a:pt x="1997072" y="5348407"/>
                  <a:pt x="1781872" y="5348350"/>
                  <a:pt x="1703531" y="5332169"/>
                </a:cubicBezTo>
                <a:cubicBezTo>
                  <a:pt x="1659597" y="5323095"/>
                  <a:pt x="1638422" y="5323283"/>
                  <a:pt x="1600162" y="5333089"/>
                </a:cubicBezTo>
                <a:cubicBezTo>
                  <a:pt x="1533512" y="5350170"/>
                  <a:pt x="1253304" y="5348380"/>
                  <a:pt x="1104900" y="5329925"/>
                </a:cubicBezTo>
                <a:cubicBezTo>
                  <a:pt x="984338" y="5314931"/>
                  <a:pt x="836971" y="5311942"/>
                  <a:pt x="857962" y="5324915"/>
                </a:cubicBezTo>
                <a:cubicBezTo>
                  <a:pt x="864256" y="5328805"/>
                  <a:pt x="822736" y="5334812"/>
                  <a:pt x="765696" y="5338266"/>
                </a:cubicBezTo>
                <a:cubicBezTo>
                  <a:pt x="708656" y="5341719"/>
                  <a:pt x="649256" y="5345387"/>
                  <a:pt x="633696" y="5346416"/>
                </a:cubicBezTo>
                <a:lnTo>
                  <a:pt x="605406" y="5348287"/>
                </a:lnTo>
                <a:lnTo>
                  <a:pt x="589163" y="5262562"/>
                </a:lnTo>
                <a:cubicBezTo>
                  <a:pt x="580229" y="5215413"/>
                  <a:pt x="569223" y="5137426"/>
                  <a:pt x="564704" y="5089257"/>
                </a:cubicBezTo>
                <a:cubicBezTo>
                  <a:pt x="555712" y="4993401"/>
                  <a:pt x="562596" y="4982062"/>
                  <a:pt x="621506" y="4995697"/>
                </a:cubicBezTo>
                <a:cubicBezTo>
                  <a:pt x="633293" y="4998425"/>
                  <a:pt x="724376" y="5002466"/>
                  <a:pt x="823912" y="5004676"/>
                </a:cubicBezTo>
                <a:cubicBezTo>
                  <a:pt x="923448" y="5006887"/>
                  <a:pt x="1028461" y="5012960"/>
                  <a:pt x="1057275" y="5018172"/>
                </a:cubicBezTo>
                <a:cubicBezTo>
                  <a:pt x="1154737" y="5035802"/>
                  <a:pt x="1665828" y="5045225"/>
                  <a:pt x="1899195" y="5033694"/>
                </a:cubicBezTo>
                <a:cubicBezTo>
                  <a:pt x="2003897" y="5028520"/>
                  <a:pt x="2039283" y="5029508"/>
                  <a:pt x="2034364" y="5037468"/>
                </a:cubicBezTo>
                <a:cubicBezTo>
                  <a:pt x="2030699" y="5043398"/>
                  <a:pt x="2031986" y="5048250"/>
                  <a:pt x="2037225" y="5048250"/>
                </a:cubicBezTo>
                <a:cubicBezTo>
                  <a:pt x="2042464" y="5048250"/>
                  <a:pt x="2049399" y="5043963"/>
                  <a:pt x="2052637" y="5038725"/>
                </a:cubicBezTo>
                <a:cubicBezTo>
                  <a:pt x="2055875" y="5033486"/>
                  <a:pt x="2064953" y="5029200"/>
                  <a:pt x="2072811" y="5029200"/>
                </a:cubicBezTo>
                <a:cubicBezTo>
                  <a:pt x="2080669" y="5029200"/>
                  <a:pt x="2084995" y="5032603"/>
                  <a:pt x="2082424" y="5036763"/>
                </a:cubicBezTo>
                <a:cubicBezTo>
                  <a:pt x="2079853" y="5040923"/>
                  <a:pt x="2104246" y="5044262"/>
                  <a:pt x="2136631" y="5044182"/>
                </a:cubicBezTo>
                <a:cubicBezTo>
                  <a:pt x="2169015" y="5044102"/>
                  <a:pt x="2341245" y="5045954"/>
                  <a:pt x="2519362" y="5048297"/>
                </a:cubicBezTo>
                <a:cubicBezTo>
                  <a:pt x="2697480" y="5050641"/>
                  <a:pt x="2894647" y="5048561"/>
                  <a:pt x="2957512" y="5043676"/>
                </a:cubicBezTo>
                <a:cubicBezTo>
                  <a:pt x="3133619" y="5029990"/>
                  <a:pt x="3506171" y="5026361"/>
                  <a:pt x="3518027" y="5038217"/>
                </a:cubicBezTo>
                <a:cubicBezTo>
                  <a:pt x="3525054" y="5045244"/>
                  <a:pt x="3504184" y="5048250"/>
                  <a:pt x="3448367" y="5048250"/>
                </a:cubicBezTo>
                <a:cubicBezTo>
                  <a:pt x="3404536" y="5048250"/>
                  <a:pt x="3370460" y="5049795"/>
                  <a:pt x="3372643" y="5051685"/>
                </a:cubicBezTo>
                <a:cubicBezTo>
                  <a:pt x="3381719" y="5059541"/>
                  <a:pt x="3553469" y="5066522"/>
                  <a:pt x="3548722" y="5058842"/>
                </a:cubicBezTo>
                <a:cubicBezTo>
                  <a:pt x="3541786" y="5047620"/>
                  <a:pt x="3659875" y="5038887"/>
                  <a:pt x="3671684" y="5049748"/>
                </a:cubicBezTo>
                <a:cubicBezTo>
                  <a:pt x="3677452" y="5055053"/>
                  <a:pt x="3673820" y="5057642"/>
                  <a:pt x="3662159" y="5056539"/>
                </a:cubicBezTo>
                <a:cubicBezTo>
                  <a:pt x="3618134" y="5052374"/>
                  <a:pt x="3571072" y="5058296"/>
                  <a:pt x="3576637" y="5067300"/>
                </a:cubicBezTo>
                <a:cubicBezTo>
                  <a:pt x="3580131" y="5072952"/>
                  <a:pt x="3567775" y="5077271"/>
                  <a:pt x="3546243" y="5077923"/>
                </a:cubicBezTo>
                <a:cubicBezTo>
                  <a:pt x="3526288" y="5078527"/>
                  <a:pt x="3505676" y="5080018"/>
                  <a:pt x="3500437" y="5081235"/>
                </a:cubicBezTo>
                <a:cubicBezTo>
                  <a:pt x="3495198" y="5082452"/>
                  <a:pt x="3456979" y="5084101"/>
                  <a:pt x="3415506" y="5084899"/>
                </a:cubicBezTo>
                <a:cubicBezTo>
                  <a:pt x="3288981" y="5087333"/>
                  <a:pt x="3340063" y="5095330"/>
                  <a:pt x="3510604" y="5099786"/>
                </a:cubicBezTo>
                <a:cubicBezTo>
                  <a:pt x="3601713" y="5102167"/>
                  <a:pt x="3655310" y="5100749"/>
                  <a:pt x="3633787" y="5096527"/>
                </a:cubicBezTo>
                <a:lnTo>
                  <a:pt x="3595687" y="5089053"/>
                </a:lnTo>
                <a:lnTo>
                  <a:pt x="3629025" y="5087032"/>
                </a:lnTo>
                <a:cubicBezTo>
                  <a:pt x="3656823" y="5085346"/>
                  <a:pt x="3659197" y="5083650"/>
                  <a:pt x="3643312" y="5076825"/>
                </a:cubicBezTo>
                <a:cubicBezTo>
                  <a:pt x="3627782" y="5070151"/>
                  <a:pt x="3627238" y="5068515"/>
                  <a:pt x="3640369" y="5067969"/>
                </a:cubicBezTo>
                <a:cubicBezTo>
                  <a:pt x="3649227" y="5067601"/>
                  <a:pt x="3659131" y="5071597"/>
                  <a:pt x="3662378" y="5076850"/>
                </a:cubicBezTo>
                <a:cubicBezTo>
                  <a:pt x="3666324" y="5083235"/>
                  <a:pt x="3674197" y="5083235"/>
                  <a:pt x="3686126" y="5076850"/>
                </a:cubicBezTo>
                <a:cubicBezTo>
                  <a:pt x="3695942" y="5071597"/>
                  <a:pt x="3716041" y="5067864"/>
                  <a:pt x="3730792" y="5068553"/>
                </a:cubicBezTo>
                <a:cubicBezTo>
                  <a:pt x="3755602" y="5069713"/>
                  <a:pt x="3755113" y="5070333"/>
                  <a:pt x="3724275" y="5076825"/>
                </a:cubicBezTo>
                <a:cubicBezTo>
                  <a:pt x="3691606" y="5083701"/>
                  <a:pt x="3691839" y="5083867"/>
                  <a:pt x="3735882" y="5085096"/>
                </a:cubicBezTo>
                <a:cubicBezTo>
                  <a:pt x="3769418" y="5086031"/>
                  <a:pt x="3779609" y="5083176"/>
                  <a:pt x="3776030" y="5073849"/>
                </a:cubicBezTo>
                <a:cubicBezTo>
                  <a:pt x="3772355" y="5064273"/>
                  <a:pt x="3801945" y="5058235"/>
                  <a:pt x="3902535" y="5048034"/>
                </a:cubicBezTo>
                <a:cubicBezTo>
                  <a:pt x="4010202" y="5037116"/>
                  <a:pt x="4026979" y="5033493"/>
                  <a:pt x="3995737" y="5027906"/>
                </a:cubicBezTo>
                <a:cubicBezTo>
                  <a:pt x="3968702" y="5023072"/>
                  <a:pt x="3977385" y="5022024"/>
                  <a:pt x="4025633" y="5024301"/>
                </a:cubicBezTo>
                <a:cubicBezTo>
                  <a:pt x="4063032" y="5026065"/>
                  <a:pt x="4097322" y="5024099"/>
                  <a:pt x="4101833" y="5019931"/>
                </a:cubicBezTo>
                <a:cubicBezTo>
                  <a:pt x="4111436" y="5011062"/>
                  <a:pt x="4366488" y="4992593"/>
                  <a:pt x="4429125" y="4996232"/>
                </a:cubicBezTo>
                <a:cubicBezTo>
                  <a:pt x="4452699" y="4997601"/>
                  <a:pt x="4531995" y="4999299"/>
                  <a:pt x="4605337" y="5000005"/>
                </a:cubicBezTo>
                <a:cubicBezTo>
                  <a:pt x="4748067" y="5001378"/>
                  <a:pt x="4935051" y="5016516"/>
                  <a:pt x="4943248" y="5027362"/>
                </a:cubicBezTo>
                <a:cubicBezTo>
                  <a:pt x="4948045" y="5033707"/>
                  <a:pt x="4953885" y="5035718"/>
                  <a:pt x="4995862" y="5045474"/>
                </a:cubicBezTo>
                <a:cubicBezTo>
                  <a:pt x="5011540" y="5049118"/>
                  <a:pt x="5012383" y="5048096"/>
                  <a:pt x="5000625" y="5039697"/>
                </a:cubicBezTo>
                <a:cubicBezTo>
                  <a:pt x="4988208" y="5030827"/>
                  <a:pt x="4988446" y="5029472"/>
                  <a:pt x="5002444" y="5029345"/>
                </a:cubicBezTo>
                <a:cubicBezTo>
                  <a:pt x="5011302" y="5029265"/>
                  <a:pt x="5021199" y="5033486"/>
                  <a:pt x="5024437" y="5038725"/>
                </a:cubicBezTo>
                <a:cubicBezTo>
                  <a:pt x="5027675" y="5043963"/>
                  <a:pt x="5037572" y="5048184"/>
                  <a:pt x="5046430" y="5048104"/>
                </a:cubicBezTo>
                <a:cubicBezTo>
                  <a:pt x="5060398" y="5047977"/>
                  <a:pt x="5060640" y="5046638"/>
                  <a:pt x="5048250" y="5038016"/>
                </a:cubicBezTo>
                <a:cubicBezTo>
                  <a:pt x="5037896" y="5030812"/>
                  <a:pt x="5045765" y="5029811"/>
                  <a:pt x="5076825" y="5034380"/>
                </a:cubicBezTo>
                <a:cubicBezTo>
                  <a:pt x="5100399" y="5037848"/>
                  <a:pt x="5123759" y="5044530"/>
                  <a:pt x="5128736" y="5049230"/>
                </a:cubicBezTo>
                <a:cubicBezTo>
                  <a:pt x="5138351" y="5058309"/>
                  <a:pt x="5175260" y="5060939"/>
                  <a:pt x="5183096" y="5053103"/>
                </a:cubicBezTo>
                <a:cubicBezTo>
                  <a:pt x="5195236" y="5040963"/>
                  <a:pt x="5737510" y="5033796"/>
                  <a:pt x="5799286" y="5044959"/>
                </a:cubicBezTo>
                <a:lnTo>
                  <a:pt x="5831185" y="5050723"/>
                </a:lnTo>
                <a:lnTo>
                  <a:pt x="5824860" y="5104255"/>
                </a:lnTo>
                <a:cubicBezTo>
                  <a:pt x="5806164" y="5262493"/>
                  <a:pt x="5789483" y="5325586"/>
                  <a:pt x="5763659" y="5335744"/>
                </a:cubicBezTo>
                <a:cubicBezTo>
                  <a:pt x="5731916" y="5348231"/>
                  <a:pt x="5581650" y="5353834"/>
                  <a:pt x="5581650" y="5342530"/>
                </a:cubicBezTo>
                <a:cubicBezTo>
                  <a:pt x="5581650" y="5329878"/>
                  <a:pt x="5549303" y="5332196"/>
                  <a:pt x="5534532" y="5345906"/>
                </a:cubicBezTo>
                <a:cubicBezTo>
                  <a:pt x="5527477" y="5352454"/>
                  <a:pt x="5524354" y="5353063"/>
                  <a:pt x="5527591" y="5347258"/>
                </a:cubicBezTo>
                <a:cubicBezTo>
                  <a:pt x="5531513" y="5340227"/>
                  <a:pt x="5512104" y="5334684"/>
                  <a:pt x="5469457" y="5330657"/>
                </a:cubicBezTo>
                <a:cubicBezTo>
                  <a:pt x="5375968" y="5321827"/>
                  <a:pt x="5331935" y="5322953"/>
                  <a:pt x="5338762" y="5334000"/>
                </a:cubicBezTo>
                <a:cubicBezTo>
                  <a:pt x="5346928" y="5347213"/>
                  <a:pt x="5328053" y="5345921"/>
                  <a:pt x="5305295" y="5331708"/>
                </a:cubicBezTo>
                <a:cubicBezTo>
                  <a:pt x="5291988" y="5323398"/>
                  <a:pt x="5281429" y="5322765"/>
                  <a:pt x="5269706" y="5329576"/>
                </a:cubicBezTo>
                <a:cubicBezTo>
                  <a:pt x="5236297" y="5348985"/>
                  <a:pt x="4739032" y="5336847"/>
                  <a:pt x="4436555" y="5309239"/>
                </a:cubicBezTo>
                <a:cubicBezTo>
                  <a:pt x="4299301" y="5296711"/>
                  <a:pt x="4238837" y="5295643"/>
                  <a:pt x="4112868" y="5303521"/>
                </a:cubicBezTo>
                <a:cubicBezTo>
                  <a:pt x="4027671" y="5308849"/>
                  <a:pt x="3941941" y="5312068"/>
                  <a:pt x="3922358" y="5310673"/>
                </a:cubicBezTo>
                <a:cubicBezTo>
                  <a:pt x="3902774" y="5309278"/>
                  <a:pt x="3889092" y="5311924"/>
                  <a:pt x="3891953" y="5316553"/>
                </a:cubicBezTo>
                <a:cubicBezTo>
                  <a:pt x="3894814" y="5321182"/>
                  <a:pt x="3863614" y="5324632"/>
                  <a:pt x="3822621" y="5324220"/>
                </a:cubicBezTo>
                <a:cubicBezTo>
                  <a:pt x="3781627" y="5323808"/>
                  <a:pt x="3690694" y="5323811"/>
                  <a:pt x="3620547" y="5324226"/>
                </a:cubicBezTo>
                <a:cubicBezTo>
                  <a:pt x="3550400" y="5324642"/>
                  <a:pt x="3490749" y="5322724"/>
                  <a:pt x="3487991" y="5319966"/>
                </a:cubicBezTo>
                <a:cubicBezTo>
                  <a:pt x="3485232" y="5317207"/>
                  <a:pt x="3531909" y="5314442"/>
                  <a:pt x="3591718" y="5313823"/>
                </a:cubicBezTo>
                <a:cubicBezTo>
                  <a:pt x="3747641" y="5312207"/>
                  <a:pt x="3782203" y="5301445"/>
                  <a:pt x="3667125" y="5290342"/>
                </a:cubicBezTo>
                <a:cubicBezTo>
                  <a:pt x="3617356" y="5285541"/>
                  <a:pt x="3565921" y="5282320"/>
                  <a:pt x="3552825" y="5283184"/>
                </a:cubicBezTo>
                <a:cubicBezTo>
                  <a:pt x="3405795" y="5292894"/>
                  <a:pt x="3362900" y="5298649"/>
                  <a:pt x="3368617" y="5307901"/>
                </a:cubicBezTo>
                <a:cubicBezTo>
                  <a:pt x="3372917" y="5314858"/>
                  <a:pt x="3369075" y="5315578"/>
                  <a:pt x="3356743" y="5310125"/>
                </a:cubicBezTo>
                <a:cubicBezTo>
                  <a:pt x="3334018" y="5300075"/>
                  <a:pt x="3220210" y="5303919"/>
                  <a:pt x="3200617" y="5315397"/>
                </a:cubicBezTo>
                <a:cubicBezTo>
                  <a:pt x="3190436" y="5321362"/>
                  <a:pt x="3198891" y="5324323"/>
                  <a:pt x="3228975" y="5325329"/>
                </a:cubicBezTo>
                <a:lnTo>
                  <a:pt x="3271837" y="5326762"/>
                </a:lnTo>
                <a:lnTo>
                  <a:pt x="3228975" y="5336017"/>
                </a:lnTo>
                <a:cubicBezTo>
                  <a:pt x="3205400" y="5341108"/>
                  <a:pt x="3177540" y="5348893"/>
                  <a:pt x="3167062" y="5353318"/>
                </a:cubicBezTo>
                <a:cubicBezTo>
                  <a:pt x="3146220" y="5362121"/>
                  <a:pt x="2988178" y="5375011"/>
                  <a:pt x="3007518" y="5366331"/>
                </a:cubicBezTo>
                <a:cubicBezTo>
                  <a:pt x="3025941" y="5358062"/>
                  <a:pt x="3021578" y="5343525"/>
                  <a:pt x="3000673" y="5343525"/>
                </a:cubicBezTo>
                <a:cubicBezTo>
                  <a:pt x="2987919" y="5343525"/>
                  <a:pt x="2983676" y="5348094"/>
                  <a:pt x="2987405" y="5357812"/>
                </a:cubicBezTo>
                <a:cubicBezTo>
                  <a:pt x="2993101" y="5372656"/>
                  <a:pt x="2981087" y="5373958"/>
                  <a:pt x="2919412" y="5365177"/>
                </a:cubicBezTo>
                <a:close/>
                <a:moveTo>
                  <a:pt x="3128962" y="5324475"/>
                </a:moveTo>
                <a:cubicBezTo>
                  <a:pt x="3132200" y="5319236"/>
                  <a:pt x="3128166" y="5314950"/>
                  <a:pt x="3119999" y="5314950"/>
                </a:cubicBezTo>
                <a:cubicBezTo>
                  <a:pt x="3111832" y="5314950"/>
                  <a:pt x="3105150" y="5319236"/>
                  <a:pt x="3105150" y="5324475"/>
                </a:cubicBezTo>
                <a:cubicBezTo>
                  <a:pt x="3105150" y="5329713"/>
                  <a:pt x="3109183" y="5334000"/>
                  <a:pt x="3114112" y="5334000"/>
                </a:cubicBezTo>
                <a:cubicBezTo>
                  <a:pt x="3119042" y="5334000"/>
                  <a:pt x="3125724" y="5329713"/>
                  <a:pt x="3128962" y="5324475"/>
                </a:cubicBezTo>
                <a:close/>
                <a:moveTo>
                  <a:pt x="3797082" y="5288336"/>
                </a:moveTo>
                <a:cubicBezTo>
                  <a:pt x="3787357" y="5286274"/>
                  <a:pt x="3775245" y="5288744"/>
                  <a:pt x="3770166" y="5293823"/>
                </a:cubicBezTo>
                <a:cubicBezTo>
                  <a:pt x="3764202" y="5299787"/>
                  <a:pt x="3770465" y="5301115"/>
                  <a:pt x="3787846" y="5297571"/>
                </a:cubicBezTo>
                <a:cubicBezTo>
                  <a:pt x="3807781" y="5293507"/>
                  <a:pt x="3810177" y="5291111"/>
                  <a:pt x="3797082" y="5288336"/>
                </a:cubicBezTo>
                <a:close/>
                <a:moveTo>
                  <a:pt x="3648075" y="5200650"/>
                </a:moveTo>
                <a:cubicBezTo>
                  <a:pt x="3666268" y="5188892"/>
                  <a:pt x="3646687" y="5188892"/>
                  <a:pt x="3609975" y="5200650"/>
                </a:cubicBezTo>
                <a:lnTo>
                  <a:pt x="3586162" y="5208276"/>
                </a:lnTo>
                <a:lnTo>
                  <a:pt x="3609975" y="5209079"/>
                </a:lnTo>
                <a:cubicBezTo>
                  <a:pt x="3623071" y="5209521"/>
                  <a:pt x="3640216" y="5205728"/>
                  <a:pt x="3648075" y="5200650"/>
                </a:cubicBezTo>
                <a:close/>
                <a:moveTo>
                  <a:pt x="3702954" y="5165530"/>
                </a:moveTo>
                <a:cubicBezTo>
                  <a:pt x="3693848" y="5163146"/>
                  <a:pt x="3676703" y="5163060"/>
                  <a:pt x="3664854" y="5165338"/>
                </a:cubicBezTo>
                <a:cubicBezTo>
                  <a:pt x="3653006" y="5167616"/>
                  <a:pt x="3660457" y="5169567"/>
                  <a:pt x="3681412" y="5169672"/>
                </a:cubicBezTo>
                <a:cubicBezTo>
                  <a:pt x="3702367" y="5169778"/>
                  <a:pt x="3712061" y="5167914"/>
                  <a:pt x="3702954" y="5165530"/>
                </a:cubicBezTo>
                <a:close/>
                <a:moveTo>
                  <a:pt x="5029200" y="5095875"/>
                </a:moveTo>
                <a:cubicBezTo>
                  <a:pt x="5021341" y="5090796"/>
                  <a:pt x="5004196" y="5087003"/>
                  <a:pt x="4991100" y="5087445"/>
                </a:cubicBezTo>
                <a:lnTo>
                  <a:pt x="4967287" y="5088248"/>
                </a:lnTo>
                <a:lnTo>
                  <a:pt x="4991100" y="5095875"/>
                </a:lnTo>
                <a:cubicBezTo>
                  <a:pt x="5027812" y="5107632"/>
                  <a:pt x="5047393" y="5107632"/>
                  <a:pt x="5029200" y="5095875"/>
                </a:cubicBezTo>
                <a:close/>
                <a:moveTo>
                  <a:pt x="3869531" y="5070102"/>
                </a:moveTo>
                <a:cubicBezTo>
                  <a:pt x="3857744" y="5067832"/>
                  <a:pt x="3838455" y="5067832"/>
                  <a:pt x="3826668" y="5070102"/>
                </a:cubicBezTo>
                <a:cubicBezTo>
                  <a:pt x="3814881" y="5072373"/>
                  <a:pt x="3824525" y="5074230"/>
                  <a:pt x="3848100" y="5074230"/>
                </a:cubicBezTo>
                <a:cubicBezTo>
                  <a:pt x="3871674" y="5074230"/>
                  <a:pt x="3881318" y="5072373"/>
                  <a:pt x="3869531" y="5070102"/>
                </a:cubicBezTo>
                <a:close/>
                <a:moveTo>
                  <a:pt x="4031637" y="5070577"/>
                </a:moveTo>
                <a:cubicBezTo>
                  <a:pt x="4025188" y="5067968"/>
                  <a:pt x="4012330" y="5067809"/>
                  <a:pt x="4003062" y="5070224"/>
                </a:cubicBezTo>
                <a:cubicBezTo>
                  <a:pt x="3993795" y="5072639"/>
                  <a:pt x="3999071" y="5074773"/>
                  <a:pt x="4014787" y="5074968"/>
                </a:cubicBezTo>
                <a:cubicBezTo>
                  <a:pt x="4030503" y="5075162"/>
                  <a:pt x="4038086" y="5073186"/>
                  <a:pt x="4031637" y="5070577"/>
                </a:cubicBezTo>
                <a:close/>
                <a:moveTo>
                  <a:pt x="1352550" y="4868127"/>
                </a:moveTo>
                <a:cubicBezTo>
                  <a:pt x="1352550" y="4863540"/>
                  <a:pt x="1345049" y="4856658"/>
                  <a:pt x="1335881" y="4852834"/>
                </a:cubicBezTo>
                <a:cubicBezTo>
                  <a:pt x="1308257" y="4841310"/>
                  <a:pt x="1081318" y="4820878"/>
                  <a:pt x="1078071" y="4829623"/>
                </a:cubicBezTo>
                <a:cubicBezTo>
                  <a:pt x="1076412" y="4834090"/>
                  <a:pt x="1065066" y="4833947"/>
                  <a:pt x="1052857" y="4829306"/>
                </a:cubicBezTo>
                <a:cubicBezTo>
                  <a:pt x="1040648" y="4824664"/>
                  <a:pt x="1028014" y="4823510"/>
                  <a:pt x="1024781" y="4826743"/>
                </a:cubicBezTo>
                <a:cubicBezTo>
                  <a:pt x="1011035" y="4840489"/>
                  <a:pt x="646942" y="4842616"/>
                  <a:pt x="600244" y="4829223"/>
                </a:cubicBezTo>
                <a:cubicBezTo>
                  <a:pt x="582943" y="4824261"/>
                  <a:pt x="565111" y="4822473"/>
                  <a:pt x="560618" y="4825250"/>
                </a:cubicBezTo>
                <a:cubicBezTo>
                  <a:pt x="551092" y="4831137"/>
                  <a:pt x="550852" y="4644409"/>
                  <a:pt x="560304" y="4581525"/>
                </a:cubicBezTo>
                <a:lnTo>
                  <a:pt x="566747" y="4538662"/>
                </a:lnTo>
                <a:lnTo>
                  <a:pt x="614367" y="4538269"/>
                </a:lnTo>
                <a:cubicBezTo>
                  <a:pt x="640558" y="4538052"/>
                  <a:pt x="674413" y="4534213"/>
                  <a:pt x="689601" y="4529736"/>
                </a:cubicBezTo>
                <a:cubicBezTo>
                  <a:pt x="709600" y="4523841"/>
                  <a:pt x="715356" y="4524606"/>
                  <a:pt x="710471" y="4532510"/>
                </a:cubicBezTo>
                <a:cubicBezTo>
                  <a:pt x="705562" y="4540453"/>
                  <a:pt x="733055" y="4543607"/>
                  <a:pt x="811444" y="4544094"/>
                </a:cubicBezTo>
                <a:cubicBezTo>
                  <a:pt x="880497" y="4544523"/>
                  <a:pt x="912324" y="4547702"/>
                  <a:pt x="900112" y="4552950"/>
                </a:cubicBezTo>
                <a:cubicBezTo>
                  <a:pt x="885795" y="4559102"/>
                  <a:pt x="892894" y="4561483"/>
                  <a:pt x="928687" y="4562534"/>
                </a:cubicBezTo>
                <a:cubicBezTo>
                  <a:pt x="954881" y="4563303"/>
                  <a:pt x="994824" y="4565141"/>
                  <a:pt x="1017449" y="4566619"/>
                </a:cubicBezTo>
                <a:cubicBezTo>
                  <a:pt x="1040074" y="4568096"/>
                  <a:pt x="1093652" y="4566241"/>
                  <a:pt x="1136511" y="4562496"/>
                </a:cubicBezTo>
                <a:lnTo>
                  <a:pt x="1214437" y="4555687"/>
                </a:lnTo>
                <a:lnTo>
                  <a:pt x="1143793" y="4554318"/>
                </a:lnTo>
                <a:cubicBezTo>
                  <a:pt x="1040347" y="4552314"/>
                  <a:pt x="1070586" y="4539562"/>
                  <a:pt x="1181817" y="4538283"/>
                </a:cubicBezTo>
                <a:cubicBezTo>
                  <a:pt x="1234120" y="4537682"/>
                  <a:pt x="1271428" y="4540670"/>
                  <a:pt x="1264725" y="4544924"/>
                </a:cubicBezTo>
                <a:cubicBezTo>
                  <a:pt x="1257624" y="4549430"/>
                  <a:pt x="1278377" y="4553464"/>
                  <a:pt x="1314450" y="4554591"/>
                </a:cubicBezTo>
                <a:cubicBezTo>
                  <a:pt x="1418571" y="4557841"/>
                  <a:pt x="1440134" y="4559034"/>
                  <a:pt x="1524000" y="4566190"/>
                </a:cubicBezTo>
                <a:cubicBezTo>
                  <a:pt x="1581132" y="4571064"/>
                  <a:pt x="1600757" y="4570175"/>
                  <a:pt x="1590675" y="4563169"/>
                </a:cubicBezTo>
                <a:cubicBezTo>
                  <a:pt x="1578368" y="4554618"/>
                  <a:pt x="1578698" y="4553221"/>
                  <a:pt x="1593056" y="4553095"/>
                </a:cubicBezTo>
                <a:cubicBezTo>
                  <a:pt x="1602224" y="4553015"/>
                  <a:pt x="1609725" y="4557236"/>
                  <a:pt x="1609725" y="4562475"/>
                </a:cubicBezTo>
                <a:cubicBezTo>
                  <a:pt x="1609725" y="4567713"/>
                  <a:pt x="1623655" y="4571698"/>
                  <a:pt x="1640681" y="4571330"/>
                </a:cubicBezTo>
                <a:cubicBezTo>
                  <a:pt x="1666075" y="4570781"/>
                  <a:pt x="1668214" y="4569278"/>
                  <a:pt x="1652587" y="4562968"/>
                </a:cubicBezTo>
                <a:cubicBezTo>
                  <a:pt x="1634598" y="4555704"/>
                  <a:pt x="1819490" y="4535726"/>
                  <a:pt x="1843087" y="4542384"/>
                </a:cubicBezTo>
                <a:cubicBezTo>
                  <a:pt x="1869716" y="4549897"/>
                  <a:pt x="2282031" y="4543660"/>
                  <a:pt x="2347912" y="4534747"/>
                </a:cubicBezTo>
                <a:cubicBezTo>
                  <a:pt x="2463723" y="4519079"/>
                  <a:pt x="3038490" y="4517629"/>
                  <a:pt x="3114675" y="4532812"/>
                </a:cubicBezTo>
                <a:cubicBezTo>
                  <a:pt x="3148726" y="4539598"/>
                  <a:pt x="3238738" y="4545154"/>
                  <a:pt x="3314700" y="4545158"/>
                </a:cubicBezTo>
                <a:cubicBezTo>
                  <a:pt x="3560282" y="4545171"/>
                  <a:pt x="3838574" y="4538808"/>
                  <a:pt x="3838574" y="4533179"/>
                </a:cubicBezTo>
                <a:cubicBezTo>
                  <a:pt x="3838574" y="4530164"/>
                  <a:pt x="3866435" y="4528021"/>
                  <a:pt x="3900487" y="4528417"/>
                </a:cubicBezTo>
                <a:cubicBezTo>
                  <a:pt x="3934540" y="4528813"/>
                  <a:pt x="3962400" y="4525276"/>
                  <a:pt x="3962400" y="4520557"/>
                </a:cubicBezTo>
                <a:cubicBezTo>
                  <a:pt x="3962400" y="4515557"/>
                  <a:pt x="4001157" y="4515002"/>
                  <a:pt x="4055268" y="4519225"/>
                </a:cubicBezTo>
                <a:cubicBezTo>
                  <a:pt x="4106346" y="4523212"/>
                  <a:pt x="4188859" y="4525740"/>
                  <a:pt x="4238631" y="4524843"/>
                </a:cubicBezTo>
                <a:cubicBezTo>
                  <a:pt x="4288403" y="4523945"/>
                  <a:pt x="4348410" y="4528086"/>
                  <a:pt x="4371981" y="4534044"/>
                </a:cubicBezTo>
                <a:cubicBezTo>
                  <a:pt x="4395552" y="4540003"/>
                  <a:pt x="4424481" y="4544599"/>
                  <a:pt x="4436268" y="4544258"/>
                </a:cubicBezTo>
                <a:cubicBezTo>
                  <a:pt x="4448055" y="4543917"/>
                  <a:pt x="4457700" y="4547143"/>
                  <a:pt x="4457700" y="4551426"/>
                </a:cubicBezTo>
                <a:cubicBezTo>
                  <a:pt x="4457700" y="4555710"/>
                  <a:pt x="4482345" y="4559472"/>
                  <a:pt x="4512468" y="4559786"/>
                </a:cubicBezTo>
                <a:cubicBezTo>
                  <a:pt x="4562674" y="4560310"/>
                  <a:pt x="4564063" y="4559795"/>
                  <a:pt x="4529137" y="4553600"/>
                </a:cubicBezTo>
                <a:cubicBezTo>
                  <a:pt x="4492140" y="4547038"/>
                  <a:pt x="4491726" y="4546550"/>
                  <a:pt x="4514850" y="4536734"/>
                </a:cubicBezTo>
                <a:cubicBezTo>
                  <a:pt x="4529246" y="4530622"/>
                  <a:pt x="4545005" y="4529947"/>
                  <a:pt x="4554705" y="4535025"/>
                </a:cubicBezTo>
                <a:cubicBezTo>
                  <a:pt x="4576406" y="4546387"/>
                  <a:pt x="4626635" y="4545673"/>
                  <a:pt x="4633912" y="4533900"/>
                </a:cubicBezTo>
                <a:cubicBezTo>
                  <a:pt x="4637150" y="4528661"/>
                  <a:pt x="4644085" y="4524375"/>
                  <a:pt x="4649324" y="4524375"/>
                </a:cubicBezTo>
                <a:cubicBezTo>
                  <a:pt x="4654563" y="4524375"/>
                  <a:pt x="4656315" y="4528474"/>
                  <a:pt x="4653219" y="4533484"/>
                </a:cubicBezTo>
                <a:cubicBezTo>
                  <a:pt x="4649724" y="4539138"/>
                  <a:pt x="4680400" y="4541000"/>
                  <a:pt x="4734091" y="4538392"/>
                </a:cubicBezTo>
                <a:cubicBezTo>
                  <a:pt x="4797551" y="4535310"/>
                  <a:pt x="4818798" y="4537097"/>
                  <a:pt x="4813850" y="4545102"/>
                </a:cubicBezTo>
                <a:cubicBezTo>
                  <a:pt x="4808818" y="4553245"/>
                  <a:pt x="4855714" y="4554342"/>
                  <a:pt x="4998674" y="4549427"/>
                </a:cubicBezTo>
                <a:cubicBezTo>
                  <a:pt x="5186314" y="4542975"/>
                  <a:pt x="5243905" y="4546426"/>
                  <a:pt x="5233359" y="4563491"/>
                </a:cubicBezTo>
                <a:cubicBezTo>
                  <a:pt x="5230467" y="4568170"/>
                  <a:pt x="5251928" y="4572000"/>
                  <a:pt x="5281050" y="4572000"/>
                </a:cubicBezTo>
                <a:cubicBezTo>
                  <a:pt x="5360346" y="4572000"/>
                  <a:pt x="5345396" y="4590843"/>
                  <a:pt x="5264943" y="4592300"/>
                </a:cubicBezTo>
                <a:lnTo>
                  <a:pt x="5195887" y="4593551"/>
                </a:lnTo>
                <a:lnTo>
                  <a:pt x="5276850" y="4605870"/>
                </a:lnTo>
                <a:cubicBezTo>
                  <a:pt x="5321379" y="4612645"/>
                  <a:pt x="5387816" y="4617791"/>
                  <a:pt x="5424487" y="4617305"/>
                </a:cubicBezTo>
                <a:cubicBezTo>
                  <a:pt x="5461158" y="4616820"/>
                  <a:pt x="5475089" y="4614741"/>
                  <a:pt x="5455443" y="4612686"/>
                </a:cubicBezTo>
                <a:cubicBezTo>
                  <a:pt x="5435798" y="4610631"/>
                  <a:pt x="5419725" y="4605181"/>
                  <a:pt x="5419725" y="4600575"/>
                </a:cubicBezTo>
                <a:cubicBezTo>
                  <a:pt x="5419725" y="4595968"/>
                  <a:pt x="5403651" y="4590518"/>
                  <a:pt x="5384006" y="4588463"/>
                </a:cubicBezTo>
                <a:cubicBezTo>
                  <a:pt x="5364360" y="4586408"/>
                  <a:pt x="5386863" y="4584063"/>
                  <a:pt x="5434012" y="4583252"/>
                </a:cubicBezTo>
                <a:cubicBezTo>
                  <a:pt x="5481161" y="4582441"/>
                  <a:pt x="5589188" y="4580250"/>
                  <a:pt x="5674073" y="4578384"/>
                </a:cubicBezTo>
                <a:cubicBezTo>
                  <a:pt x="5779913" y="4576057"/>
                  <a:pt x="5829607" y="4578262"/>
                  <a:pt x="5832222" y="4585402"/>
                </a:cubicBezTo>
                <a:cubicBezTo>
                  <a:pt x="5834319" y="4591127"/>
                  <a:pt x="5836956" y="4652260"/>
                  <a:pt x="5838081" y="4721251"/>
                </a:cubicBezTo>
                <a:lnTo>
                  <a:pt x="5840128" y="4846691"/>
                </a:lnTo>
                <a:lnTo>
                  <a:pt x="5784708" y="4854042"/>
                </a:lnTo>
                <a:cubicBezTo>
                  <a:pt x="5700697" y="4865186"/>
                  <a:pt x="5424813" y="4862680"/>
                  <a:pt x="5338762" y="4849992"/>
                </a:cubicBezTo>
                <a:cubicBezTo>
                  <a:pt x="5296852" y="4843812"/>
                  <a:pt x="5131831" y="4836724"/>
                  <a:pt x="4972050" y="4834239"/>
                </a:cubicBezTo>
                <a:cubicBezTo>
                  <a:pt x="4812268" y="4831755"/>
                  <a:pt x="4668678" y="4827149"/>
                  <a:pt x="4652962" y="4824004"/>
                </a:cubicBezTo>
                <a:cubicBezTo>
                  <a:pt x="4637246" y="4820858"/>
                  <a:pt x="4607242" y="4818193"/>
                  <a:pt x="4586287" y="4818081"/>
                </a:cubicBezTo>
                <a:cubicBezTo>
                  <a:pt x="4556023" y="4817918"/>
                  <a:pt x="4552105" y="4816134"/>
                  <a:pt x="4567237" y="4809405"/>
                </a:cubicBezTo>
                <a:cubicBezTo>
                  <a:pt x="4578753" y="4804285"/>
                  <a:pt x="4529783" y="4803138"/>
                  <a:pt x="4443412" y="4806507"/>
                </a:cubicBezTo>
                <a:cubicBezTo>
                  <a:pt x="4364831" y="4809572"/>
                  <a:pt x="4292447" y="4816392"/>
                  <a:pt x="4282559" y="4821663"/>
                </a:cubicBezTo>
                <a:cubicBezTo>
                  <a:pt x="4272151" y="4827211"/>
                  <a:pt x="4223260" y="4829370"/>
                  <a:pt x="4166440" y="4826791"/>
                </a:cubicBezTo>
                <a:cubicBezTo>
                  <a:pt x="4101605" y="4823848"/>
                  <a:pt x="4064715" y="4825920"/>
                  <a:pt x="4057739" y="4832899"/>
                </a:cubicBezTo>
                <a:cubicBezTo>
                  <a:pt x="4044084" y="4846559"/>
                  <a:pt x="3706774" y="4846221"/>
                  <a:pt x="3543284" y="4832384"/>
                </a:cubicBezTo>
                <a:cubicBezTo>
                  <a:pt x="3461161" y="4825434"/>
                  <a:pt x="3390216" y="4825316"/>
                  <a:pt x="3314684" y="4832006"/>
                </a:cubicBezTo>
                <a:cubicBezTo>
                  <a:pt x="3101136" y="4850920"/>
                  <a:pt x="2741004" y="4843078"/>
                  <a:pt x="2693819" y="4818486"/>
                </a:cubicBezTo>
                <a:cubicBezTo>
                  <a:pt x="2671688" y="4806951"/>
                  <a:pt x="2628781" y="4807326"/>
                  <a:pt x="2647054" y="4818895"/>
                </a:cubicBezTo>
                <a:cubicBezTo>
                  <a:pt x="2666102" y="4830954"/>
                  <a:pt x="2533564" y="4831057"/>
                  <a:pt x="2421028" y="4819070"/>
                </a:cubicBezTo>
                <a:cubicBezTo>
                  <a:pt x="2308081" y="4807040"/>
                  <a:pt x="2101819" y="4816609"/>
                  <a:pt x="2108331" y="4833577"/>
                </a:cubicBezTo>
                <a:cubicBezTo>
                  <a:pt x="2115571" y="4852446"/>
                  <a:pt x="1907251" y="4869147"/>
                  <a:pt x="1616868" y="4872979"/>
                </a:cubicBezTo>
                <a:cubicBezTo>
                  <a:pt x="1469408" y="4874924"/>
                  <a:pt x="1352550" y="4872779"/>
                  <a:pt x="1352550" y="4868127"/>
                </a:cubicBezTo>
                <a:close/>
                <a:moveTo>
                  <a:pt x="1228725" y="4859337"/>
                </a:moveTo>
                <a:cubicBezTo>
                  <a:pt x="1228725" y="4854971"/>
                  <a:pt x="1235154" y="4851400"/>
                  <a:pt x="1243012" y="4851400"/>
                </a:cubicBezTo>
                <a:cubicBezTo>
                  <a:pt x="1250870" y="4851400"/>
                  <a:pt x="1257300" y="4854971"/>
                  <a:pt x="1257300" y="4859337"/>
                </a:cubicBezTo>
                <a:cubicBezTo>
                  <a:pt x="1257300" y="4863703"/>
                  <a:pt x="1250870" y="4867275"/>
                  <a:pt x="1243012" y="4867275"/>
                </a:cubicBezTo>
                <a:cubicBezTo>
                  <a:pt x="1235154" y="4867275"/>
                  <a:pt x="1228725" y="4863703"/>
                  <a:pt x="1228725" y="4859337"/>
                </a:cubicBezTo>
                <a:close/>
                <a:moveTo>
                  <a:pt x="1588464" y="4850944"/>
                </a:moveTo>
                <a:cubicBezTo>
                  <a:pt x="1574151" y="4848770"/>
                  <a:pt x="1548434" y="4848727"/>
                  <a:pt x="1531314" y="4850846"/>
                </a:cubicBezTo>
                <a:cubicBezTo>
                  <a:pt x="1514194" y="4852966"/>
                  <a:pt x="1525905" y="4854745"/>
                  <a:pt x="1557337" y="4854798"/>
                </a:cubicBezTo>
                <a:cubicBezTo>
                  <a:pt x="1588770" y="4854851"/>
                  <a:pt x="1602777" y="4853117"/>
                  <a:pt x="1588464" y="4850944"/>
                </a:cubicBezTo>
                <a:close/>
                <a:moveTo>
                  <a:pt x="1675606" y="4835240"/>
                </a:moveTo>
                <a:cubicBezTo>
                  <a:pt x="1673423" y="4833338"/>
                  <a:pt x="1601013" y="4829269"/>
                  <a:pt x="1514695" y="4826199"/>
                </a:cubicBezTo>
                <a:cubicBezTo>
                  <a:pt x="1416017" y="4822689"/>
                  <a:pt x="1362976" y="4823919"/>
                  <a:pt x="1371820" y="4829512"/>
                </a:cubicBezTo>
                <a:cubicBezTo>
                  <a:pt x="1384629" y="4837612"/>
                  <a:pt x="1684821" y="4843272"/>
                  <a:pt x="1675606" y="4835240"/>
                </a:cubicBezTo>
                <a:close/>
                <a:moveTo>
                  <a:pt x="5678182" y="4592981"/>
                </a:moveTo>
                <a:cubicBezTo>
                  <a:pt x="5665791" y="4591031"/>
                  <a:pt x="5651726" y="4593363"/>
                  <a:pt x="5646927" y="4598162"/>
                </a:cubicBezTo>
                <a:cubicBezTo>
                  <a:pt x="5641642" y="4603447"/>
                  <a:pt x="5650528" y="4604844"/>
                  <a:pt x="5669456" y="4601706"/>
                </a:cubicBezTo>
                <a:cubicBezTo>
                  <a:pt x="5695907" y="4597321"/>
                  <a:pt x="5697248" y="4595980"/>
                  <a:pt x="5678182" y="4592981"/>
                </a:cubicBezTo>
                <a:close/>
                <a:moveTo>
                  <a:pt x="5512764" y="4593769"/>
                </a:moveTo>
                <a:cubicBezTo>
                  <a:pt x="5498451" y="4591595"/>
                  <a:pt x="5472734" y="4591552"/>
                  <a:pt x="5455614" y="4593671"/>
                </a:cubicBezTo>
                <a:cubicBezTo>
                  <a:pt x="5438494" y="4595791"/>
                  <a:pt x="5450205" y="4597570"/>
                  <a:pt x="5481637" y="4597623"/>
                </a:cubicBezTo>
                <a:cubicBezTo>
                  <a:pt x="5513070" y="4597676"/>
                  <a:pt x="5527077" y="4595942"/>
                  <a:pt x="5512764" y="4593769"/>
                </a:cubicBezTo>
                <a:close/>
                <a:moveTo>
                  <a:pt x="5765006" y="4593852"/>
                </a:moveTo>
                <a:cubicBezTo>
                  <a:pt x="5753219" y="4591582"/>
                  <a:pt x="5733930" y="4591582"/>
                  <a:pt x="5722143" y="4593852"/>
                </a:cubicBezTo>
                <a:cubicBezTo>
                  <a:pt x="5710356" y="4596123"/>
                  <a:pt x="5720000" y="4597980"/>
                  <a:pt x="5743575" y="4597980"/>
                </a:cubicBezTo>
                <a:cubicBezTo>
                  <a:pt x="5767149" y="4597980"/>
                  <a:pt x="5776793" y="4596123"/>
                  <a:pt x="5765006" y="4593852"/>
                </a:cubicBezTo>
                <a:close/>
                <a:moveTo>
                  <a:pt x="5400771" y="4563710"/>
                </a:moveTo>
                <a:cubicBezTo>
                  <a:pt x="5360656" y="4552189"/>
                  <a:pt x="5393335" y="4544542"/>
                  <a:pt x="5448515" y="4552538"/>
                </a:cubicBezTo>
                <a:cubicBezTo>
                  <a:pt x="5477209" y="4556696"/>
                  <a:pt x="5492115" y="4560691"/>
                  <a:pt x="5481637" y="4561416"/>
                </a:cubicBezTo>
                <a:cubicBezTo>
                  <a:pt x="5471160" y="4562141"/>
                  <a:pt x="5454015" y="4564487"/>
                  <a:pt x="5443537" y="4566628"/>
                </a:cubicBezTo>
                <a:cubicBezTo>
                  <a:pt x="5433060" y="4568769"/>
                  <a:pt x="5413815" y="4567456"/>
                  <a:pt x="5400771" y="4563710"/>
                </a:cubicBezTo>
                <a:close/>
                <a:moveTo>
                  <a:pt x="816768" y="4555909"/>
                </a:moveTo>
                <a:cubicBezTo>
                  <a:pt x="807600" y="4553513"/>
                  <a:pt x="792599" y="4553513"/>
                  <a:pt x="783431" y="4555909"/>
                </a:cubicBezTo>
                <a:cubicBezTo>
                  <a:pt x="774263" y="4558304"/>
                  <a:pt x="781764" y="4560265"/>
                  <a:pt x="800100" y="4560265"/>
                </a:cubicBezTo>
                <a:cubicBezTo>
                  <a:pt x="818435" y="4560265"/>
                  <a:pt x="825936" y="4558304"/>
                  <a:pt x="816768" y="4555909"/>
                </a:cubicBezTo>
                <a:close/>
                <a:moveTo>
                  <a:pt x="2869587" y="4556227"/>
                </a:moveTo>
                <a:cubicBezTo>
                  <a:pt x="2863138" y="4553618"/>
                  <a:pt x="2850280" y="4553459"/>
                  <a:pt x="2841012" y="4555874"/>
                </a:cubicBezTo>
                <a:cubicBezTo>
                  <a:pt x="2831745" y="4558289"/>
                  <a:pt x="2837021" y="4560423"/>
                  <a:pt x="2852737" y="4560618"/>
                </a:cubicBezTo>
                <a:cubicBezTo>
                  <a:pt x="2868453" y="4560812"/>
                  <a:pt x="2876036" y="4558836"/>
                  <a:pt x="2869587" y="4556227"/>
                </a:cubicBezTo>
                <a:close/>
                <a:moveTo>
                  <a:pt x="4641187" y="4555770"/>
                </a:moveTo>
                <a:cubicBezTo>
                  <a:pt x="4629472" y="4553509"/>
                  <a:pt x="4608040" y="4553450"/>
                  <a:pt x="4593562" y="4555640"/>
                </a:cubicBezTo>
                <a:cubicBezTo>
                  <a:pt x="4579083" y="4557829"/>
                  <a:pt x="4588668" y="4559679"/>
                  <a:pt x="4614862" y="4559750"/>
                </a:cubicBezTo>
                <a:cubicBezTo>
                  <a:pt x="4641056" y="4559822"/>
                  <a:pt x="4652902" y="4558030"/>
                  <a:pt x="4641187" y="4555770"/>
                </a:cubicBezTo>
                <a:close/>
                <a:moveTo>
                  <a:pt x="4726781" y="4555752"/>
                </a:moveTo>
                <a:cubicBezTo>
                  <a:pt x="4714994" y="4553482"/>
                  <a:pt x="4695705" y="4553482"/>
                  <a:pt x="4683918" y="4555752"/>
                </a:cubicBezTo>
                <a:cubicBezTo>
                  <a:pt x="4672131" y="4558023"/>
                  <a:pt x="4681775" y="4559880"/>
                  <a:pt x="4705350" y="4559880"/>
                </a:cubicBezTo>
                <a:cubicBezTo>
                  <a:pt x="4728924" y="4559880"/>
                  <a:pt x="4738568" y="4558023"/>
                  <a:pt x="4726781" y="4555752"/>
                </a:cubicBezTo>
                <a:close/>
                <a:moveTo>
                  <a:pt x="814387" y="4352296"/>
                </a:moveTo>
                <a:cubicBezTo>
                  <a:pt x="741045" y="4348681"/>
                  <a:pt x="661101" y="4345201"/>
                  <a:pt x="636736" y="4344562"/>
                </a:cubicBezTo>
                <a:lnTo>
                  <a:pt x="592434" y="4343400"/>
                </a:lnTo>
                <a:lnTo>
                  <a:pt x="610565" y="4260056"/>
                </a:lnTo>
                <a:cubicBezTo>
                  <a:pt x="648927" y="4083708"/>
                  <a:pt x="666360" y="4038600"/>
                  <a:pt x="696150" y="4038600"/>
                </a:cubicBezTo>
                <a:cubicBezTo>
                  <a:pt x="710794" y="4038600"/>
                  <a:pt x="725176" y="4042483"/>
                  <a:pt x="728109" y="4047230"/>
                </a:cubicBezTo>
                <a:cubicBezTo>
                  <a:pt x="731043" y="4051977"/>
                  <a:pt x="742074" y="4053604"/>
                  <a:pt x="752621" y="4050846"/>
                </a:cubicBezTo>
                <a:cubicBezTo>
                  <a:pt x="763169" y="4048088"/>
                  <a:pt x="817393" y="4053309"/>
                  <a:pt x="873118" y="4062450"/>
                </a:cubicBezTo>
                <a:cubicBezTo>
                  <a:pt x="948813" y="4074865"/>
                  <a:pt x="999966" y="4077505"/>
                  <a:pt x="1075387" y="4072886"/>
                </a:cubicBezTo>
                <a:cubicBezTo>
                  <a:pt x="1130909" y="4069486"/>
                  <a:pt x="1272778" y="4062986"/>
                  <a:pt x="1390650" y="4058442"/>
                </a:cubicBezTo>
                <a:cubicBezTo>
                  <a:pt x="1508521" y="4053898"/>
                  <a:pt x="1667113" y="4043455"/>
                  <a:pt x="1743075" y="4035236"/>
                </a:cubicBezTo>
                <a:cubicBezTo>
                  <a:pt x="2068511" y="4000023"/>
                  <a:pt x="2448160" y="3984018"/>
                  <a:pt x="2566987" y="4000500"/>
                </a:cubicBezTo>
                <a:cubicBezTo>
                  <a:pt x="2624254" y="4008444"/>
                  <a:pt x="2823463" y="4013351"/>
                  <a:pt x="3167062" y="4015281"/>
                </a:cubicBezTo>
                <a:cubicBezTo>
                  <a:pt x="3473601" y="4017003"/>
                  <a:pt x="3698730" y="4022123"/>
                  <a:pt x="3724275" y="4027953"/>
                </a:cubicBezTo>
                <a:cubicBezTo>
                  <a:pt x="3751201" y="4034098"/>
                  <a:pt x="3768317" y="4034355"/>
                  <a:pt x="3770312" y="4028642"/>
                </a:cubicBezTo>
                <a:cubicBezTo>
                  <a:pt x="3774672" y="4016157"/>
                  <a:pt x="3826431" y="4017131"/>
                  <a:pt x="3834289" y="4029846"/>
                </a:cubicBezTo>
                <a:cubicBezTo>
                  <a:pt x="3837789" y="4035510"/>
                  <a:pt x="3850901" y="4037571"/>
                  <a:pt x="3863426" y="4034427"/>
                </a:cubicBezTo>
                <a:cubicBezTo>
                  <a:pt x="3875951" y="4031284"/>
                  <a:pt x="3886200" y="4032738"/>
                  <a:pt x="3886200" y="4037660"/>
                </a:cubicBezTo>
                <a:cubicBezTo>
                  <a:pt x="3886200" y="4049145"/>
                  <a:pt x="3972832" y="4057916"/>
                  <a:pt x="4129087" y="4062252"/>
                </a:cubicBezTo>
                <a:cubicBezTo>
                  <a:pt x="4197191" y="4064142"/>
                  <a:pt x="4263628" y="4067809"/>
                  <a:pt x="4276725" y="4070400"/>
                </a:cubicBezTo>
                <a:cubicBezTo>
                  <a:pt x="4289821" y="4072992"/>
                  <a:pt x="4317682" y="4075535"/>
                  <a:pt x="4338637" y="4076052"/>
                </a:cubicBezTo>
                <a:cubicBezTo>
                  <a:pt x="4366923" y="4076749"/>
                  <a:pt x="4373057" y="4079369"/>
                  <a:pt x="4362450" y="4086225"/>
                </a:cubicBezTo>
                <a:cubicBezTo>
                  <a:pt x="4352590" y="4092596"/>
                  <a:pt x="4372689" y="4095503"/>
                  <a:pt x="4427305" y="4095604"/>
                </a:cubicBezTo>
                <a:cubicBezTo>
                  <a:pt x="4470913" y="4095684"/>
                  <a:pt x="4504106" y="4091959"/>
                  <a:pt x="4501231" y="4087307"/>
                </a:cubicBezTo>
                <a:cubicBezTo>
                  <a:pt x="4495905" y="4078690"/>
                  <a:pt x="4527175" y="4067001"/>
                  <a:pt x="4552950" y="4067974"/>
                </a:cubicBezTo>
                <a:cubicBezTo>
                  <a:pt x="4562382" y="4068330"/>
                  <a:pt x="4560763" y="4071295"/>
                  <a:pt x="4548187" y="4076700"/>
                </a:cubicBezTo>
                <a:cubicBezTo>
                  <a:pt x="4535767" y="4082037"/>
                  <a:pt x="4557315" y="4084546"/>
                  <a:pt x="4610100" y="4083911"/>
                </a:cubicBezTo>
                <a:lnTo>
                  <a:pt x="4691062" y="4082936"/>
                </a:lnTo>
                <a:lnTo>
                  <a:pt x="4629150" y="4076700"/>
                </a:lnTo>
                <a:cubicBezTo>
                  <a:pt x="4595098" y="4073269"/>
                  <a:pt x="4577953" y="4069482"/>
                  <a:pt x="4591050" y="4068283"/>
                </a:cubicBezTo>
                <a:cubicBezTo>
                  <a:pt x="4604146" y="4067085"/>
                  <a:pt x="4659868" y="4062008"/>
                  <a:pt x="4714875" y="4057001"/>
                </a:cubicBezTo>
                <a:cubicBezTo>
                  <a:pt x="4845213" y="4045138"/>
                  <a:pt x="5058195" y="4041099"/>
                  <a:pt x="5063932" y="4050382"/>
                </a:cubicBezTo>
                <a:cubicBezTo>
                  <a:pt x="5066403" y="4054379"/>
                  <a:pt x="5105675" y="4056929"/>
                  <a:pt x="5151205" y="4056048"/>
                </a:cubicBezTo>
                <a:cubicBezTo>
                  <a:pt x="5196735" y="4055168"/>
                  <a:pt x="5217914" y="4052766"/>
                  <a:pt x="5198268" y="4050711"/>
                </a:cubicBezTo>
                <a:cubicBezTo>
                  <a:pt x="5158241" y="4046524"/>
                  <a:pt x="5151588" y="4033860"/>
                  <a:pt x="5183981" y="4023512"/>
                </a:cubicBezTo>
                <a:cubicBezTo>
                  <a:pt x="5231387" y="4008367"/>
                  <a:pt x="5530220" y="4023713"/>
                  <a:pt x="5491162" y="4039286"/>
                </a:cubicBezTo>
                <a:cubicBezTo>
                  <a:pt x="5479307" y="4044012"/>
                  <a:pt x="5497295" y="4046386"/>
                  <a:pt x="5538787" y="4045569"/>
                </a:cubicBezTo>
                <a:cubicBezTo>
                  <a:pt x="5575458" y="4044848"/>
                  <a:pt x="5636261" y="4047678"/>
                  <a:pt x="5673904" y="4051858"/>
                </a:cubicBezTo>
                <a:lnTo>
                  <a:pt x="5742346" y="4059459"/>
                </a:lnTo>
                <a:lnTo>
                  <a:pt x="5766443" y="4160948"/>
                </a:lnTo>
                <a:cubicBezTo>
                  <a:pt x="5779697" y="4216767"/>
                  <a:pt x="5793285" y="4280059"/>
                  <a:pt x="5796639" y="4301597"/>
                </a:cubicBezTo>
                <a:lnTo>
                  <a:pt x="5802737" y="4340758"/>
                </a:lnTo>
                <a:lnTo>
                  <a:pt x="5724776" y="4352885"/>
                </a:lnTo>
                <a:cubicBezTo>
                  <a:pt x="5667680" y="4361767"/>
                  <a:pt x="5597943" y="4362998"/>
                  <a:pt x="5464213" y="4357482"/>
                </a:cubicBezTo>
                <a:cubicBezTo>
                  <a:pt x="5363783" y="4353340"/>
                  <a:pt x="5222891" y="4349406"/>
                  <a:pt x="5151121" y="4348740"/>
                </a:cubicBezTo>
                <a:cubicBezTo>
                  <a:pt x="5022091" y="4347543"/>
                  <a:pt x="4954419" y="4335084"/>
                  <a:pt x="5063331" y="4332577"/>
                </a:cubicBezTo>
                <a:cubicBezTo>
                  <a:pt x="5094327" y="4331864"/>
                  <a:pt x="5110043" y="4329423"/>
                  <a:pt x="5098256" y="4327152"/>
                </a:cubicBezTo>
                <a:cubicBezTo>
                  <a:pt x="5086469" y="4324882"/>
                  <a:pt x="5076825" y="4319036"/>
                  <a:pt x="5076825" y="4314162"/>
                </a:cubicBezTo>
                <a:cubicBezTo>
                  <a:pt x="5076825" y="4309282"/>
                  <a:pt x="5041512" y="4306019"/>
                  <a:pt x="4998243" y="4306901"/>
                </a:cubicBezTo>
                <a:cubicBezTo>
                  <a:pt x="4921568" y="4308463"/>
                  <a:pt x="4920933" y="4308665"/>
                  <a:pt x="4972050" y="4315238"/>
                </a:cubicBezTo>
                <a:cubicBezTo>
                  <a:pt x="5003903" y="4319333"/>
                  <a:pt x="4975903" y="4320629"/>
                  <a:pt x="4900612" y="4318544"/>
                </a:cubicBezTo>
                <a:cubicBezTo>
                  <a:pt x="4832229" y="4316650"/>
                  <a:pt x="4785005" y="4318568"/>
                  <a:pt x="4795141" y="4322829"/>
                </a:cubicBezTo>
                <a:cubicBezTo>
                  <a:pt x="4822846" y="4334474"/>
                  <a:pt x="4793177" y="4343364"/>
                  <a:pt x="4726002" y="4343545"/>
                </a:cubicBezTo>
                <a:cubicBezTo>
                  <a:pt x="4687739" y="4343649"/>
                  <a:pt x="4676174" y="4346370"/>
                  <a:pt x="4686300" y="4352887"/>
                </a:cubicBezTo>
                <a:cubicBezTo>
                  <a:pt x="4695709" y="4358944"/>
                  <a:pt x="4641558" y="4361333"/>
                  <a:pt x="4527680" y="4359885"/>
                </a:cubicBezTo>
                <a:cubicBezTo>
                  <a:pt x="4432581" y="4358676"/>
                  <a:pt x="4356753" y="4354472"/>
                  <a:pt x="4359173" y="4350543"/>
                </a:cubicBezTo>
                <a:cubicBezTo>
                  <a:pt x="4361594" y="4346614"/>
                  <a:pt x="4345104" y="4343827"/>
                  <a:pt x="4322530" y="4344349"/>
                </a:cubicBezTo>
                <a:cubicBezTo>
                  <a:pt x="4287846" y="4345151"/>
                  <a:pt x="4285177" y="4346480"/>
                  <a:pt x="4305300" y="4352925"/>
                </a:cubicBezTo>
                <a:cubicBezTo>
                  <a:pt x="4327757" y="4360117"/>
                  <a:pt x="4327331" y="4360605"/>
                  <a:pt x="4297821" y="4361500"/>
                </a:cubicBezTo>
                <a:cubicBezTo>
                  <a:pt x="4280610" y="4362022"/>
                  <a:pt x="4257036" y="4356501"/>
                  <a:pt x="4245433" y="4349231"/>
                </a:cubicBezTo>
                <a:cubicBezTo>
                  <a:pt x="4215902" y="4330728"/>
                  <a:pt x="4155867" y="4321367"/>
                  <a:pt x="4148032" y="4334045"/>
                </a:cubicBezTo>
                <a:cubicBezTo>
                  <a:pt x="4144068" y="4340458"/>
                  <a:pt x="4137519" y="4341027"/>
                  <a:pt x="4130620" y="4335557"/>
                </a:cubicBezTo>
                <a:cubicBezTo>
                  <a:pt x="4116197" y="4324122"/>
                  <a:pt x="3981449" y="4311325"/>
                  <a:pt x="3981452" y="4321391"/>
                </a:cubicBezTo>
                <a:cubicBezTo>
                  <a:pt x="3981455" y="4330357"/>
                  <a:pt x="3704532" y="4329558"/>
                  <a:pt x="3610799" y="4320322"/>
                </a:cubicBezTo>
                <a:cubicBezTo>
                  <a:pt x="3568553" y="4316159"/>
                  <a:pt x="3518510" y="4319132"/>
                  <a:pt x="3461890" y="4329167"/>
                </a:cubicBezTo>
                <a:cubicBezTo>
                  <a:pt x="3358813" y="4347437"/>
                  <a:pt x="3109205" y="4350566"/>
                  <a:pt x="3049399" y="4334338"/>
                </a:cubicBezTo>
                <a:cubicBezTo>
                  <a:pt x="3005148" y="4322330"/>
                  <a:pt x="2685133" y="4317905"/>
                  <a:pt x="2667098" y="4329051"/>
                </a:cubicBezTo>
                <a:cubicBezTo>
                  <a:pt x="2661361" y="4332597"/>
                  <a:pt x="2604342" y="4332246"/>
                  <a:pt x="2540390" y="4328272"/>
                </a:cubicBezTo>
                <a:cubicBezTo>
                  <a:pt x="2465912" y="4323644"/>
                  <a:pt x="2432672" y="4318557"/>
                  <a:pt x="2447925" y="4314122"/>
                </a:cubicBezTo>
                <a:cubicBezTo>
                  <a:pt x="2465688" y="4308957"/>
                  <a:pt x="2458429" y="4306787"/>
                  <a:pt x="2419350" y="4305579"/>
                </a:cubicBezTo>
                <a:cubicBezTo>
                  <a:pt x="2390536" y="4304689"/>
                  <a:pt x="2358390" y="4300246"/>
                  <a:pt x="2347912" y="4295706"/>
                </a:cubicBezTo>
                <a:cubicBezTo>
                  <a:pt x="2335656" y="4290395"/>
                  <a:pt x="2345847" y="4289413"/>
                  <a:pt x="2376487" y="4292954"/>
                </a:cubicBezTo>
                <a:cubicBezTo>
                  <a:pt x="2402681" y="4295981"/>
                  <a:pt x="2421423" y="4295523"/>
                  <a:pt x="2418137" y="4291935"/>
                </a:cubicBezTo>
                <a:cubicBezTo>
                  <a:pt x="2399803" y="4271919"/>
                  <a:pt x="2253139" y="4267548"/>
                  <a:pt x="2095500" y="4282320"/>
                </a:cubicBezTo>
                <a:cubicBezTo>
                  <a:pt x="2024776" y="4288947"/>
                  <a:pt x="1915477" y="4297571"/>
                  <a:pt x="1852612" y="4301486"/>
                </a:cubicBezTo>
                <a:cubicBezTo>
                  <a:pt x="1779167" y="4306059"/>
                  <a:pt x="1746823" y="4311077"/>
                  <a:pt x="1762125" y="4315527"/>
                </a:cubicBezTo>
                <a:cubicBezTo>
                  <a:pt x="1778100" y="4320172"/>
                  <a:pt x="1763994" y="4322811"/>
                  <a:pt x="1719262" y="4323546"/>
                </a:cubicBezTo>
                <a:cubicBezTo>
                  <a:pt x="1682591" y="4324148"/>
                  <a:pt x="1657536" y="4327790"/>
                  <a:pt x="1663585" y="4331639"/>
                </a:cubicBezTo>
                <a:cubicBezTo>
                  <a:pt x="1669634" y="4335488"/>
                  <a:pt x="1599827" y="4338637"/>
                  <a:pt x="1508459" y="4338637"/>
                </a:cubicBezTo>
                <a:cubicBezTo>
                  <a:pt x="1383171" y="4338637"/>
                  <a:pt x="1340469" y="4341655"/>
                  <a:pt x="1334746" y="4350912"/>
                </a:cubicBezTo>
                <a:cubicBezTo>
                  <a:pt x="1328863" y="4360427"/>
                  <a:pt x="1320908" y="4360805"/>
                  <a:pt x="1299372" y="4352591"/>
                </a:cubicBezTo>
                <a:cubicBezTo>
                  <a:pt x="1274464" y="4343092"/>
                  <a:pt x="1188645" y="4344173"/>
                  <a:pt x="985837" y="4356544"/>
                </a:cubicBezTo>
                <a:cubicBezTo>
                  <a:pt x="964882" y="4357822"/>
                  <a:pt x="887730" y="4355910"/>
                  <a:pt x="814387" y="4352296"/>
                </a:cubicBezTo>
                <a:close/>
                <a:moveTo>
                  <a:pt x="1400175" y="4352086"/>
                </a:moveTo>
                <a:cubicBezTo>
                  <a:pt x="1400175" y="4347308"/>
                  <a:pt x="1413748" y="4343400"/>
                  <a:pt x="1430337" y="4343400"/>
                </a:cubicBezTo>
                <a:cubicBezTo>
                  <a:pt x="1464878" y="4343400"/>
                  <a:pt x="1460468" y="4354154"/>
                  <a:pt x="1424299" y="4358124"/>
                </a:cubicBezTo>
                <a:cubicBezTo>
                  <a:pt x="1411030" y="4359580"/>
                  <a:pt x="1400175" y="4356863"/>
                  <a:pt x="1400175" y="4352086"/>
                </a:cubicBezTo>
                <a:close/>
                <a:moveTo>
                  <a:pt x="1735931" y="4355884"/>
                </a:moveTo>
                <a:cubicBezTo>
                  <a:pt x="1745099" y="4353488"/>
                  <a:pt x="1760100" y="4353488"/>
                  <a:pt x="1769268" y="4355884"/>
                </a:cubicBezTo>
                <a:cubicBezTo>
                  <a:pt x="1778436" y="4358279"/>
                  <a:pt x="1770935" y="4360240"/>
                  <a:pt x="1752600" y="4360240"/>
                </a:cubicBezTo>
                <a:cubicBezTo>
                  <a:pt x="1734264" y="4360240"/>
                  <a:pt x="1726763" y="4358279"/>
                  <a:pt x="1735931" y="4355884"/>
                </a:cubicBezTo>
                <a:close/>
                <a:moveTo>
                  <a:pt x="1814512" y="4344237"/>
                </a:moveTo>
                <a:lnTo>
                  <a:pt x="1785937" y="4337803"/>
                </a:lnTo>
                <a:lnTo>
                  <a:pt x="1814512" y="4329893"/>
                </a:lnTo>
                <a:cubicBezTo>
                  <a:pt x="1857606" y="4317963"/>
                  <a:pt x="2079278" y="4314000"/>
                  <a:pt x="2043112" y="4325805"/>
                </a:cubicBezTo>
                <a:cubicBezTo>
                  <a:pt x="2027396" y="4330936"/>
                  <a:pt x="1990963" y="4335075"/>
                  <a:pt x="1962150" y="4335004"/>
                </a:cubicBezTo>
                <a:cubicBezTo>
                  <a:pt x="1924067" y="4334911"/>
                  <a:pt x="1914964" y="4337157"/>
                  <a:pt x="1928812" y="4343231"/>
                </a:cubicBezTo>
                <a:cubicBezTo>
                  <a:pt x="1945647" y="4350614"/>
                  <a:pt x="1944751" y="4351663"/>
                  <a:pt x="1921106" y="4352255"/>
                </a:cubicBezTo>
                <a:cubicBezTo>
                  <a:pt x="1902348" y="4352724"/>
                  <a:pt x="1896360" y="4349365"/>
                  <a:pt x="1901072" y="4341018"/>
                </a:cubicBezTo>
                <a:cubicBezTo>
                  <a:pt x="1906450" y="4331493"/>
                  <a:pt x="1905229" y="4331493"/>
                  <a:pt x="1894967" y="4341018"/>
                </a:cubicBezTo>
                <a:cubicBezTo>
                  <a:pt x="1881274" y="4353728"/>
                  <a:pt x="1860378" y="4354564"/>
                  <a:pt x="1814512" y="4344237"/>
                </a:cubicBezTo>
                <a:close/>
                <a:moveTo>
                  <a:pt x="4498468" y="4317389"/>
                </a:moveTo>
                <a:cubicBezTo>
                  <a:pt x="4476362" y="4315392"/>
                  <a:pt x="4437785" y="4315368"/>
                  <a:pt x="4412743" y="4317337"/>
                </a:cubicBezTo>
                <a:cubicBezTo>
                  <a:pt x="4387701" y="4319305"/>
                  <a:pt x="4405788" y="4320940"/>
                  <a:pt x="4452937" y="4320969"/>
                </a:cubicBezTo>
                <a:cubicBezTo>
                  <a:pt x="4500086" y="4320998"/>
                  <a:pt x="4520575" y="4319387"/>
                  <a:pt x="4498468" y="4317389"/>
                </a:cubicBezTo>
                <a:close/>
                <a:moveTo>
                  <a:pt x="4441212" y="4079624"/>
                </a:moveTo>
                <a:cubicBezTo>
                  <a:pt x="4450480" y="4077209"/>
                  <a:pt x="4463338" y="4077368"/>
                  <a:pt x="4469787" y="4079977"/>
                </a:cubicBezTo>
                <a:cubicBezTo>
                  <a:pt x="4476236" y="4082586"/>
                  <a:pt x="4468653" y="4084562"/>
                  <a:pt x="4452937" y="4084368"/>
                </a:cubicBezTo>
                <a:cubicBezTo>
                  <a:pt x="4437221" y="4084173"/>
                  <a:pt x="4431945" y="4082039"/>
                  <a:pt x="4441212" y="4079624"/>
                </a:cubicBezTo>
                <a:close/>
                <a:moveTo>
                  <a:pt x="802662" y="4060927"/>
                </a:moveTo>
                <a:cubicBezTo>
                  <a:pt x="796213" y="4058318"/>
                  <a:pt x="783355" y="4058159"/>
                  <a:pt x="774087" y="4060574"/>
                </a:cubicBezTo>
                <a:cubicBezTo>
                  <a:pt x="764820" y="4062989"/>
                  <a:pt x="770096" y="4065123"/>
                  <a:pt x="785812" y="4065318"/>
                </a:cubicBezTo>
                <a:cubicBezTo>
                  <a:pt x="801528" y="4065512"/>
                  <a:pt x="809111" y="4063536"/>
                  <a:pt x="802662" y="4060927"/>
                </a:cubicBezTo>
                <a:close/>
                <a:moveTo>
                  <a:pt x="3798204" y="4051105"/>
                </a:moveTo>
                <a:cubicBezTo>
                  <a:pt x="3789098" y="4048721"/>
                  <a:pt x="3771953" y="4048635"/>
                  <a:pt x="3760104" y="4050913"/>
                </a:cubicBezTo>
                <a:cubicBezTo>
                  <a:pt x="3748256" y="4053191"/>
                  <a:pt x="3755707" y="4055142"/>
                  <a:pt x="3776662" y="4055247"/>
                </a:cubicBezTo>
                <a:cubicBezTo>
                  <a:pt x="3797617" y="4055353"/>
                  <a:pt x="3807311" y="4053489"/>
                  <a:pt x="3798204" y="4051105"/>
                </a:cubicBezTo>
                <a:close/>
                <a:moveTo>
                  <a:pt x="5086350" y="4044404"/>
                </a:moveTo>
                <a:cubicBezTo>
                  <a:pt x="5086350" y="4042358"/>
                  <a:pt x="5101351" y="4038932"/>
                  <a:pt x="5119687" y="4036792"/>
                </a:cubicBezTo>
                <a:cubicBezTo>
                  <a:pt x="5138023" y="4034651"/>
                  <a:pt x="5153025" y="4036325"/>
                  <a:pt x="5153025" y="4040512"/>
                </a:cubicBezTo>
                <a:cubicBezTo>
                  <a:pt x="5153025" y="4044699"/>
                  <a:pt x="5138023" y="4048125"/>
                  <a:pt x="5119687" y="4048125"/>
                </a:cubicBezTo>
                <a:cubicBezTo>
                  <a:pt x="5101351" y="4048125"/>
                  <a:pt x="5086350" y="4046450"/>
                  <a:pt x="5086350" y="4044404"/>
                </a:cubicBezTo>
                <a:close/>
                <a:moveTo>
                  <a:pt x="2355056" y="4031877"/>
                </a:moveTo>
                <a:cubicBezTo>
                  <a:pt x="2343269" y="4029607"/>
                  <a:pt x="2323980" y="4029607"/>
                  <a:pt x="2312193" y="4031877"/>
                </a:cubicBezTo>
                <a:cubicBezTo>
                  <a:pt x="2300406" y="4034148"/>
                  <a:pt x="2310050" y="4036005"/>
                  <a:pt x="2333625" y="4036005"/>
                </a:cubicBezTo>
                <a:cubicBezTo>
                  <a:pt x="2357199" y="4036005"/>
                  <a:pt x="2366843" y="4034148"/>
                  <a:pt x="2355056" y="4031877"/>
                </a:cubicBezTo>
                <a:close/>
                <a:moveTo>
                  <a:pt x="4224337" y="3862885"/>
                </a:moveTo>
                <a:cubicBezTo>
                  <a:pt x="3982834" y="3835338"/>
                  <a:pt x="3886957" y="3826906"/>
                  <a:pt x="3771900" y="3823095"/>
                </a:cubicBezTo>
                <a:cubicBezTo>
                  <a:pt x="3706415" y="3820926"/>
                  <a:pt x="3588543" y="3814340"/>
                  <a:pt x="3509962" y="3808460"/>
                </a:cubicBezTo>
                <a:cubicBezTo>
                  <a:pt x="3431381" y="3802581"/>
                  <a:pt x="3349942" y="3797307"/>
                  <a:pt x="3328987" y="3796741"/>
                </a:cubicBezTo>
                <a:cubicBezTo>
                  <a:pt x="3308032" y="3796175"/>
                  <a:pt x="3287738" y="3791426"/>
                  <a:pt x="3283889" y="3786187"/>
                </a:cubicBezTo>
                <a:cubicBezTo>
                  <a:pt x="3279555" y="3780288"/>
                  <a:pt x="3276836" y="3781195"/>
                  <a:pt x="3276745" y="3788568"/>
                </a:cubicBezTo>
                <a:cubicBezTo>
                  <a:pt x="3276665" y="3795117"/>
                  <a:pt x="3272060" y="3800475"/>
                  <a:pt x="3266512" y="3800475"/>
                </a:cubicBezTo>
                <a:cubicBezTo>
                  <a:pt x="3260964" y="3800475"/>
                  <a:pt x="3259074" y="3796188"/>
                  <a:pt x="3262312" y="3790950"/>
                </a:cubicBezTo>
                <a:cubicBezTo>
                  <a:pt x="3269822" y="3778799"/>
                  <a:pt x="3248135" y="3778951"/>
                  <a:pt x="3156521" y="3791694"/>
                </a:cubicBezTo>
                <a:cubicBezTo>
                  <a:pt x="3115913" y="3797342"/>
                  <a:pt x="3050237" y="3802853"/>
                  <a:pt x="3010575" y="3803940"/>
                </a:cubicBezTo>
                <a:cubicBezTo>
                  <a:pt x="2970913" y="3805028"/>
                  <a:pt x="2907422" y="3811447"/>
                  <a:pt x="2869485" y="3818205"/>
                </a:cubicBezTo>
                <a:cubicBezTo>
                  <a:pt x="2789161" y="3832513"/>
                  <a:pt x="2575880" y="3828465"/>
                  <a:pt x="2466975" y="3810564"/>
                </a:cubicBezTo>
                <a:cubicBezTo>
                  <a:pt x="2390165" y="3797939"/>
                  <a:pt x="2185724" y="3801423"/>
                  <a:pt x="2009775" y="3818355"/>
                </a:cubicBezTo>
                <a:cubicBezTo>
                  <a:pt x="1954768" y="3823648"/>
                  <a:pt x="1808821" y="3828220"/>
                  <a:pt x="1685448" y="3828514"/>
                </a:cubicBezTo>
                <a:cubicBezTo>
                  <a:pt x="1522567" y="3828903"/>
                  <a:pt x="1457960" y="3832224"/>
                  <a:pt x="1449543" y="3840641"/>
                </a:cubicBezTo>
                <a:cubicBezTo>
                  <a:pt x="1441158" y="3849026"/>
                  <a:pt x="1361638" y="3853292"/>
                  <a:pt x="1162051" y="3856063"/>
                </a:cubicBezTo>
                <a:cubicBezTo>
                  <a:pt x="867651" y="3860150"/>
                  <a:pt x="742949" y="3853933"/>
                  <a:pt x="742949" y="3835169"/>
                </a:cubicBezTo>
                <a:cubicBezTo>
                  <a:pt x="742949" y="3828951"/>
                  <a:pt x="774204" y="3759990"/>
                  <a:pt x="812404" y="3681921"/>
                </a:cubicBezTo>
                <a:lnTo>
                  <a:pt x="881859" y="3539978"/>
                </a:lnTo>
                <a:lnTo>
                  <a:pt x="1133873" y="3536506"/>
                </a:lnTo>
                <a:cubicBezTo>
                  <a:pt x="1272481" y="3534597"/>
                  <a:pt x="1399528" y="3529341"/>
                  <a:pt x="1416201" y="3524825"/>
                </a:cubicBezTo>
                <a:cubicBezTo>
                  <a:pt x="1432874" y="3520309"/>
                  <a:pt x="1448652" y="3518752"/>
                  <a:pt x="1451264" y="3521364"/>
                </a:cubicBezTo>
                <a:cubicBezTo>
                  <a:pt x="1453876" y="3523976"/>
                  <a:pt x="1485240" y="3527183"/>
                  <a:pt x="1520963" y="3528491"/>
                </a:cubicBezTo>
                <a:cubicBezTo>
                  <a:pt x="1613994" y="3531898"/>
                  <a:pt x="1704974" y="3544583"/>
                  <a:pt x="1704974" y="3554147"/>
                </a:cubicBezTo>
                <a:cubicBezTo>
                  <a:pt x="1704975" y="3565727"/>
                  <a:pt x="1750327" y="3564404"/>
                  <a:pt x="1754225" y="3552710"/>
                </a:cubicBezTo>
                <a:cubicBezTo>
                  <a:pt x="1758464" y="3539995"/>
                  <a:pt x="1843567" y="3537739"/>
                  <a:pt x="1937929" y="3547840"/>
                </a:cubicBezTo>
                <a:cubicBezTo>
                  <a:pt x="1990797" y="3553499"/>
                  <a:pt x="2008082" y="3558254"/>
                  <a:pt x="1995079" y="3563560"/>
                </a:cubicBezTo>
                <a:cubicBezTo>
                  <a:pt x="1984645" y="3567818"/>
                  <a:pt x="2027289" y="3570275"/>
                  <a:pt x="2091931" y="3569140"/>
                </a:cubicBezTo>
                <a:cubicBezTo>
                  <a:pt x="2174315" y="3567693"/>
                  <a:pt x="2210604" y="3570525"/>
                  <a:pt x="2218513" y="3579018"/>
                </a:cubicBezTo>
                <a:cubicBezTo>
                  <a:pt x="2225801" y="3586844"/>
                  <a:pt x="2256401" y="3590599"/>
                  <a:pt x="2307806" y="3589975"/>
                </a:cubicBezTo>
                <a:cubicBezTo>
                  <a:pt x="2361564" y="3589322"/>
                  <a:pt x="2378568" y="3586642"/>
                  <a:pt x="2362200" y="3581400"/>
                </a:cubicBezTo>
                <a:cubicBezTo>
                  <a:pt x="2338222" y="3573721"/>
                  <a:pt x="2379750" y="3571149"/>
                  <a:pt x="2605087" y="3566356"/>
                </a:cubicBezTo>
                <a:cubicBezTo>
                  <a:pt x="2657475" y="3565242"/>
                  <a:pt x="2743974" y="3563339"/>
                  <a:pt x="2797309" y="3562127"/>
                </a:cubicBezTo>
                <a:cubicBezTo>
                  <a:pt x="2850643" y="3560914"/>
                  <a:pt x="2932082" y="3553507"/>
                  <a:pt x="2978284" y="3545665"/>
                </a:cubicBezTo>
                <a:cubicBezTo>
                  <a:pt x="3061697" y="3531508"/>
                  <a:pt x="3175281" y="3529379"/>
                  <a:pt x="3652516" y="3533027"/>
                </a:cubicBezTo>
                <a:cubicBezTo>
                  <a:pt x="3762353" y="3533867"/>
                  <a:pt x="3854567" y="3538353"/>
                  <a:pt x="3857437" y="3542995"/>
                </a:cubicBezTo>
                <a:cubicBezTo>
                  <a:pt x="3865434" y="3555936"/>
                  <a:pt x="3980777" y="3561532"/>
                  <a:pt x="4260056" y="3562530"/>
                </a:cubicBezTo>
                <a:cubicBezTo>
                  <a:pt x="4400192" y="3563031"/>
                  <a:pt x="4514850" y="3566929"/>
                  <a:pt x="4514850" y="3571191"/>
                </a:cubicBezTo>
                <a:cubicBezTo>
                  <a:pt x="4514850" y="3575453"/>
                  <a:pt x="4533556" y="3575445"/>
                  <a:pt x="4556419" y="3571174"/>
                </a:cubicBezTo>
                <a:cubicBezTo>
                  <a:pt x="4579283" y="3566903"/>
                  <a:pt x="4630742" y="3563408"/>
                  <a:pt x="4670773" y="3563408"/>
                </a:cubicBezTo>
                <a:cubicBezTo>
                  <a:pt x="4710804" y="3563408"/>
                  <a:pt x="4746747" y="3561476"/>
                  <a:pt x="4750647" y="3559116"/>
                </a:cubicBezTo>
                <a:cubicBezTo>
                  <a:pt x="4754546" y="3556755"/>
                  <a:pt x="4763184" y="3560718"/>
                  <a:pt x="4769841" y="3567921"/>
                </a:cubicBezTo>
                <a:cubicBezTo>
                  <a:pt x="4780049" y="3578968"/>
                  <a:pt x="4769235" y="3580675"/>
                  <a:pt x="4700771" y="3578828"/>
                </a:cubicBezTo>
                <a:cubicBezTo>
                  <a:pt x="4656126" y="3577623"/>
                  <a:pt x="4619604" y="3578991"/>
                  <a:pt x="4619611" y="3581868"/>
                </a:cubicBezTo>
                <a:cubicBezTo>
                  <a:pt x="4619618" y="3584745"/>
                  <a:pt x="4603551" y="3585957"/>
                  <a:pt x="4583906" y="3584562"/>
                </a:cubicBezTo>
                <a:cubicBezTo>
                  <a:pt x="4550755" y="3582207"/>
                  <a:pt x="4550242" y="3582544"/>
                  <a:pt x="4576762" y="3589241"/>
                </a:cubicBezTo>
                <a:cubicBezTo>
                  <a:pt x="4592478" y="3593210"/>
                  <a:pt x="4626768" y="3595867"/>
                  <a:pt x="4652962" y="3595145"/>
                </a:cubicBezTo>
                <a:cubicBezTo>
                  <a:pt x="4819736" y="3590547"/>
                  <a:pt x="4833459" y="3589380"/>
                  <a:pt x="4814887" y="3581367"/>
                </a:cubicBezTo>
                <a:cubicBezTo>
                  <a:pt x="4803446" y="3576431"/>
                  <a:pt x="4830076" y="3575283"/>
                  <a:pt x="4881562" y="3578494"/>
                </a:cubicBezTo>
                <a:cubicBezTo>
                  <a:pt x="4940276" y="3582155"/>
                  <a:pt x="5000301" y="3578639"/>
                  <a:pt x="5072062" y="3567335"/>
                </a:cubicBezTo>
                <a:cubicBezTo>
                  <a:pt x="5129688" y="3558258"/>
                  <a:pt x="5206841" y="3549373"/>
                  <a:pt x="5243512" y="3547591"/>
                </a:cubicBezTo>
                <a:cubicBezTo>
                  <a:pt x="5280183" y="3545809"/>
                  <a:pt x="5310187" y="3543556"/>
                  <a:pt x="5310187" y="3542584"/>
                </a:cubicBezTo>
                <a:cubicBezTo>
                  <a:pt x="5310187" y="3541611"/>
                  <a:pt x="5329475" y="3540032"/>
                  <a:pt x="5353050" y="3539074"/>
                </a:cubicBezTo>
                <a:cubicBezTo>
                  <a:pt x="5376624" y="3538116"/>
                  <a:pt x="5406093" y="3533929"/>
                  <a:pt x="5418536" y="3529770"/>
                </a:cubicBezTo>
                <a:cubicBezTo>
                  <a:pt x="5434213" y="3524530"/>
                  <a:pt x="5439159" y="3525447"/>
                  <a:pt x="5434643" y="3532754"/>
                </a:cubicBezTo>
                <a:cubicBezTo>
                  <a:pt x="5430942" y="3538742"/>
                  <a:pt x="5434543" y="3543300"/>
                  <a:pt x="5442975" y="3543300"/>
                </a:cubicBezTo>
                <a:cubicBezTo>
                  <a:pt x="5451142" y="3543300"/>
                  <a:pt x="5457890" y="3537942"/>
                  <a:pt x="5457970" y="3531393"/>
                </a:cubicBezTo>
                <a:cubicBezTo>
                  <a:pt x="5458061" y="3524020"/>
                  <a:pt x="5460780" y="3523113"/>
                  <a:pt x="5465114" y="3529012"/>
                </a:cubicBezTo>
                <a:cubicBezTo>
                  <a:pt x="5468963" y="3534251"/>
                  <a:pt x="5484897" y="3538537"/>
                  <a:pt x="5500522" y="3538537"/>
                </a:cubicBezTo>
                <a:cubicBezTo>
                  <a:pt x="5527093" y="3538537"/>
                  <a:pt x="5532149" y="3545011"/>
                  <a:pt x="5578628" y="3638550"/>
                </a:cubicBezTo>
                <a:cubicBezTo>
                  <a:pt x="5605961" y="3693556"/>
                  <a:pt x="5628073" y="3742848"/>
                  <a:pt x="5627766" y="3748087"/>
                </a:cubicBezTo>
                <a:cubicBezTo>
                  <a:pt x="5626719" y="3765951"/>
                  <a:pt x="5640999" y="3800475"/>
                  <a:pt x="5649435" y="3800475"/>
                </a:cubicBezTo>
                <a:cubicBezTo>
                  <a:pt x="5654063" y="3800475"/>
                  <a:pt x="5657850" y="3804761"/>
                  <a:pt x="5657850" y="3810000"/>
                </a:cubicBezTo>
                <a:cubicBezTo>
                  <a:pt x="5657850" y="3815238"/>
                  <a:pt x="5634022" y="3819525"/>
                  <a:pt x="5604900" y="3819525"/>
                </a:cubicBezTo>
                <a:cubicBezTo>
                  <a:pt x="5567104" y="3819525"/>
                  <a:pt x="5553908" y="3816357"/>
                  <a:pt x="5558791" y="3808456"/>
                </a:cubicBezTo>
                <a:cubicBezTo>
                  <a:pt x="5563933" y="3800135"/>
                  <a:pt x="5530386" y="3798914"/>
                  <a:pt x="5423622" y="3803537"/>
                </a:cubicBezTo>
                <a:cubicBezTo>
                  <a:pt x="5250095" y="3811051"/>
                  <a:pt x="5180291" y="3819226"/>
                  <a:pt x="5187672" y="3831170"/>
                </a:cubicBezTo>
                <a:cubicBezTo>
                  <a:pt x="5190867" y="3836339"/>
                  <a:pt x="5179534" y="3839301"/>
                  <a:pt x="5161238" y="3838078"/>
                </a:cubicBezTo>
                <a:cubicBezTo>
                  <a:pt x="5143624" y="3836900"/>
                  <a:pt x="5122783" y="3838304"/>
                  <a:pt x="5114925" y="3841197"/>
                </a:cubicBezTo>
                <a:cubicBezTo>
                  <a:pt x="5043713" y="3867416"/>
                  <a:pt x="4401233" y="3883062"/>
                  <a:pt x="4224337" y="3862885"/>
                </a:cubicBezTo>
                <a:close/>
                <a:moveTo>
                  <a:pt x="5150643" y="3803177"/>
                </a:moveTo>
                <a:cubicBezTo>
                  <a:pt x="5136237" y="3800995"/>
                  <a:pt x="5112662" y="3800995"/>
                  <a:pt x="5098256" y="3803177"/>
                </a:cubicBezTo>
                <a:cubicBezTo>
                  <a:pt x="5083849" y="3805360"/>
                  <a:pt x="5095636" y="3807145"/>
                  <a:pt x="5124450" y="3807145"/>
                </a:cubicBezTo>
                <a:cubicBezTo>
                  <a:pt x="5153263" y="3807145"/>
                  <a:pt x="5165050" y="3805360"/>
                  <a:pt x="5150643" y="3803177"/>
                </a:cubicBezTo>
                <a:close/>
                <a:moveTo>
                  <a:pt x="5314950" y="3790950"/>
                </a:moveTo>
                <a:cubicBezTo>
                  <a:pt x="5332500" y="3779608"/>
                  <a:pt x="5295613" y="3779429"/>
                  <a:pt x="5224462" y="3790511"/>
                </a:cubicBezTo>
                <a:lnTo>
                  <a:pt x="5176837" y="3797929"/>
                </a:lnTo>
                <a:lnTo>
                  <a:pt x="5238750" y="3799056"/>
                </a:lnTo>
                <a:cubicBezTo>
                  <a:pt x="5272801" y="3799676"/>
                  <a:pt x="5307091" y="3796028"/>
                  <a:pt x="5314950" y="3790950"/>
                </a:cubicBezTo>
                <a:close/>
                <a:moveTo>
                  <a:pt x="5122179" y="3784405"/>
                </a:moveTo>
                <a:cubicBezTo>
                  <a:pt x="5113073" y="3782021"/>
                  <a:pt x="5095928" y="3781935"/>
                  <a:pt x="5084079" y="3784213"/>
                </a:cubicBezTo>
                <a:cubicBezTo>
                  <a:pt x="5072231" y="3786491"/>
                  <a:pt x="5079682" y="3788442"/>
                  <a:pt x="5100637" y="3788547"/>
                </a:cubicBezTo>
                <a:cubicBezTo>
                  <a:pt x="5121592" y="3788653"/>
                  <a:pt x="5131286" y="3786789"/>
                  <a:pt x="5122179" y="3784405"/>
                </a:cubicBezTo>
                <a:close/>
                <a:moveTo>
                  <a:pt x="5550945" y="3784026"/>
                </a:moveTo>
                <a:cubicBezTo>
                  <a:pt x="5531438" y="3781979"/>
                  <a:pt x="5497148" y="3781951"/>
                  <a:pt x="5474745" y="3783963"/>
                </a:cubicBezTo>
                <a:cubicBezTo>
                  <a:pt x="5452342" y="3785975"/>
                  <a:pt x="5468302" y="3787650"/>
                  <a:pt x="5510212" y="3787684"/>
                </a:cubicBezTo>
                <a:cubicBezTo>
                  <a:pt x="5552122" y="3787719"/>
                  <a:pt x="5570452" y="3786073"/>
                  <a:pt x="5550945" y="3784026"/>
                </a:cubicBezTo>
                <a:close/>
                <a:moveTo>
                  <a:pt x="5222262" y="3775177"/>
                </a:moveTo>
                <a:cubicBezTo>
                  <a:pt x="5215813" y="3772568"/>
                  <a:pt x="5202955" y="3772409"/>
                  <a:pt x="5193687" y="3774824"/>
                </a:cubicBezTo>
                <a:cubicBezTo>
                  <a:pt x="5184420" y="3777239"/>
                  <a:pt x="5189696" y="3779373"/>
                  <a:pt x="5205412" y="3779568"/>
                </a:cubicBezTo>
                <a:cubicBezTo>
                  <a:pt x="5221128" y="3779762"/>
                  <a:pt x="5228711" y="3777786"/>
                  <a:pt x="5222262" y="3775177"/>
                </a:cubicBezTo>
                <a:close/>
                <a:moveTo>
                  <a:pt x="4710112" y="3619500"/>
                </a:moveTo>
                <a:cubicBezTo>
                  <a:pt x="4682866" y="3607791"/>
                  <a:pt x="4607626" y="3607791"/>
                  <a:pt x="4614862" y="3619500"/>
                </a:cubicBezTo>
                <a:cubicBezTo>
                  <a:pt x="4618100" y="3624738"/>
                  <a:pt x="4645142" y="3628723"/>
                  <a:pt x="4674955" y="3628355"/>
                </a:cubicBezTo>
                <a:cubicBezTo>
                  <a:pt x="4714044" y="3627872"/>
                  <a:pt x="4723849" y="3625403"/>
                  <a:pt x="4710112" y="3619500"/>
                </a:cubicBezTo>
                <a:close/>
                <a:moveTo>
                  <a:pt x="4784112" y="3622777"/>
                </a:moveTo>
                <a:cubicBezTo>
                  <a:pt x="4777663" y="3620168"/>
                  <a:pt x="4764805" y="3620009"/>
                  <a:pt x="4755537" y="3622424"/>
                </a:cubicBezTo>
                <a:cubicBezTo>
                  <a:pt x="4746270" y="3624839"/>
                  <a:pt x="4751546" y="3626973"/>
                  <a:pt x="4767262" y="3627168"/>
                </a:cubicBezTo>
                <a:cubicBezTo>
                  <a:pt x="4782978" y="3627362"/>
                  <a:pt x="4790561" y="3625386"/>
                  <a:pt x="4784112" y="3622777"/>
                </a:cubicBezTo>
                <a:close/>
                <a:moveTo>
                  <a:pt x="4893256" y="3603023"/>
                </a:moveTo>
                <a:cubicBezTo>
                  <a:pt x="4873494" y="3600961"/>
                  <a:pt x="4843490" y="3600996"/>
                  <a:pt x="4826581" y="3603100"/>
                </a:cubicBezTo>
                <a:cubicBezTo>
                  <a:pt x="4809672" y="3605204"/>
                  <a:pt x="4825841" y="3606891"/>
                  <a:pt x="4862512" y="3606849"/>
                </a:cubicBezTo>
                <a:cubicBezTo>
                  <a:pt x="4899183" y="3606807"/>
                  <a:pt x="4913018" y="3605085"/>
                  <a:pt x="4893256" y="3603023"/>
                </a:cubicBezTo>
                <a:close/>
                <a:moveTo>
                  <a:pt x="4988718" y="3593884"/>
                </a:moveTo>
                <a:cubicBezTo>
                  <a:pt x="4979550" y="3591488"/>
                  <a:pt x="4964549" y="3591488"/>
                  <a:pt x="4955381" y="3593884"/>
                </a:cubicBezTo>
                <a:cubicBezTo>
                  <a:pt x="4946213" y="3596279"/>
                  <a:pt x="4953714" y="3598240"/>
                  <a:pt x="4972050" y="3598240"/>
                </a:cubicBezTo>
                <a:cubicBezTo>
                  <a:pt x="4990385" y="3598240"/>
                  <a:pt x="4997886" y="3596279"/>
                  <a:pt x="4988718" y="3593884"/>
                </a:cubicBezTo>
                <a:close/>
                <a:moveTo>
                  <a:pt x="2193312" y="3584677"/>
                </a:moveTo>
                <a:cubicBezTo>
                  <a:pt x="2186863" y="3582068"/>
                  <a:pt x="2174005" y="3581909"/>
                  <a:pt x="2164737" y="3584324"/>
                </a:cubicBezTo>
                <a:cubicBezTo>
                  <a:pt x="2155470" y="3586739"/>
                  <a:pt x="2160746" y="3588873"/>
                  <a:pt x="2176462" y="3589068"/>
                </a:cubicBezTo>
                <a:cubicBezTo>
                  <a:pt x="2192178" y="3589262"/>
                  <a:pt x="2199761" y="3587286"/>
                  <a:pt x="2193312" y="3584677"/>
                </a:cubicBezTo>
                <a:close/>
                <a:moveTo>
                  <a:pt x="3940968" y="3574834"/>
                </a:moveTo>
                <a:cubicBezTo>
                  <a:pt x="3931800" y="3572438"/>
                  <a:pt x="3916799" y="3572438"/>
                  <a:pt x="3907631" y="3574834"/>
                </a:cubicBezTo>
                <a:cubicBezTo>
                  <a:pt x="3898463" y="3577229"/>
                  <a:pt x="3905964" y="3579190"/>
                  <a:pt x="3924300" y="3579190"/>
                </a:cubicBezTo>
                <a:cubicBezTo>
                  <a:pt x="3942635" y="3579190"/>
                  <a:pt x="3950136" y="3577229"/>
                  <a:pt x="3940968" y="3574834"/>
                </a:cubicBezTo>
                <a:close/>
                <a:moveTo>
                  <a:pt x="4972050" y="3562531"/>
                </a:moveTo>
                <a:cubicBezTo>
                  <a:pt x="4972050" y="3557192"/>
                  <a:pt x="4985623" y="3552825"/>
                  <a:pt x="5002212" y="3552825"/>
                </a:cubicBezTo>
                <a:cubicBezTo>
                  <a:pt x="5036895" y="3552825"/>
                  <a:pt x="5035638" y="3556982"/>
                  <a:pt x="4998243" y="3565954"/>
                </a:cubicBezTo>
                <a:cubicBezTo>
                  <a:pt x="4982693" y="3569684"/>
                  <a:pt x="4972050" y="3568293"/>
                  <a:pt x="4972050" y="3562531"/>
                </a:cubicBezTo>
                <a:close/>
                <a:moveTo>
                  <a:pt x="2407614" y="3555446"/>
                </a:moveTo>
                <a:cubicBezTo>
                  <a:pt x="2424734" y="3553327"/>
                  <a:pt x="2450451" y="3553370"/>
                  <a:pt x="2464764" y="3555544"/>
                </a:cubicBezTo>
                <a:cubicBezTo>
                  <a:pt x="2479077" y="3557717"/>
                  <a:pt x="2465070" y="3559451"/>
                  <a:pt x="2433637" y="3559398"/>
                </a:cubicBezTo>
                <a:cubicBezTo>
                  <a:pt x="2402205" y="3559345"/>
                  <a:pt x="2390494" y="3557566"/>
                  <a:pt x="2407614" y="3555446"/>
                </a:cubicBezTo>
                <a:close/>
                <a:moveTo>
                  <a:pt x="2111956" y="3545950"/>
                </a:moveTo>
                <a:cubicBezTo>
                  <a:pt x="2128865" y="3543846"/>
                  <a:pt x="2158869" y="3543811"/>
                  <a:pt x="2178631" y="3545873"/>
                </a:cubicBezTo>
                <a:cubicBezTo>
                  <a:pt x="2198393" y="3547935"/>
                  <a:pt x="2184558" y="3549657"/>
                  <a:pt x="2147887" y="3549699"/>
                </a:cubicBezTo>
                <a:cubicBezTo>
                  <a:pt x="2111216" y="3549741"/>
                  <a:pt x="2095047" y="3548054"/>
                  <a:pt x="2111956" y="3545950"/>
                </a:cubicBezTo>
                <a:close/>
                <a:moveTo>
                  <a:pt x="2257425" y="3538537"/>
                </a:moveTo>
                <a:cubicBezTo>
                  <a:pt x="2263946" y="3530679"/>
                  <a:pt x="2273350" y="3524250"/>
                  <a:pt x="2278321" y="3524250"/>
                </a:cubicBezTo>
                <a:cubicBezTo>
                  <a:pt x="2283293" y="3524250"/>
                  <a:pt x="2280931" y="3530679"/>
                  <a:pt x="2273073" y="3538537"/>
                </a:cubicBezTo>
                <a:cubicBezTo>
                  <a:pt x="2265215" y="3546395"/>
                  <a:pt x="2255811" y="3552825"/>
                  <a:pt x="2252176" y="3552825"/>
                </a:cubicBezTo>
                <a:cubicBezTo>
                  <a:pt x="2248541" y="3552825"/>
                  <a:pt x="2250903" y="3546395"/>
                  <a:pt x="2257425" y="3538537"/>
                </a:cubicBezTo>
                <a:close/>
                <a:moveTo>
                  <a:pt x="1181100" y="3514725"/>
                </a:moveTo>
                <a:cubicBezTo>
                  <a:pt x="1159981" y="3507961"/>
                  <a:pt x="1161392" y="3506991"/>
                  <a:pt x="1193568" y="3506149"/>
                </a:cubicBezTo>
                <a:cubicBezTo>
                  <a:pt x="1215536" y="3505574"/>
                  <a:pt x="1227526" y="3508957"/>
                  <a:pt x="1223962" y="3514725"/>
                </a:cubicBezTo>
                <a:cubicBezTo>
                  <a:pt x="1217343" y="3525434"/>
                  <a:pt x="1214540" y="3525434"/>
                  <a:pt x="1181100" y="3514725"/>
                </a:cubicBezTo>
                <a:close/>
                <a:moveTo>
                  <a:pt x="1257300" y="3514725"/>
                </a:moveTo>
                <a:cubicBezTo>
                  <a:pt x="1236181" y="3507961"/>
                  <a:pt x="1237592" y="3506991"/>
                  <a:pt x="1269768" y="3506149"/>
                </a:cubicBezTo>
                <a:cubicBezTo>
                  <a:pt x="1291736" y="3505574"/>
                  <a:pt x="1303726" y="3508957"/>
                  <a:pt x="1300162" y="3514725"/>
                </a:cubicBezTo>
                <a:cubicBezTo>
                  <a:pt x="1293543" y="3525434"/>
                  <a:pt x="1290740" y="3525434"/>
                  <a:pt x="1257300" y="3514725"/>
                </a:cubicBezTo>
                <a:close/>
                <a:moveTo>
                  <a:pt x="1345587" y="3508124"/>
                </a:moveTo>
                <a:cubicBezTo>
                  <a:pt x="1354855" y="3505709"/>
                  <a:pt x="1367713" y="3505868"/>
                  <a:pt x="1374162" y="3508477"/>
                </a:cubicBezTo>
                <a:cubicBezTo>
                  <a:pt x="1380611" y="3511086"/>
                  <a:pt x="1373028" y="3513062"/>
                  <a:pt x="1357312" y="3512868"/>
                </a:cubicBezTo>
                <a:cubicBezTo>
                  <a:pt x="1341596" y="3512673"/>
                  <a:pt x="1336320" y="3510539"/>
                  <a:pt x="1345587" y="3508124"/>
                </a:cubicBezTo>
                <a:close/>
                <a:moveTo>
                  <a:pt x="964406" y="3498261"/>
                </a:moveTo>
                <a:cubicBezTo>
                  <a:pt x="984051" y="3496206"/>
                  <a:pt x="1016198" y="3496206"/>
                  <a:pt x="1035843" y="3498261"/>
                </a:cubicBezTo>
                <a:cubicBezTo>
                  <a:pt x="1055489" y="3500316"/>
                  <a:pt x="1039415" y="3501997"/>
                  <a:pt x="1000125" y="3501997"/>
                </a:cubicBezTo>
                <a:cubicBezTo>
                  <a:pt x="960834" y="3501997"/>
                  <a:pt x="944760" y="3500316"/>
                  <a:pt x="964406" y="3498261"/>
                </a:cubicBezTo>
                <a:close/>
                <a:moveTo>
                  <a:pt x="1008569" y="3345656"/>
                </a:moveTo>
                <a:cubicBezTo>
                  <a:pt x="1045847" y="3277480"/>
                  <a:pt x="1246754" y="3053136"/>
                  <a:pt x="1253804" y="3071812"/>
                </a:cubicBezTo>
                <a:cubicBezTo>
                  <a:pt x="1258373" y="3083916"/>
                  <a:pt x="1637726" y="3084773"/>
                  <a:pt x="1656440" y="3072722"/>
                </a:cubicBezTo>
                <a:cubicBezTo>
                  <a:pt x="1665680" y="3066771"/>
                  <a:pt x="1667716" y="3067508"/>
                  <a:pt x="1663022" y="3075103"/>
                </a:cubicBezTo>
                <a:cubicBezTo>
                  <a:pt x="1654871" y="3088291"/>
                  <a:pt x="1666257" y="3089210"/>
                  <a:pt x="1685673" y="3076931"/>
                </a:cubicBezTo>
                <a:cubicBezTo>
                  <a:pt x="1694920" y="3071084"/>
                  <a:pt x="1702097" y="3071919"/>
                  <a:pt x="1706708" y="3079379"/>
                </a:cubicBezTo>
                <a:cubicBezTo>
                  <a:pt x="1712075" y="3088064"/>
                  <a:pt x="1716463" y="3087946"/>
                  <a:pt x="1725533" y="3078876"/>
                </a:cubicBezTo>
                <a:cubicBezTo>
                  <a:pt x="1739415" y="3064994"/>
                  <a:pt x="1779937" y="3063547"/>
                  <a:pt x="1799973" y="3076218"/>
                </a:cubicBezTo>
                <a:cubicBezTo>
                  <a:pt x="1809211" y="3082059"/>
                  <a:pt x="1816785" y="3081195"/>
                  <a:pt x="1822130" y="3073690"/>
                </a:cubicBezTo>
                <a:cubicBezTo>
                  <a:pt x="1828414" y="3064865"/>
                  <a:pt x="1831320" y="3064913"/>
                  <a:pt x="1834983" y="3073900"/>
                </a:cubicBezTo>
                <a:cubicBezTo>
                  <a:pt x="1840237" y="3086790"/>
                  <a:pt x="2031544" y="3083059"/>
                  <a:pt x="2205037" y="3066685"/>
                </a:cubicBezTo>
                <a:cubicBezTo>
                  <a:pt x="2415935" y="3046780"/>
                  <a:pt x="2515875" y="3044197"/>
                  <a:pt x="2524879" y="3058419"/>
                </a:cubicBezTo>
                <a:cubicBezTo>
                  <a:pt x="2529542" y="3065785"/>
                  <a:pt x="2533423" y="3067103"/>
                  <a:pt x="2533504" y="3061348"/>
                </a:cubicBezTo>
                <a:cubicBezTo>
                  <a:pt x="2533607" y="3053942"/>
                  <a:pt x="2549659" y="3053452"/>
                  <a:pt x="2588418" y="3059670"/>
                </a:cubicBezTo>
                <a:cubicBezTo>
                  <a:pt x="2618541" y="3064502"/>
                  <a:pt x="2666761" y="3066151"/>
                  <a:pt x="2695575" y="3063333"/>
                </a:cubicBezTo>
                <a:cubicBezTo>
                  <a:pt x="2724388" y="3060516"/>
                  <a:pt x="2758678" y="3057991"/>
                  <a:pt x="2771775" y="3057722"/>
                </a:cubicBezTo>
                <a:cubicBezTo>
                  <a:pt x="2791250" y="3057322"/>
                  <a:pt x="2792985" y="3055389"/>
                  <a:pt x="2781300" y="3047108"/>
                </a:cubicBezTo>
                <a:cubicBezTo>
                  <a:pt x="2770419" y="3039397"/>
                  <a:pt x="2773826" y="3038348"/>
                  <a:pt x="2795587" y="3042706"/>
                </a:cubicBezTo>
                <a:cubicBezTo>
                  <a:pt x="2886950" y="3061002"/>
                  <a:pt x="3336136" y="3072770"/>
                  <a:pt x="3341687" y="3057012"/>
                </a:cubicBezTo>
                <a:cubicBezTo>
                  <a:pt x="3345725" y="3045550"/>
                  <a:pt x="3369236" y="3045227"/>
                  <a:pt x="3373437" y="3056577"/>
                </a:cubicBezTo>
                <a:cubicBezTo>
                  <a:pt x="3375183" y="3061294"/>
                  <a:pt x="3417331" y="3068136"/>
                  <a:pt x="3467100" y="3071781"/>
                </a:cubicBezTo>
                <a:cubicBezTo>
                  <a:pt x="3516868" y="3075426"/>
                  <a:pt x="3574732" y="3080834"/>
                  <a:pt x="3595687" y="3083799"/>
                </a:cubicBezTo>
                <a:cubicBezTo>
                  <a:pt x="3657894" y="3092599"/>
                  <a:pt x="4032526" y="3085506"/>
                  <a:pt x="4205287" y="3072256"/>
                </a:cubicBezTo>
                <a:cubicBezTo>
                  <a:pt x="4236720" y="3069845"/>
                  <a:pt x="4309586" y="3065287"/>
                  <a:pt x="4367212" y="3062126"/>
                </a:cubicBezTo>
                <a:cubicBezTo>
                  <a:pt x="4424838" y="3058965"/>
                  <a:pt x="4508420" y="3053447"/>
                  <a:pt x="4552950" y="3049864"/>
                </a:cubicBezTo>
                <a:cubicBezTo>
                  <a:pt x="4685988" y="3039159"/>
                  <a:pt x="4935897" y="3046443"/>
                  <a:pt x="4945503" y="3061305"/>
                </a:cubicBezTo>
                <a:cubicBezTo>
                  <a:pt x="4951527" y="3070627"/>
                  <a:pt x="4990381" y="3073132"/>
                  <a:pt x="5173734" y="3076023"/>
                </a:cubicBezTo>
                <a:cubicBezTo>
                  <a:pt x="5205045" y="3076516"/>
                  <a:pt x="5214373" y="3083347"/>
                  <a:pt x="5262289" y="3140868"/>
                </a:cubicBezTo>
                <a:cubicBezTo>
                  <a:pt x="5327906" y="3219640"/>
                  <a:pt x="5405682" y="3331917"/>
                  <a:pt x="5399153" y="3338446"/>
                </a:cubicBezTo>
                <a:cubicBezTo>
                  <a:pt x="5386693" y="3350906"/>
                  <a:pt x="4986620" y="3361154"/>
                  <a:pt x="4884606" y="3351626"/>
                </a:cubicBezTo>
                <a:cubicBezTo>
                  <a:pt x="4748775" y="3338939"/>
                  <a:pt x="4478170" y="3340347"/>
                  <a:pt x="4371975" y="3354293"/>
                </a:cubicBezTo>
                <a:cubicBezTo>
                  <a:pt x="4282565" y="3366035"/>
                  <a:pt x="3751377" y="3358455"/>
                  <a:pt x="3609975" y="3343420"/>
                </a:cubicBezTo>
                <a:cubicBezTo>
                  <a:pt x="3565445" y="3338685"/>
                  <a:pt x="3368278" y="3332289"/>
                  <a:pt x="3171825" y="3329206"/>
                </a:cubicBezTo>
                <a:cubicBezTo>
                  <a:pt x="2830766" y="3323853"/>
                  <a:pt x="2768994" y="3325959"/>
                  <a:pt x="2462212" y="3353393"/>
                </a:cubicBezTo>
                <a:cubicBezTo>
                  <a:pt x="2368666" y="3361759"/>
                  <a:pt x="2303450" y="3361800"/>
                  <a:pt x="2195512" y="3353560"/>
                </a:cubicBezTo>
                <a:cubicBezTo>
                  <a:pt x="1973790" y="3336636"/>
                  <a:pt x="1929652" y="3332450"/>
                  <a:pt x="1921807" y="3327601"/>
                </a:cubicBezTo>
                <a:cubicBezTo>
                  <a:pt x="1917802" y="3325126"/>
                  <a:pt x="1914525" y="3326568"/>
                  <a:pt x="1914525" y="3330806"/>
                </a:cubicBezTo>
                <a:cubicBezTo>
                  <a:pt x="1914526" y="3340035"/>
                  <a:pt x="1822618" y="3337403"/>
                  <a:pt x="1686651" y="3324281"/>
                </a:cubicBezTo>
                <a:cubicBezTo>
                  <a:pt x="1563970" y="3312442"/>
                  <a:pt x="1400175" y="3311786"/>
                  <a:pt x="1400175" y="3323134"/>
                </a:cubicBezTo>
                <a:cubicBezTo>
                  <a:pt x="1400175" y="3327773"/>
                  <a:pt x="1380886" y="3330125"/>
                  <a:pt x="1357312" y="3328361"/>
                </a:cubicBezTo>
                <a:cubicBezTo>
                  <a:pt x="1333738" y="3326596"/>
                  <a:pt x="1314450" y="3328602"/>
                  <a:pt x="1314450" y="3332818"/>
                </a:cubicBezTo>
                <a:cubicBezTo>
                  <a:pt x="1314450" y="3341392"/>
                  <a:pt x="1126303" y="3362325"/>
                  <a:pt x="1049237" y="3362325"/>
                </a:cubicBezTo>
                <a:cubicBezTo>
                  <a:pt x="1004703" y="3362325"/>
                  <a:pt x="1000415" y="3360567"/>
                  <a:pt x="1008569" y="3345656"/>
                </a:cubicBezTo>
                <a:close/>
                <a:moveTo>
                  <a:pt x="2564606" y="3117309"/>
                </a:moveTo>
                <a:cubicBezTo>
                  <a:pt x="2547580" y="3115196"/>
                  <a:pt x="2519719" y="3115196"/>
                  <a:pt x="2502693" y="3117309"/>
                </a:cubicBezTo>
                <a:cubicBezTo>
                  <a:pt x="2485667" y="3119422"/>
                  <a:pt x="2499598" y="3121151"/>
                  <a:pt x="2533650" y="3121151"/>
                </a:cubicBezTo>
                <a:cubicBezTo>
                  <a:pt x="2567701" y="3121151"/>
                  <a:pt x="2581632" y="3119422"/>
                  <a:pt x="2564606" y="3117309"/>
                </a:cubicBezTo>
                <a:close/>
                <a:moveTo>
                  <a:pt x="5046120" y="3088701"/>
                </a:moveTo>
                <a:cubicBezTo>
                  <a:pt x="5026613" y="3086654"/>
                  <a:pt x="4992323" y="3086626"/>
                  <a:pt x="4969920" y="3088638"/>
                </a:cubicBezTo>
                <a:cubicBezTo>
                  <a:pt x="4947517" y="3090650"/>
                  <a:pt x="4963477" y="3092325"/>
                  <a:pt x="5005387" y="3092359"/>
                </a:cubicBezTo>
                <a:cubicBezTo>
                  <a:pt x="5047297" y="3092394"/>
                  <a:pt x="5065627" y="3090748"/>
                  <a:pt x="5046120" y="3088701"/>
                </a:cubicBezTo>
                <a:close/>
                <a:moveTo>
                  <a:pt x="2707481" y="3079209"/>
                </a:moveTo>
                <a:cubicBezTo>
                  <a:pt x="2690455" y="3077096"/>
                  <a:pt x="2662594" y="3077096"/>
                  <a:pt x="2645568" y="3079209"/>
                </a:cubicBezTo>
                <a:cubicBezTo>
                  <a:pt x="2628542" y="3081322"/>
                  <a:pt x="2642473" y="3083051"/>
                  <a:pt x="2676525" y="3083051"/>
                </a:cubicBezTo>
                <a:cubicBezTo>
                  <a:pt x="2710576" y="3083051"/>
                  <a:pt x="2724507" y="3081322"/>
                  <a:pt x="2707481" y="3079209"/>
                </a:cubicBezTo>
                <a:close/>
                <a:moveTo>
                  <a:pt x="2988468" y="3069752"/>
                </a:moveTo>
                <a:cubicBezTo>
                  <a:pt x="2974062" y="3067570"/>
                  <a:pt x="2950487" y="3067570"/>
                  <a:pt x="2936081" y="3069752"/>
                </a:cubicBezTo>
                <a:cubicBezTo>
                  <a:pt x="2921674" y="3071935"/>
                  <a:pt x="2933461" y="3073720"/>
                  <a:pt x="2962275" y="3073720"/>
                </a:cubicBezTo>
                <a:cubicBezTo>
                  <a:pt x="2991088" y="3073720"/>
                  <a:pt x="3002875" y="3071935"/>
                  <a:pt x="2988468" y="3069752"/>
                </a:cubicBezTo>
                <a:close/>
                <a:moveTo>
                  <a:pt x="2076450" y="2876585"/>
                </a:moveTo>
                <a:cubicBezTo>
                  <a:pt x="2085944" y="2870472"/>
                  <a:pt x="2046003" y="2868002"/>
                  <a:pt x="1957387" y="2869223"/>
                </a:cubicBezTo>
                <a:cubicBezTo>
                  <a:pt x="1831150" y="2870961"/>
                  <a:pt x="1494127" y="2859203"/>
                  <a:pt x="1487640" y="2852835"/>
                </a:cubicBezTo>
                <a:cubicBezTo>
                  <a:pt x="1481479" y="2846786"/>
                  <a:pt x="1640089" y="2737879"/>
                  <a:pt x="1725841" y="2689278"/>
                </a:cubicBezTo>
                <a:cubicBezTo>
                  <a:pt x="1774610" y="2661638"/>
                  <a:pt x="1820495" y="2635488"/>
                  <a:pt x="1827807" y="2631168"/>
                </a:cubicBezTo>
                <a:cubicBezTo>
                  <a:pt x="1838276" y="2624983"/>
                  <a:pt x="1838788" y="2618988"/>
                  <a:pt x="1830215" y="2602969"/>
                </a:cubicBezTo>
                <a:cubicBezTo>
                  <a:pt x="1819540" y="2583022"/>
                  <a:pt x="1816223" y="2584116"/>
                  <a:pt x="1659807" y="2659144"/>
                </a:cubicBezTo>
                <a:cubicBezTo>
                  <a:pt x="1305035" y="2829319"/>
                  <a:pt x="1213977" y="2867025"/>
                  <a:pt x="1157787" y="2867025"/>
                </a:cubicBezTo>
                <a:cubicBezTo>
                  <a:pt x="1112071" y="2867025"/>
                  <a:pt x="809090" y="2832177"/>
                  <a:pt x="804260" y="2826363"/>
                </a:cubicBezTo>
                <a:cubicBezTo>
                  <a:pt x="793467" y="2813371"/>
                  <a:pt x="768402" y="2694028"/>
                  <a:pt x="764436" y="2636745"/>
                </a:cubicBezTo>
                <a:lnTo>
                  <a:pt x="759374" y="2563627"/>
                </a:lnTo>
                <a:lnTo>
                  <a:pt x="791643" y="2559688"/>
                </a:lnTo>
                <a:lnTo>
                  <a:pt x="823912" y="2555748"/>
                </a:lnTo>
                <a:lnTo>
                  <a:pt x="792956" y="2554224"/>
                </a:lnTo>
                <a:cubicBezTo>
                  <a:pt x="775930" y="2553385"/>
                  <a:pt x="762000" y="2547753"/>
                  <a:pt x="761999" y="2541707"/>
                </a:cubicBezTo>
                <a:cubicBezTo>
                  <a:pt x="761999" y="2529678"/>
                  <a:pt x="914289" y="2534518"/>
                  <a:pt x="1133475" y="2553514"/>
                </a:cubicBezTo>
                <a:cubicBezTo>
                  <a:pt x="1218281" y="2560863"/>
                  <a:pt x="1292274" y="2560917"/>
                  <a:pt x="1390650" y="2553700"/>
                </a:cubicBezTo>
                <a:cubicBezTo>
                  <a:pt x="1570121" y="2540534"/>
                  <a:pt x="1844265" y="2541928"/>
                  <a:pt x="2069306" y="2557152"/>
                </a:cubicBezTo>
                <a:cubicBezTo>
                  <a:pt x="2161785" y="2563408"/>
                  <a:pt x="2181250" y="2562438"/>
                  <a:pt x="2181370" y="2551567"/>
                </a:cubicBezTo>
                <a:cubicBezTo>
                  <a:pt x="2181486" y="2541134"/>
                  <a:pt x="2183427" y="2541368"/>
                  <a:pt x="2190750" y="2552700"/>
                </a:cubicBezTo>
                <a:cubicBezTo>
                  <a:pt x="2203848" y="2572968"/>
                  <a:pt x="2202430" y="2581504"/>
                  <a:pt x="2186950" y="2575564"/>
                </a:cubicBezTo>
                <a:cubicBezTo>
                  <a:pt x="2179622" y="2572752"/>
                  <a:pt x="2170797" y="2575029"/>
                  <a:pt x="2167338" y="2580625"/>
                </a:cubicBezTo>
                <a:cubicBezTo>
                  <a:pt x="2158936" y="2594220"/>
                  <a:pt x="2238297" y="2593957"/>
                  <a:pt x="2257425" y="2580327"/>
                </a:cubicBezTo>
                <a:cubicBezTo>
                  <a:pt x="2268306" y="2572572"/>
                  <a:pt x="2264333" y="2571415"/>
                  <a:pt x="2240756" y="2575472"/>
                </a:cubicBezTo>
                <a:cubicBezTo>
                  <a:pt x="2223355" y="2578466"/>
                  <a:pt x="2209800" y="2576731"/>
                  <a:pt x="2209800" y="2571511"/>
                </a:cubicBezTo>
                <a:cubicBezTo>
                  <a:pt x="2209800" y="2566404"/>
                  <a:pt x="2235770" y="2562225"/>
                  <a:pt x="2267512" y="2562225"/>
                </a:cubicBezTo>
                <a:cubicBezTo>
                  <a:pt x="2303561" y="2562225"/>
                  <a:pt x="2323014" y="2558649"/>
                  <a:pt x="2319337" y="2552700"/>
                </a:cubicBezTo>
                <a:cubicBezTo>
                  <a:pt x="2315828" y="2547022"/>
                  <a:pt x="2326181" y="2543558"/>
                  <a:pt x="2344969" y="2544124"/>
                </a:cubicBezTo>
                <a:cubicBezTo>
                  <a:pt x="2374978" y="2545028"/>
                  <a:pt x="2375347" y="2545465"/>
                  <a:pt x="2352675" y="2553254"/>
                </a:cubicBezTo>
                <a:cubicBezTo>
                  <a:pt x="2338375" y="2558167"/>
                  <a:pt x="2365011" y="2559019"/>
                  <a:pt x="2419350" y="2555385"/>
                </a:cubicBezTo>
                <a:cubicBezTo>
                  <a:pt x="2469118" y="2552058"/>
                  <a:pt x="2534614" y="2550264"/>
                  <a:pt x="2564897" y="2551400"/>
                </a:cubicBezTo>
                <a:cubicBezTo>
                  <a:pt x="2595180" y="2552535"/>
                  <a:pt x="2624617" y="2550584"/>
                  <a:pt x="2630312" y="2547064"/>
                </a:cubicBezTo>
                <a:cubicBezTo>
                  <a:pt x="2644779" y="2538123"/>
                  <a:pt x="2724166" y="2536847"/>
                  <a:pt x="2724157" y="2545556"/>
                </a:cubicBezTo>
                <a:cubicBezTo>
                  <a:pt x="2724153" y="2549485"/>
                  <a:pt x="2749614" y="2552700"/>
                  <a:pt x="2780737" y="2552700"/>
                </a:cubicBezTo>
                <a:cubicBezTo>
                  <a:pt x="2811861" y="2552700"/>
                  <a:pt x="2839981" y="2556997"/>
                  <a:pt x="2843228" y="2562250"/>
                </a:cubicBezTo>
                <a:cubicBezTo>
                  <a:pt x="2847172" y="2568632"/>
                  <a:pt x="2855068" y="2568623"/>
                  <a:pt x="2867025" y="2562225"/>
                </a:cubicBezTo>
                <a:cubicBezTo>
                  <a:pt x="2877703" y="2556509"/>
                  <a:pt x="2887096" y="2556171"/>
                  <a:pt x="2890318" y="2561385"/>
                </a:cubicBezTo>
                <a:cubicBezTo>
                  <a:pt x="2893288" y="2566191"/>
                  <a:pt x="2890334" y="2572196"/>
                  <a:pt x="2883753" y="2574730"/>
                </a:cubicBezTo>
                <a:cubicBezTo>
                  <a:pt x="2877172" y="2577264"/>
                  <a:pt x="2907986" y="2579508"/>
                  <a:pt x="2952230" y="2579717"/>
                </a:cubicBezTo>
                <a:cubicBezTo>
                  <a:pt x="3042814" y="2580145"/>
                  <a:pt x="3074781" y="2569922"/>
                  <a:pt x="3009900" y="2561274"/>
                </a:cubicBezTo>
                <a:lnTo>
                  <a:pt x="2967037" y="2555561"/>
                </a:lnTo>
                <a:lnTo>
                  <a:pt x="3019425" y="2553984"/>
                </a:lnTo>
                <a:cubicBezTo>
                  <a:pt x="3057134" y="2552849"/>
                  <a:pt x="3067809" y="2549821"/>
                  <a:pt x="3057525" y="2543175"/>
                </a:cubicBezTo>
                <a:cubicBezTo>
                  <a:pt x="3048940" y="2537627"/>
                  <a:pt x="3047765" y="2533883"/>
                  <a:pt x="3054581" y="2533795"/>
                </a:cubicBezTo>
                <a:cubicBezTo>
                  <a:pt x="3060820" y="2533715"/>
                  <a:pt x="3068703" y="2538144"/>
                  <a:pt x="3072098" y="2543637"/>
                </a:cubicBezTo>
                <a:cubicBezTo>
                  <a:pt x="3076318" y="2550465"/>
                  <a:pt x="3082523" y="2550096"/>
                  <a:pt x="3091710" y="2542471"/>
                </a:cubicBezTo>
                <a:cubicBezTo>
                  <a:pt x="3101372" y="2534452"/>
                  <a:pt x="3105150" y="2534322"/>
                  <a:pt x="3105150" y="2542008"/>
                </a:cubicBezTo>
                <a:cubicBezTo>
                  <a:pt x="3105150" y="2547888"/>
                  <a:pt x="3111579" y="2552700"/>
                  <a:pt x="3119437" y="2552700"/>
                </a:cubicBezTo>
                <a:cubicBezTo>
                  <a:pt x="3127295" y="2552700"/>
                  <a:pt x="3133725" y="2556986"/>
                  <a:pt x="3133725" y="2562225"/>
                </a:cubicBezTo>
                <a:cubicBezTo>
                  <a:pt x="3133725" y="2567463"/>
                  <a:pt x="3143369" y="2571411"/>
                  <a:pt x="3155156" y="2570998"/>
                </a:cubicBezTo>
                <a:cubicBezTo>
                  <a:pt x="3166943" y="2570584"/>
                  <a:pt x="3171229" y="2568084"/>
                  <a:pt x="3164681" y="2565441"/>
                </a:cubicBezTo>
                <a:cubicBezTo>
                  <a:pt x="3143329" y="2556826"/>
                  <a:pt x="3152148" y="2543171"/>
                  <a:pt x="3178968" y="2543320"/>
                </a:cubicBezTo>
                <a:cubicBezTo>
                  <a:pt x="3199380" y="2543434"/>
                  <a:pt x="3202008" y="2545504"/>
                  <a:pt x="3190875" y="2552700"/>
                </a:cubicBezTo>
                <a:cubicBezTo>
                  <a:pt x="3178175" y="2560907"/>
                  <a:pt x="3178175" y="2562003"/>
                  <a:pt x="3190875" y="2562561"/>
                </a:cubicBezTo>
                <a:cubicBezTo>
                  <a:pt x="3198733" y="2562906"/>
                  <a:pt x="3226593" y="2564448"/>
                  <a:pt x="3252787" y="2565988"/>
                </a:cubicBezTo>
                <a:cubicBezTo>
                  <a:pt x="3278981" y="2567527"/>
                  <a:pt x="3307349" y="2565318"/>
                  <a:pt x="3315828" y="2561078"/>
                </a:cubicBezTo>
                <a:cubicBezTo>
                  <a:pt x="3324307" y="2556839"/>
                  <a:pt x="3334006" y="2556131"/>
                  <a:pt x="3337382" y="2559507"/>
                </a:cubicBezTo>
                <a:cubicBezTo>
                  <a:pt x="3349332" y="2571457"/>
                  <a:pt x="3601269" y="2573407"/>
                  <a:pt x="3697790" y="2562297"/>
                </a:cubicBezTo>
                <a:cubicBezTo>
                  <a:pt x="3828635" y="2547236"/>
                  <a:pt x="4302029" y="2539702"/>
                  <a:pt x="4309972" y="2552555"/>
                </a:cubicBezTo>
                <a:cubicBezTo>
                  <a:pt x="4317621" y="2564930"/>
                  <a:pt x="4460010" y="2564241"/>
                  <a:pt x="4595812" y="2551170"/>
                </a:cubicBezTo>
                <a:cubicBezTo>
                  <a:pt x="4653438" y="2545624"/>
                  <a:pt x="4737020" y="2539440"/>
                  <a:pt x="4781550" y="2537427"/>
                </a:cubicBezTo>
                <a:cubicBezTo>
                  <a:pt x="4902143" y="2531976"/>
                  <a:pt x="4927897" y="2529242"/>
                  <a:pt x="4942001" y="2520393"/>
                </a:cubicBezTo>
                <a:cubicBezTo>
                  <a:pt x="4949630" y="2515607"/>
                  <a:pt x="4964717" y="2517626"/>
                  <a:pt x="4979279" y="2525382"/>
                </a:cubicBezTo>
                <a:cubicBezTo>
                  <a:pt x="4998488" y="2535614"/>
                  <a:pt x="5004599" y="2535859"/>
                  <a:pt x="5007734" y="2526522"/>
                </a:cubicBezTo>
                <a:cubicBezTo>
                  <a:pt x="5009972" y="2519857"/>
                  <a:pt x="5020798" y="2516601"/>
                  <a:pt x="5032369" y="2519111"/>
                </a:cubicBezTo>
                <a:cubicBezTo>
                  <a:pt x="5043723" y="2521575"/>
                  <a:pt x="5078730" y="2525865"/>
                  <a:pt x="5110162" y="2528644"/>
                </a:cubicBezTo>
                <a:cubicBezTo>
                  <a:pt x="5239976" y="2540125"/>
                  <a:pt x="5273507" y="2546145"/>
                  <a:pt x="5248275" y="2553441"/>
                </a:cubicBezTo>
                <a:cubicBezTo>
                  <a:pt x="5216921" y="2562506"/>
                  <a:pt x="5300701" y="2565537"/>
                  <a:pt x="5504050" y="2562695"/>
                </a:cubicBezTo>
                <a:lnTo>
                  <a:pt x="5659812" y="2560517"/>
                </a:lnTo>
                <a:lnTo>
                  <a:pt x="5653398" y="2601852"/>
                </a:lnTo>
                <a:cubicBezTo>
                  <a:pt x="5644602" y="2658534"/>
                  <a:pt x="5614655" y="2768847"/>
                  <a:pt x="5596042" y="2813134"/>
                </a:cubicBezTo>
                <a:lnTo>
                  <a:pt x="5580660" y="2849731"/>
                </a:lnTo>
                <a:lnTo>
                  <a:pt x="5416848" y="2844008"/>
                </a:lnTo>
                <a:cubicBezTo>
                  <a:pt x="5326752" y="2840860"/>
                  <a:pt x="5223033" y="2834176"/>
                  <a:pt x="5186362" y="2829154"/>
                </a:cubicBezTo>
                <a:cubicBezTo>
                  <a:pt x="5149691" y="2824132"/>
                  <a:pt x="5093437" y="2819883"/>
                  <a:pt x="5061353" y="2819711"/>
                </a:cubicBezTo>
                <a:cubicBezTo>
                  <a:pt x="5029270" y="2819540"/>
                  <a:pt x="4984797" y="2812970"/>
                  <a:pt x="4962525" y="2805112"/>
                </a:cubicBezTo>
                <a:cubicBezTo>
                  <a:pt x="4912531" y="2787473"/>
                  <a:pt x="4909752" y="2787433"/>
                  <a:pt x="4923957" y="2804549"/>
                </a:cubicBezTo>
                <a:cubicBezTo>
                  <a:pt x="4937272" y="2820593"/>
                  <a:pt x="4918854" y="2824711"/>
                  <a:pt x="4795837" y="2833195"/>
                </a:cubicBezTo>
                <a:cubicBezTo>
                  <a:pt x="4753927" y="2836085"/>
                  <a:pt x="4678918" y="2841665"/>
                  <a:pt x="4629150" y="2845594"/>
                </a:cubicBezTo>
                <a:cubicBezTo>
                  <a:pt x="4507412" y="2855204"/>
                  <a:pt x="3964613" y="2853776"/>
                  <a:pt x="3882350" y="2843629"/>
                </a:cubicBezTo>
                <a:cubicBezTo>
                  <a:pt x="3835474" y="2837847"/>
                  <a:pt x="3818431" y="2838499"/>
                  <a:pt x="3823003" y="2845897"/>
                </a:cubicBezTo>
                <a:cubicBezTo>
                  <a:pt x="3836386" y="2867551"/>
                  <a:pt x="3638649" y="2879919"/>
                  <a:pt x="3570231" y="2861708"/>
                </a:cubicBezTo>
                <a:cubicBezTo>
                  <a:pt x="3510881" y="2845910"/>
                  <a:pt x="3320667" y="2842682"/>
                  <a:pt x="3343275" y="2857856"/>
                </a:cubicBezTo>
                <a:cubicBezTo>
                  <a:pt x="3352979" y="2864369"/>
                  <a:pt x="3299505" y="2865744"/>
                  <a:pt x="3176587" y="2862143"/>
                </a:cubicBezTo>
                <a:cubicBezTo>
                  <a:pt x="2778763" y="2850487"/>
                  <a:pt x="2324106" y="2854360"/>
                  <a:pt x="2324102" y="2869406"/>
                </a:cubicBezTo>
                <a:cubicBezTo>
                  <a:pt x="2324100" y="2873335"/>
                  <a:pt x="2317417" y="2876550"/>
                  <a:pt x="2309250" y="2876550"/>
                </a:cubicBezTo>
                <a:cubicBezTo>
                  <a:pt x="2300522" y="2876550"/>
                  <a:pt x="2297179" y="2872053"/>
                  <a:pt x="2301141" y="2865643"/>
                </a:cubicBezTo>
                <a:cubicBezTo>
                  <a:pt x="2305987" y="2857801"/>
                  <a:pt x="2300124" y="2856875"/>
                  <a:pt x="2280271" y="2862345"/>
                </a:cubicBezTo>
                <a:cubicBezTo>
                  <a:pt x="2265086" y="2866530"/>
                  <a:pt x="2225646" y="2869336"/>
                  <a:pt x="2192626" y="2868581"/>
                </a:cubicBezTo>
                <a:cubicBezTo>
                  <a:pt x="2155098" y="2867724"/>
                  <a:pt x="2134775" y="2870746"/>
                  <a:pt x="2138419" y="2876642"/>
                </a:cubicBezTo>
                <a:cubicBezTo>
                  <a:pt x="2141745" y="2882024"/>
                  <a:pt x="2132759" y="2886012"/>
                  <a:pt x="2117493" y="2885929"/>
                </a:cubicBezTo>
                <a:cubicBezTo>
                  <a:pt x="2096718" y="2885815"/>
                  <a:pt x="2093931" y="2883719"/>
                  <a:pt x="2105025" y="2876550"/>
                </a:cubicBezTo>
                <a:cubicBezTo>
                  <a:pt x="2113609" y="2871002"/>
                  <a:pt x="2114784" y="2867258"/>
                  <a:pt x="2107968" y="2867170"/>
                </a:cubicBezTo>
                <a:cubicBezTo>
                  <a:pt x="2101729" y="2867090"/>
                  <a:pt x="2093975" y="2871311"/>
                  <a:pt x="2090737" y="2876550"/>
                </a:cubicBezTo>
                <a:cubicBezTo>
                  <a:pt x="2087499" y="2881788"/>
                  <a:pt x="2079745" y="2886009"/>
                  <a:pt x="2073506" y="2885929"/>
                </a:cubicBezTo>
                <a:cubicBezTo>
                  <a:pt x="2066697" y="2885841"/>
                  <a:pt x="2067874" y="2882105"/>
                  <a:pt x="2076450" y="2876585"/>
                </a:cubicBezTo>
                <a:close/>
                <a:moveTo>
                  <a:pt x="2178843" y="2841152"/>
                </a:moveTo>
                <a:cubicBezTo>
                  <a:pt x="2164437" y="2838970"/>
                  <a:pt x="2140862" y="2838970"/>
                  <a:pt x="2126456" y="2841152"/>
                </a:cubicBezTo>
                <a:cubicBezTo>
                  <a:pt x="2112049" y="2843335"/>
                  <a:pt x="2123836" y="2845120"/>
                  <a:pt x="2152650" y="2845120"/>
                </a:cubicBezTo>
                <a:cubicBezTo>
                  <a:pt x="2181463" y="2845120"/>
                  <a:pt x="2193250" y="2843335"/>
                  <a:pt x="2178843" y="2841152"/>
                </a:cubicBezTo>
                <a:close/>
                <a:moveTo>
                  <a:pt x="1807368" y="2822359"/>
                </a:moveTo>
                <a:cubicBezTo>
                  <a:pt x="1798200" y="2819963"/>
                  <a:pt x="1783199" y="2819963"/>
                  <a:pt x="1774031" y="2822359"/>
                </a:cubicBezTo>
                <a:cubicBezTo>
                  <a:pt x="1764863" y="2824754"/>
                  <a:pt x="1772364" y="2826715"/>
                  <a:pt x="1790700" y="2826715"/>
                </a:cubicBezTo>
                <a:cubicBezTo>
                  <a:pt x="1809035" y="2826715"/>
                  <a:pt x="1816536" y="2824754"/>
                  <a:pt x="1807368" y="2822359"/>
                </a:cubicBezTo>
                <a:close/>
                <a:moveTo>
                  <a:pt x="4579143" y="2812834"/>
                </a:moveTo>
                <a:cubicBezTo>
                  <a:pt x="4569975" y="2810438"/>
                  <a:pt x="4554974" y="2810438"/>
                  <a:pt x="4545806" y="2812834"/>
                </a:cubicBezTo>
                <a:cubicBezTo>
                  <a:pt x="4536638" y="2815229"/>
                  <a:pt x="4544139" y="2817190"/>
                  <a:pt x="4562475" y="2817190"/>
                </a:cubicBezTo>
                <a:cubicBezTo>
                  <a:pt x="4580810" y="2817190"/>
                  <a:pt x="4588311" y="2815229"/>
                  <a:pt x="4579143" y="2812834"/>
                </a:cubicBezTo>
                <a:close/>
                <a:moveTo>
                  <a:pt x="4531306" y="2793398"/>
                </a:moveTo>
                <a:cubicBezTo>
                  <a:pt x="4511544" y="2791336"/>
                  <a:pt x="4481540" y="2791371"/>
                  <a:pt x="4464631" y="2793475"/>
                </a:cubicBezTo>
                <a:cubicBezTo>
                  <a:pt x="4447722" y="2795579"/>
                  <a:pt x="4463891" y="2797266"/>
                  <a:pt x="4500562" y="2797224"/>
                </a:cubicBezTo>
                <a:cubicBezTo>
                  <a:pt x="4537233" y="2797182"/>
                  <a:pt x="4551068" y="2795460"/>
                  <a:pt x="4531306" y="2793398"/>
                </a:cubicBezTo>
                <a:close/>
                <a:moveTo>
                  <a:pt x="4631712" y="2784577"/>
                </a:moveTo>
                <a:cubicBezTo>
                  <a:pt x="4625263" y="2781968"/>
                  <a:pt x="4612405" y="2781809"/>
                  <a:pt x="4603137" y="2784224"/>
                </a:cubicBezTo>
                <a:cubicBezTo>
                  <a:pt x="4593870" y="2786639"/>
                  <a:pt x="4599146" y="2788773"/>
                  <a:pt x="4614862" y="2788968"/>
                </a:cubicBezTo>
                <a:cubicBezTo>
                  <a:pt x="4630578" y="2789162"/>
                  <a:pt x="4638161" y="2787186"/>
                  <a:pt x="4631712" y="2784577"/>
                </a:cubicBezTo>
                <a:close/>
                <a:moveTo>
                  <a:pt x="2345662" y="2574570"/>
                </a:moveTo>
                <a:cubicBezTo>
                  <a:pt x="2333947" y="2572309"/>
                  <a:pt x="2312515" y="2572250"/>
                  <a:pt x="2298037" y="2574440"/>
                </a:cubicBezTo>
                <a:cubicBezTo>
                  <a:pt x="2283558" y="2576629"/>
                  <a:pt x="2293143" y="2578479"/>
                  <a:pt x="2319337" y="2578550"/>
                </a:cubicBezTo>
                <a:cubicBezTo>
                  <a:pt x="2345531" y="2578622"/>
                  <a:pt x="2357377" y="2576830"/>
                  <a:pt x="2345662" y="2574570"/>
                </a:cubicBezTo>
                <a:close/>
                <a:moveTo>
                  <a:pt x="3119437" y="2571750"/>
                </a:moveTo>
                <a:cubicBezTo>
                  <a:pt x="3122947" y="2566070"/>
                  <a:pt x="3111411" y="2562225"/>
                  <a:pt x="3090862" y="2562225"/>
                </a:cubicBezTo>
                <a:cubicBezTo>
                  <a:pt x="3070313" y="2562225"/>
                  <a:pt x="3058777" y="2566070"/>
                  <a:pt x="3062287" y="2571750"/>
                </a:cubicBezTo>
                <a:cubicBezTo>
                  <a:pt x="3065525" y="2576988"/>
                  <a:pt x="3078383" y="2581275"/>
                  <a:pt x="3090862" y="2581275"/>
                </a:cubicBezTo>
                <a:cubicBezTo>
                  <a:pt x="3103341" y="2581275"/>
                  <a:pt x="3116199" y="2576988"/>
                  <a:pt x="3119437" y="2571750"/>
                </a:cubicBezTo>
                <a:close/>
                <a:moveTo>
                  <a:pt x="4479131" y="2574384"/>
                </a:moveTo>
                <a:cubicBezTo>
                  <a:pt x="4462105" y="2572271"/>
                  <a:pt x="4434244" y="2572271"/>
                  <a:pt x="4417218" y="2574384"/>
                </a:cubicBezTo>
                <a:cubicBezTo>
                  <a:pt x="4400192" y="2576497"/>
                  <a:pt x="4414123" y="2578226"/>
                  <a:pt x="4448175" y="2578226"/>
                </a:cubicBezTo>
                <a:cubicBezTo>
                  <a:pt x="4482226" y="2578226"/>
                  <a:pt x="4496157" y="2576497"/>
                  <a:pt x="4479131" y="2574384"/>
                </a:cubicBezTo>
                <a:close/>
                <a:moveTo>
                  <a:pt x="2905125" y="2568006"/>
                </a:moveTo>
                <a:cubicBezTo>
                  <a:pt x="2905125" y="2558970"/>
                  <a:pt x="2933636" y="2554417"/>
                  <a:pt x="2938719" y="2562640"/>
                </a:cubicBezTo>
                <a:cubicBezTo>
                  <a:pt x="2941815" y="2567650"/>
                  <a:pt x="2935523" y="2571750"/>
                  <a:pt x="2924737" y="2571750"/>
                </a:cubicBezTo>
                <a:cubicBezTo>
                  <a:pt x="2913950" y="2571750"/>
                  <a:pt x="2905125" y="2570065"/>
                  <a:pt x="2905125" y="2568006"/>
                </a:cubicBezTo>
                <a:close/>
                <a:moveTo>
                  <a:pt x="2857500" y="2381891"/>
                </a:moveTo>
                <a:cubicBezTo>
                  <a:pt x="2857500" y="2376300"/>
                  <a:pt x="2869287" y="2371466"/>
                  <a:pt x="2883693" y="2371151"/>
                </a:cubicBezTo>
                <a:cubicBezTo>
                  <a:pt x="2943939" y="2369831"/>
                  <a:pt x="3088904" y="2354724"/>
                  <a:pt x="3122685" y="2346246"/>
                </a:cubicBezTo>
                <a:cubicBezTo>
                  <a:pt x="3138949" y="2342164"/>
                  <a:pt x="3144033" y="2343701"/>
                  <a:pt x="3139346" y="2351285"/>
                </a:cubicBezTo>
                <a:cubicBezTo>
                  <a:pt x="3135272" y="2357877"/>
                  <a:pt x="3139110" y="2362200"/>
                  <a:pt x="3149037" y="2362200"/>
                </a:cubicBezTo>
                <a:cubicBezTo>
                  <a:pt x="3158078" y="2362200"/>
                  <a:pt x="3162842" y="2364832"/>
                  <a:pt x="3159625" y="2368049"/>
                </a:cubicBezTo>
                <a:cubicBezTo>
                  <a:pt x="3156408" y="2371266"/>
                  <a:pt x="3095213" y="2375414"/>
                  <a:pt x="3023638" y="2377265"/>
                </a:cubicBezTo>
                <a:cubicBezTo>
                  <a:pt x="2952062" y="2379117"/>
                  <a:pt x="2885400" y="2383203"/>
                  <a:pt x="2875500" y="2386345"/>
                </a:cubicBezTo>
                <a:cubicBezTo>
                  <a:pt x="2865524" y="2389511"/>
                  <a:pt x="2857500" y="2387526"/>
                  <a:pt x="2857500" y="2381891"/>
                </a:cubicBezTo>
                <a:close/>
                <a:moveTo>
                  <a:pt x="2769504" y="2374513"/>
                </a:moveTo>
                <a:cubicBezTo>
                  <a:pt x="2781353" y="2372235"/>
                  <a:pt x="2798498" y="2372321"/>
                  <a:pt x="2807604" y="2374705"/>
                </a:cubicBezTo>
                <a:cubicBezTo>
                  <a:pt x="2816711" y="2377089"/>
                  <a:pt x="2807017" y="2378953"/>
                  <a:pt x="2786062" y="2378847"/>
                </a:cubicBezTo>
                <a:cubicBezTo>
                  <a:pt x="2765107" y="2378742"/>
                  <a:pt x="2757656" y="2376791"/>
                  <a:pt x="2769504" y="2374513"/>
                </a:cubicBezTo>
                <a:close/>
                <a:moveTo>
                  <a:pt x="3452812" y="2360009"/>
                </a:moveTo>
                <a:cubicBezTo>
                  <a:pt x="3437096" y="2354465"/>
                  <a:pt x="3364009" y="2349953"/>
                  <a:pt x="3290398" y="2349981"/>
                </a:cubicBezTo>
                <a:lnTo>
                  <a:pt x="3156559" y="2350033"/>
                </a:lnTo>
                <a:lnTo>
                  <a:pt x="3160223" y="2263247"/>
                </a:lnTo>
                <a:cubicBezTo>
                  <a:pt x="3162239" y="2215515"/>
                  <a:pt x="3166774" y="2148601"/>
                  <a:pt x="3170302" y="2114550"/>
                </a:cubicBezTo>
                <a:lnTo>
                  <a:pt x="3176716" y="2052637"/>
                </a:lnTo>
                <a:lnTo>
                  <a:pt x="3214751" y="2055941"/>
                </a:lnTo>
                <a:cubicBezTo>
                  <a:pt x="3235671" y="2057759"/>
                  <a:pt x="3254216" y="2063117"/>
                  <a:pt x="3255962" y="2067848"/>
                </a:cubicBezTo>
                <a:cubicBezTo>
                  <a:pt x="3257708" y="2072579"/>
                  <a:pt x="3263319" y="2076450"/>
                  <a:pt x="3268430" y="2076450"/>
                </a:cubicBezTo>
                <a:cubicBezTo>
                  <a:pt x="3273542" y="2076450"/>
                  <a:pt x="3275075" y="2072163"/>
                  <a:pt x="3271837" y="2066925"/>
                </a:cubicBezTo>
                <a:cubicBezTo>
                  <a:pt x="3268599" y="2061686"/>
                  <a:pt x="3272133" y="2057400"/>
                  <a:pt x="3279689" y="2057400"/>
                </a:cubicBezTo>
                <a:cubicBezTo>
                  <a:pt x="3300937" y="2057400"/>
                  <a:pt x="3307793" y="2098087"/>
                  <a:pt x="3288918" y="2112168"/>
                </a:cubicBezTo>
                <a:cubicBezTo>
                  <a:pt x="3280032" y="2118797"/>
                  <a:pt x="3277987" y="2124075"/>
                  <a:pt x="3284304" y="2124075"/>
                </a:cubicBezTo>
                <a:cubicBezTo>
                  <a:pt x="3292388" y="2124075"/>
                  <a:pt x="3295650" y="2153938"/>
                  <a:pt x="3295650" y="2227953"/>
                </a:cubicBezTo>
                <a:lnTo>
                  <a:pt x="3295650" y="2331832"/>
                </a:lnTo>
                <a:lnTo>
                  <a:pt x="3445668" y="2326634"/>
                </a:lnTo>
                <a:cubicBezTo>
                  <a:pt x="3594767" y="2321467"/>
                  <a:pt x="3874294" y="2337359"/>
                  <a:pt x="3889039" y="2351840"/>
                </a:cubicBezTo>
                <a:cubicBezTo>
                  <a:pt x="3908548" y="2371000"/>
                  <a:pt x="3505381" y="2378550"/>
                  <a:pt x="3452812" y="2360009"/>
                </a:cubicBezTo>
                <a:close/>
                <a:moveTo>
                  <a:pt x="852487" y="2344894"/>
                </a:moveTo>
                <a:cubicBezTo>
                  <a:pt x="831532" y="2343234"/>
                  <a:pt x="810640" y="2338202"/>
                  <a:pt x="806061" y="2333710"/>
                </a:cubicBezTo>
                <a:cubicBezTo>
                  <a:pt x="795423" y="2323278"/>
                  <a:pt x="857391" y="2197200"/>
                  <a:pt x="903337" y="2135794"/>
                </a:cubicBezTo>
                <a:cubicBezTo>
                  <a:pt x="958665" y="2061850"/>
                  <a:pt x="967011" y="2055685"/>
                  <a:pt x="1002712" y="2062382"/>
                </a:cubicBezTo>
                <a:cubicBezTo>
                  <a:pt x="1020082" y="2065641"/>
                  <a:pt x="1136977" y="2056844"/>
                  <a:pt x="1262478" y="2042833"/>
                </a:cubicBezTo>
                <a:cubicBezTo>
                  <a:pt x="1460134" y="2020767"/>
                  <a:pt x="1509776" y="2018328"/>
                  <a:pt x="1633537" y="2024601"/>
                </a:cubicBezTo>
                <a:cubicBezTo>
                  <a:pt x="1712118" y="2028584"/>
                  <a:pt x="1859994" y="2032575"/>
                  <a:pt x="1962150" y="2033470"/>
                </a:cubicBezTo>
                <a:cubicBezTo>
                  <a:pt x="2159563" y="2035200"/>
                  <a:pt x="2257425" y="2043458"/>
                  <a:pt x="2257425" y="2058388"/>
                </a:cubicBezTo>
                <a:cubicBezTo>
                  <a:pt x="2257425" y="2063998"/>
                  <a:pt x="2326426" y="2066493"/>
                  <a:pt x="2436018" y="2064846"/>
                </a:cubicBezTo>
                <a:cubicBezTo>
                  <a:pt x="2638802" y="2061798"/>
                  <a:pt x="2768494" y="2071736"/>
                  <a:pt x="2753991" y="2089211"/>
                </a:cubicBezTo>
                <a:cubicBezTo>
                  <a:pt x="2748947" y="2095289"/>
                  <a:pt x="2744455" y="2103477"/>
                  <a:pt x="2744009" y="2107406"/>
                </a:cubicBezTo>
                <a:cubicBezTo>
                  <a:pt x="2743564" y="2111335"/>
                  <a:pt x="2742725" y="2117764"/>
                  <a:pt x="2742145" y="2121693"/>
                </a:cubicBezTo>
                <a:cubicBezTo>
                  <a:pt x="2739882" y="2137031"/>
                  <a:pt x="2745418" y="2176947"/>
                  <a:pt x="2751064" y="2185987"/>
                </a:cubicBezTo>
                <a:cubicBezTo>
                  <a:pt x="2754335" y="2191226"/>
                  <a:pt x="2755630" y="2203884"/>
                  <a:pt x="2753941" y="2214116"/>
                </a:cubicBezTo>
                <a:cubicBezTo>
                  <a:pt x="2751256" y="2230388"/>
                  <a:pt x="2752839" y="2231087"/>
                  <a:pt x="2766568" y="2219693"/>
                </a:cubicBezTo>
                <a:cubicBezTo>
                  <a:pt x="2780238" y="2208348"/>
                  <a:pt x="2782959" y="2209327"/>
                  <a:pt x="2787655" y="2227283"/>
                </a:cubicBezTo>
                <a:cubicBezTo>
                  <a:pt x="2790620" y="2238622"/>
                  <a:pt x="2799127" y="2247900"/>
                  <a:pt x="2806558" y="2247900"/>
                </a:cubicBezTo>
                <a:cubicBezTo>
                  <a:pt x="2816550" y="2247900"/>
                  <a:pt x="2817711" y="2252306"/>
                  <a:pt x="2811017" y="2264814"/>
                </a:cubicBezTo>
                <a:cubicBezTo>
                  <a:pt x="2805275" y="2275544"/>
                  <a:pt x="2805325" y="2287734"/>
                  <a:pt x="2811155" y="2298152"/>
                </a:cubicBezTo>
                <a:cubicBezTo>
                  <a:pt x="2817738" y="2309915"/>
                  <a:pt x="2816834" y="2314958"/>
                  <a:pt x="2807967" y="2315926"/>
                </a:cubicBezTo>
                <a:cubicBezTo>
                  <a:pt x="2801158" y="2316670"/>
                  <a:pt x="2812732" y="2320348"/>
                  <a:pt x="2833687" y="2324100"/>
                </a:cubicBezTo>
                <a:cubicBezTo>
                  <a:pt x="2878723" y="2332163"/>
                  <a:pt x="2777327" y="2336692"/>
                  <a:pt x="2452687" y="2341118"/>
                </a:cubicBezTo>
                <a:cubicBezTo>
                  <a:pt x="2093711" y="2346012"/>
                  <a:pt x="1999501" y="2344527"/>
                  <a:pt x="1929718" y="2332874"/>
                </a:cubicBezTo>
                <a:cubicBezTo>
                  <a:pt x="1842608" y="2318329"/>
                  <a:pt x="1277391" y="2312937"/>
                  <a:pt x="1176337" y="2325688"/>
                </a:cubicBezTo>
                <a:cubicBezTo>
                  <a:pt x="1076583" y="2338274"/>
                  <a:pt x="900645" y="2348709"/>
                  <a:pt x="852487" y="2344894"/>
                </a:cubicBezTo>
                <a:close/>
                <a:moveTo>
                  <a:pt x="3857625" y="2280759"/>
                </a:moveTo>
                <a:cubicBezTo>
                  <a:pt x="3797379" y="2240245"/>
                  <a:pt x="3731063" y="2193775"/>
                  <a:pt x="3710255" y="2177492"/>
                </a:cubicBezTo>
                <a:lnTo>
                  <a:pt x="3672424" y="2147887"/>
                </a:lnTo>
                <a:lnTo>
                  <a:pt x="3715018" y="2142174"/>
                </a:lnTo>
                <a:lnTo>
                  <a:pt x="3757612" y="2136461"/>
                </a:lnTo>
                <a:lnTo>
                  <a:pt x="3709987" y="2134727"/>
                </a:lnTo>
                <a:cubicBezTo>
                  <a:pt x="3683793" y="2133774"/>
                  <a:pt x="3654042" y="2126701"/>
                  <a:pt x="3643873" y="2119009"/>
                </a:cubicBezTo>
                <a:cubicBezTo>
                  <a:pt x="3627064" y="2106295"/>
                  <a:pt x="3631824" y="2104964"/>
                  <a:pt x="3696260" y="2104355"/>
                </a:cubicBezTo>
                <a:cubicBezTo>
                  <a:pt x="3744703" y="2103897"/>
                  <a:pt x="3761107" y="2101095"/>
                  <a:pt x="3748087" y="2095500"/>
                </a:cubicBezTo>
                <a:cubicBezTo>
                  <a:pt x="3737610" y="2090997"/>
                  <a:pt x="3734648" y="2087012"/>
                  <a:pt x="3741505" y="2086644"/>
                </a:cubicBezTo>
                <a:cubicBezTo>
                  <a:pt x="3748363" y="2086276"/>
                  <a:pt x="3751325" y="2081688"/>
                  <a:pt x="3748087" y="2076450"/>
                </a:cubicBezTo>
                <a:cubicBezTo>
                  <a:pt x="3744849" y="2071211"/>
                  <a:pt x="3751026" y="2066925"/>
                  <a:pt x="3761812" y="2066925"/>
                </a:cubicBezTo>
                <a:cubicBezTo>
                  <a:pt x="3772599" y="2066925"/>
                  <a:pt x="3781425" y="2071710"/>
                  <a:pt x="3781425" y="2077560"/>
                </a:cubicBezTo>
                <a:cubicBezTo>
                  <a:pt x="3781425" y="2083768"/>
                  <a:pt x="3791337" y="2086300"/>
                  <a:pt x="3805237" y="2083643"/>
                </a:cubicBezTo>
                <a:cubicBezTo>
                  <a:pt x="3818334" y="2081140"/>
                  <a:pt x="3829050" y="2082783"/>
                  <a:pt x="3829050" y="2087295"/>
                </a:cubicBezTo>
                <a:cubicBezTo>
                  <a:pt x="3829050" y="2105145"/>
                  <a:pt x="4049074" y="2088403"/>
                  <a:pt x="4105596" y="2066253"/>
                </a:cubicBezTo>
                <a:cubicBezTo>
                  <a:pt x="4122845" y="2059493"/>
                  <a:pt x="4150016" y="2061075"/>
                  <a:pt x="4200846" y="2071798"/>
                </a:cubicBezTo>
                <a:cubicBezTo>
                  <a:pt x="4281258" y="2088763"/>
                  <a:pt x="4432373" y="2084774"/>
                  <a:pt x="4572000" y="2062001"/>
                </a:cubicBezTo>
                <a:cubicBezTo>
                  <a:pt x="4682063" y="2044050"/>
                  <a:pt x="4808063" y="2034784"/>
                  <a:pt x="5100637" y="2023126"/>
                </a:cubicBezTo>
                <a:cubicBezTo>
                  <a:pt x="5147786" y="2021248"/>
                  <a:pt x="5203507" y="2017698"/>
                  <a:pt x="5224462" y="2015237"/>
                </a:cubicBezTo>
                <a:cubicBezTo>
                  <a:pt x="5245417" y="2012777"/>
                  <a:pt x="5306893" y="2013342"/>
                  <a:pt x="5361075" y="2016492"/>
                </a:cubicBezTo>
                <a:cubicBezTo>
                  <a:pt x="5455595" y="2021987"/>
                  <a:pt x="5460719" y="2023415"/>
                  <a:pt x="5487514" y="2051716"/>
                </a:cubicBezTo>
                <a:cubicBezTo>
                  <a:pt x="5538643" y="2105719"/>
                  <a:pt x="5629275" y="2275405"/>
                  <a:pt x="5629275" y="2317128"/>
                </a:cubicBezTo>
                <a:cubicBezTo>
                  <a:pt x="5629275" y="2323618"/>
                  <a:pt x="5593946" y="2324009"/>
                  <a:pt x="5522118" y="2318311"/>
                </a:cubicBezTo>
                <a:cubicBezTo>
                  <a:pt x="5387800" y="2307658"/>
                  <a:pt x="5111691" y="2308408"/>
                  <a:pt x="4902365" y="2319995"/>
                </a:cubicBezTo>
                <a:cubicBezTo>
                  <a:pt x="4814271" y="2324872"/>
                  <a:pt x="4733686" y="2325705"/>
                  <a:pt x="4723289" y="2321847"/>
                </a:cubicBezTo>
                <a:cubicBezTo>
                  <a:pt x="4712891" y="2317988"/>
                  <a:pt x="4706694" y="2318570"/>
                  <a:pt x="4709518" y="2323139"/>
                </a:cubicBezTo>
                <a:cubicBezTo>
                  <a:pt x="4717459" y="2335988"/>
                  <a:pt x="4668064" y="2342152"/>
                  <a:pt x="4610100" y="2335545"/>
                </a:cubicBezTo>
                <a:cubicBezTo>
                  <a:pt x="4521347" y="2325428"/>
                  <a:pt x="4391579" y="2328479"/>
                  <a:pt x="4067175" y="2348309"/>
                </a:cubicBezTo>
                <a:lnTo>
                  <a:pt x="3967162" y="2354422"/>
                </a:lnTo>
                <a:lnTo>
                  <a:pt x="3857625" y="2280759"/>
                </a:lnTo>
                <a:close/>
                <a:moveTo>
                  <a:pt x="3026679" y="2336413"/>
                </a:moveTo>
                <a:cubicBezTo>
                  <a:pt x="3038528" y="2334135"/>
                  <a:pt x="3055673" y="2334221"/>
                  <a:pt x="3064779" y="2336605"/>
                </a:cubicBezTo>
                <a:cubicBezTo>
                  <a:pt x="3073886" y="2338989"/>
                  <a:pt x="3064192" y="2340853"/>
                  <a:pt x="3043237" y="2340747"/>
                </a:cubicBezTo>
                <a:cubicBezTo>
                  <a:pt x="3022282" y="2340642"/>
                  <a:pt x="3014831" y="2338691"/>
                  <a:pt x="3026679" y="2336413"/>
                </a:cubicBezTo>
                <a:close/>
                <a:moveTo>
                  <a:pt x="3609975" y="2081212"/>
                </a:moveTo>
                <a:cubicBezTo>
                  <a:pt x="3599676" y="2068803"/>
                  <a:pt x="3604843" y="2067012"/>
                  <a:pt x="3649289" y="2067594"/>
                </a:cubicBezTo>
                <a:cubicBezTo>
                  <a:pt x="3685071" y="2068062"/>
                  <a:pt x="3694732" y="2070570"/>
                  <a:pt x="3681412" y="2075932"/>
                </a:cubicBezTo>
                <a:cubicBezTo>
                  <a:pt x="3663631" y="2083090"/>
                  <a:pt x="3663948" y="2083911"/>
                  <a:pt x="3686175" y="2088253"/>
                </a:cubicBezTo>
                <a:cubicBezTo>
                  <a:pt x="3701125" y="2091174"/>
                  <a:pt x="3693583" y="2093388"/>
                  <a:pt x="3665910" y="2094202"/>
                </a:cubicBezTo>
                <a:cubicBezTo>
                  <a:pt x="3637043" y="2095052"/>
                  <a:pt x="3617740" y="2090569"/>
                  <a:pt x="3609975" y="2081212"/>
                </a:cubicBezTo>
                <a:close/>
                <a:moveTo>
                  <a:pt x="2764812" y="2060324"/>
                </a:moveTo>
                <a:cubicBezTo>
                  <a:pt x="2774080" y="2057909"/>
                  <a:pt x="2786938" y="2058068"/>
                  <a:pt x="2793387" y="2060677"/>
                </a:cubicBezTo>
                <a:cubicBezTo>
                  <a:pt x="2799836" y="2063286"/>
                  <a:pt x="2792253" y="2065262"/>
                  <a:pt x="2776537" y="2065068"/>
                </a:cubicBezTo>
                <a:cubicBezTo>
                  <a:pt x="2760821" y="2064873"/>
                  <a:pt x="2755545" y="2062739"/>
                  <a:pt x="2764812" y="2060324"/>
                </a:cubicBezTo>
                <a:close/>
                <a:moveTo>
                  <a:pt x="1924050" y="1898474"/>
                </a:moveTo>
                <a:cubicBezTo>
                  <a:pt x="1905714" y="1896562"/>
                  <a:pt x="1836961" y="1888676"/>
                  <a:pt x="1771265" y="1880949"/>
                </a:cubicBezTo>
                <a:cubicBezTo>
                  <a:pt x="1705570" y="1873222"/>
                  <a:pt x="1614655" y="1866900"/>
                  <a:pt x="1569233" y="1866900"/>
                </a:cubicBezTo>
                <a:cubicBezTo>
                  <a:pt x="1409812" y="1866900"/>
                  <a:pt x="1233458" y="1840673"/>
                  <a:pt x="1284323" y="1824529"/>
                </a:cubicBezTo>
                <a:cubicBezTo>
                  <a:pt x="1306278" y="1817561"/>
                  <a:pt x="1311020" y="1805116"/>
                  <a:pt x="1295400" y="1795462"/>
                </a:cubicBezTo>
                <a:cubicBezTo>
                  <a:pt x="1284396" y="1788662"/>
                  <a:pt x="1282337" y="1743179"/>
                  <a:pt x="1293018" y="1742863"/>
                </a:cubicBezTo>
                <a:cubicBezTo>
                  <a:pt x="1296947" y="1742746"/>
                  <a:pt x="1309974" y="1735100"/>
                  <a:pt x="1321967" y="1725871"/>
                </a:cubicBezTo>
                <a:cubicBezTo>
                  <a:pt x="1342960" y="1709716"/>
                  <a:pt x="1343226" y="1707783"/>
                  <a:pt x="1329111" y="1674001"/>
                </a:cubicBezTo>
                <a:cubicBezTo>
                  <a:pt x="1321047" y="1654702"/>
                  <a:pt x="1314450" y="1636720"/>
                  <a:pt x="1314450" y="1634041"/>
                </a:cubicBezTo>
                <a:cubicBezTo>
                  <a:pt x="1314450" y="1631362"/>
                  <a:pt x="1369099" y="1630902"/>
                  <a:pt x="1435893" y="1633019"/>
                </a:cubicBezTo>
                <a:lnTo>
                  <a:pt x="1557337" y="1636867"/>
                </a:lnTo>
                <a:lnTo>
                  <a:pt x="1447800" y="1627516"/>
                </a:lnTo>
                <a:cubicBezTo>
                  <a:pt x="1307627" y="1615550"/>
                  <a:pt x="1302600" y="1614376"/>
                  <a:pt x="1287596" y="1590101"/>
                </a:cubicBezTo>
                <a:cubicBezTo>
                  <a:pt x="1280684" y="1578918"/>
                  <a:pt x="1276398" y="1568714"/>
                  <a:pt x="1278071" y="1567424"/>
                </a:cubicBezTo>
                <a:cubicBezTo>
                  <a:pt x="1286838" y="1560663"/>
                  <a:pt x="1596193" y="1582858"/>
                  <a:pt x="1604155" y="1590820"/>
                </a:cubicBezTo>
                <a:cubicBezTo>
                  <a:pt x="1609314" y="1595979"/>
                  <a:pt x="1640791" y="1600200"/>
                  <a:pt x="1674104" y="1600200"/>
                </a:cubicBezTo>
                <a:cubicBezTo>
                  <a:pt x="1712058" y="1600200"/>
                  <a:pt x="1732476" y="1603756"/>
                  <a:pt x="1728787" y="1609725"/>
                </a:cubicBezTo>
                <a:cubicBezTo>
                  <a:pt x="1725549" y="1614963"/>
                  <a:pt x="1729836" y="1619250"/>
                  <a:pt x="1738312" y="1619250"/>
                </a:cubicBezTo>
                <a:cubicBezTo>
                  <a:pt x="1746788" y="1619250"/>
                  <a:pt x="1751075" y="1614963"/>
                  <a:pt x="1747837" y="1609725"/>
                </a:cubicBezTo>
                <a:cubicBezTo>
                  <a:pt x="1744599" y="1604486"/>
                  <a:pt x="1746236" y="1600200"/>
                  <a:pt x="1751475" y="1600200"/>
                </a:cubicBezTo>
                <a:cubicBezTo>
                  <a:pt x="1756714" y="1600200"/>
                  <a:pt x="1763649" y="1604486"/>
                  <a:pt x="1766887" y="1609725"/>
                </a:cubicBezTo>
                <a:cubicBezTo>
                  <a:pt x="1770125" y="1614963"/>
                  <a:pt x="1810025" y="1619677"/>
                  <a:pt x="1855555" y="1620199"/>
                </a:cubicBezTo>
                <a:cubicBezTo>
                  <a:pt x="1905515" y="1620772"/>
                  <a:pt x="1928896" y="1623818"/>
                  <a:pt x="1914525" y="1627881"/>
                </a:cubicBezTo>
                <a:cubicBezTo>
                  <a:pt x="1873757" y="1639406"/>
                  <a:pt x="1918057" y="1645056"/>
                  <a:pt x="2019300" y="1641243"/>
                </a:cubicBezTo>
                <a:cubicBezTo>
                  <a:pt x="2117332" y="1637551"/>
                  <a:pt x="2137733" y="1633644"/>
                  <a:pt x="2129400" y="1620160"/>
                </a:cubicBezTo>
                <a:cubicBezTo>
                  <a:pt x="2126206" y="1614992"/>
                  <a:pt x="2112136" y="1615886"/>
                  <a:pt x="2095030" y="1622342"/>
                </a:cubicBezTo>
                <a:cubicBezTo>
                  <a:pt x="2071433" y="1631249"/>
                  <a:pt x="2064478" y="1630703"/>
                  <a:pt x="2057489" y="1619394"/>
                </a:cubicBezTo>
                <a:cubicBezTo>
                  <a:pt x="2045176" y="1599472"/>
                  <a:pt x="2048326" y="1598392"/>
                  <a:pt x="2134247" y="1593080"/>
                </a:cubicBezTo>
                <a:cubicBezTo>
                  <a:pt x="2193846" y="1589395"/>
                  <a:pt x="2213923" y="1591329"/>
                  <a:pt x="2220402" y="1601381"/>
                </a:cubicBezTo>
                <a:cubicBezTo>
                  <a:pt x="2226387" y="1610666"/>
                  <a:pt x="2230932" y="1611385"/>
                  <a:pt x="2235993" y="1603848"/>
                </a:cubicBezTo>
                <a:cubicBezTo>
                  <a:pt x="2243257" y="1593030"/>
                  <a:pt x="2266782" y="1589605"/>
                  <a:pt x="2457112" y="1571656"/>
                </a:cubicBezTo>
                <a:cubicBezTo>
                  <a:pt x="2562731" y="1561696"/>
                  <a:pt x="2564962" y="1561899"/>
                  <a:pt x="2603775" y="1585007"/>
                </a:cubicBezTo>
                <a:cubicBezTo>
                  <a:pt x="2667976" y="1623231"/>
                  <a:pt x="2741433" y="1693641"/>
                  <a:pt x="2791526" y="1764971"/>
                </a:cubicBezTo>
                <a:cubicBezTo>
                  <a:pt x="2844987" y="1841096"/>
                  <a:pt x="2847892" y="1852438"/>
                  <a:pt x="2814637" y="1855190"/>
                </a:cubicBezTo>
                <a:cubicBezTo>
                  <a:pt x="2801540" y="1856274"/>
                  <a:pt x="2790825" y="1853732"/>
                  <a:pt x="2790825" y="1849541"/>
                </a:cubicBezTo>
                <a:cubicBezTo>
                  <a:pt x="2790825" y="1834798"/>
                  <a:pt x="2621390" y="1836582"/>
                  <a:pt x="2598133" y="1851570"/>
                </a:cubicBezTo>
                <a:cubicBezTo>
                  <a:pt x="2586130" y="1859305"/>
                  <a:pt x="2540495" y="1868152"/>
                  <a:pt x="2495550" y="1871458"/>
                </a:cubicBezTo>
                <a:cubicBezTo>
                  <a:pt x="2451020" y="1874733"/>
                  <a:pt x="2395299" y="1879621"/>
                  <a:pt x="2371725" y="1882321"/>
                </a:cubicBezTo>
                <a:cubicBezTo>
                  <a:pt x="2348150" y="1885020"/>
                  <a:pt x="2294572" y="1891195"/>
                  <a:pt x="2252662" y="1896042"/>
                </a:cubicBezTo>
                <a:cubicBezTo>
                  <a:pt x="2179859" y="1904462"/>
                  <a:pt x="1994616" y="1905833"/>
                  <a:pt x="1924050" y="1898474"/>
                </a:cubicBezTo>
                <a:close/>
                <a:moveTo>
                  <a:pt x="4053717" y="1877842"/>
                </a:moveTo>
                <a:cubicBezTo>
                  <a:pt x="4043696" y="1873707"/>
                  <a:pt x="3950955" y="1872181"/>
                  <a:pt x="3847626" y="1874451"/>
                </a:cubicBezTo>
                <a:cubicBezTo>
                  <a:pt x="3742639" y="1876757"/>
                  <a:pt x="3652866" y="1874722"/>
                  <a:pt x="3644140" y="1869839"/>
                </a:cubicBezTo>
                <a:cubicBezTo>
                  <a:pt x="3609132" y="1850247"/>
                  <a:pt x="3773713" y="1651554"/>
                  <a:pt x="3870776" y="1596228"/>
                </a:cubicBezTo>
                <a:cubicBezTo>
                  <a:pt x="3906410" y="1575917"/>
                  <a:pt x="3926625" y="1573145"/>
                  <a:pt x="4090987" y="1566035"/>
                </a:cubicBezTo>
                <a:cubicBezTo>
                  <a:pt x="4444059" y="1550761"/>
                  <a:pt x="4593536" y="1557492"/>
                  <a:pt x="4633796" y="1590476"/>
                </a:cubicBezTo>
                <a:cubicBezTo>
                  <a:pt x="4639099" y="1594820"/>
                  <a:pt x="4654153" y="1600344"/>
                  <a:pt x="4667250" y="1602752"/>
                </a:cubicBezTo>
                <a:cubicBezTo>
                  <a:pt x="4680896" y="1605261"/>
                  <a:pt x="4668697" y="1608397"/>
                  <a:pt x="4638675" y="1610099"/>
                </a:cubicBezTo>
                <a:cubicBezTo>
                  <a:pt x="4592178" y="1612733"/>
                  <a:pt x="4595927" y="1613841"/>
                  <a:pt x="4672012" y="1619954"/>
                </a:cubicBezTo>
                <a:cubicBezTo>
                  <a:pt x="4805295" y="1630662"/>
                  <a:pt x="5025776" y="1638935"/>
                  <a:pt x="5012471" y="1632729"/>
                </a:cubicBezTo>
                <a:cubicBezTo>
                  <a:pt x="5005890" y="1629659"/>
                  <a:pt x="5002929" y="1623227"/>
                  <a:pt x="5005890" y="1618436"/>
                </a:cubicBezTo>
                <a:cubicBezTo>
                  <a:pt x="5008959" y="1613469"/>
                  <a:pt x="4977252" y="1609243"/>
                  <a:pt x="4932130" y="1608604"/>
                </a:cubicBezTo>
                <a:cubicBezTo>
                  <a:pt x="4857195" y="1607543"/>
                  <a:pt x="4855487" y="1607065"/>
                  <a:pt x="4900007" y="1599615"/>
                </a:cubicBezTo>
                <a:cubicBezTo>
                  <a:pt x="4925868" y="1595287"/>
                  <a:pt x="4950414" y="1593839"/>
                  <a:pt x="4954555" y="1596398"/>
                </a:cubicBezTo>
                <a:cubicBezTo>
                  <a:pt x="4958695" y="1598957"/>
                  <a:pt x="5007491" y="1596162"/>
                  <a:pt x="5062990" y="1590186"/>
                </a:cubicBezTo>
                <a:cubicBezTo>
                  <a:pt x="5174647" y="1578164"/>
                  <a:pt x="5179723" y="1579272"/>
                  <a:pt x="5159610" y="1611279"/>
                </a:cubicBezTo>
                <a:cubicBezTo>
                  <a:pt x="5145119" y="1634339"/>
                  <a:pt x="5119628" y="1706934"/>
                  <a:pt x="5123738" y="1713435"/>
                </a:cubicBezTo>
                <a:cubicBezTo>
                  <a:pt x="5125024" y="1715468"/>
                  <a:pt x="5120353" y="1721230"/>
                  <a:pt x="5113357" y="1726239"/>
                </a:cubicBezTo>
                <a:cubicBezTo>
                  <a:pt x="5103596" y="1733228"/>
                  <a:pt x="5104279" y="1734190"/>
                  <a:pt x="5116292" y="1730374"/>
                </a:cubicBezTo>
                <a:cubicBezTo>
                  <a:pt x="5134240" y="1724672"/>
                  <a:pt x="5171794" y="1761041"/>
                  <a:pt x="5165546" y="1778074"/>
                </a:cubicBezTo>
                <a:cubicBezTo>
                  <a:pt x="5163289" y="1784226"/>
                  <a:pt x="5177688" y="1800300"/>
                  <a:pt x="5197544" y="1813792"/>
                </a:cubicBezTo>
                <a:cubicBezTo>
                  <a:pt x="5217401" y="1827285"/>
                  <a:pt x="5227294" y="1838724"/>
                  <a:pt x="5219529" y="1839213"/>
                </a:cubicBezTo>
                <a:cubicBezTo>
                  <a:pt x="5211765" y="1839701"/>
                  <a:pt x="5186124" y="1842334"/>
                  <a:pt x="5162550" y="1845064"/>
                </a:cubicBezTo>
                <a:cubicBezTo>
                  <a:pt x="5138975" y="1847794"/>
                  <a:pt x="5105757" y="1850287"/>
                  <a:pt x="5088731" y="1850605"/>
                </a:cubicBezTo>
                <a:cubicBezTo>
                  <a:pt x="5071705" y="1850923"/>
                  <a:pt x="5057775" y="1854318"/>
                  <a:pt x="5057775" y="1858149"/>
                </a:cubicBezTo>
                <a:cubicBezTo>
                  <a:pt x="5057775" y="1861981"/>
                  <a:pt x="5049202" y="1862874"/>
                  <a:pt x="5038725" y="1860134"/>
                </a:cubicBezTo>
                <a:cubicBezTo>
                  <a:pt x="5028247" y="1857394"/>
                  <a:pt x="5019675" y="1851366"/>
                  <a:pt x="5019675" y="1846739"/>
                </a:cubicBezTo>
                <a:cubicBezTo>
                  <a:pt x="5019675" y="1842111"/>
                  <a:pt x="5015135" y="1838325"/>
                  <a:pt x="5009587" y="1838325"/>
                </a:cubicBezTo>
                <a:cubicBezTo>
                  <a:pt x="5004039" y="1838325"/>
                  <a:pt x="5002149" y="1842611"/>
                  <a:pt x="5005387" y="1847850"/>
                </a:cubicBezTo>
                <a:cubicBezTo>
                  <a:pt x="5008625" y="1853088"/>
                  <a:pt x="5002805" y="1857375"/>
                  <a:pt x="4992455" y="1857375"/>
                </a:cubicBezTo>
                <a:cubicBezTo>
                  <a:pt x="4982105" y="1857375"/>
                  <a:pt x="4971475" y="1852017"/>
                  <a:pt x="4968833" y="1845468"/>
                </a:cubicBezTo>
                <a:cubicBezTo>
                  <a:pt x="4966190" y="1838920"/>
                  <a:pt x="4963690" y="1837962"/>
                  <a:pt x="4963276" y="1843339"/>
                </a:cubicBezTo>
                <a:cubicBezTo>
                  <a:pt x="4962846" y="1848930"/>
                  <a:pt x="4946213" y="1851560"/>
                  <a:pt x="4924425" y="1849482"/>
                </a:cubicBezTo>
                <a:cubicBezTo>
                  <a:pt x="4894332" y="1846612"/>
                  <a:pt x="4886325" y="1849052"/>
                  <a:pt x="4886325" y="1861092"/>
                </a:cubicBezTo>
                <a:cubicBezTo>
                  <a:pt x="4886325" y="1874116"/>
                  <a:pt x="4872106" y="1876246"/>
                  <a:pt x="4788693" y="1875718"/>
                </a:cubicBezTo>
                <a:cubicBezTo>
                  <a:pt x="4734996" y="1875379"/>
                  <a:pt x="4551759" y="1877409"/>
                  <a:pt x="4381500" y="1880231"/>
                </a:cubicBezTo>
                <a:cubicBezTo>
                  <a:pt x="4211240" y="1883052"/>
                  <a:pt x="4063738" y="1881977"/>
                  <a:pt x="4053717" y="1877842"/>
                </a:cubicBezTo>
                <a:close/>
                <a:moveTo>
                  <a:pt x="4905375" y="1872773"/>
                </a:moveTo>
                <a:cubicBezTo>
                  <a:pt x="4905375" y="1870765"/>
                  <a:pt x="4913947" y="1866880"/>
                  <a:pt x="4924425" y="1864140"/>
                </a:cubicBezTo>
                <a:cubicBezTo>
                  <a:pt x="4934902" y="1861400"/>
                  <a:pt x="4943475" y="1863043"/>
                  <a:pt x="4943475" y="1867791"/>
                </a:cubicBezTo>
                <a:cubicBezTo>
                  <a:pt x="4943475" y="1872540"/>
                  <a:pt x="4934902" y="1876425"/>
                  <a:pt x="4924425" y="1876425"/>
                </a:cubicBezTo>
                <a:cubicBezTo>
                  <a:pt x="4913947" y="1876425"/>
                  <a:pt x="4905375" y="1874781"/>
                  <a:pt x="4905375" y="1872773"/>
                </a:cubicBezTo>
                <a:close/>
                <a:moveTo>
                  <a:pt x="3474915" y="1852490"/>
                </a:moveTo>
                <a:cubicBezTo>
                  <a:pt x="3472228" y="1849803"/>
                  <a:pt x="3365429" y="1845895"/>
                  <a:pt x="3237583" y="1843806"/>
                </a:cubicBezTo>
                <a:cubicBezTo>
                  <a:pt x="3109738" y="1841717"/>
                  <a:pt x="2995805" y="1839629"/>
                  <a:pt x="2984399" y="1839166"/>
                </a:cubicBezTo>
                <a:cubicBezTo>
                  <a:pt x="2956834" y="1838047"/>
                  <a:pt x="2961538" y="1795595"/>
                  <a:pt x="2995686" y="1737327"/>
                </a:cubicBezTo>
                <a:lnTo>
                  <a:pt x="3020228" y="1695450"/>
                </a:lnTo>
                <a:lnTo>
                  <a:pt x="3118333" y="1695450"/>
                </a:lnTo>
                <a:cubicBezTo>
                  <a:pt x="3172290" y="1695450"/>
                  <a:pt x="3275279" y="1698272"/>
                  <a:pt x="3347197" y="1701721"/>
                </a:cubicBezTo>
                <a:lnTo>
                  <a:pt x="3477956" y="1707992"/>
                </a:lnTo>
                <a:lnTo>
                  <a:pt x="3502280" y="1739881"/>
                </a:lnTo>
                <a:cubicBezTo>
                  <a:pt x="3516634" y="1758701"/>
                  <a:pt x="3528581" y="1789313"/>
                  <a:pt x="3531428" y="1814573"/>
                </a:cubicBezTo>
                <a:cubicBezTo>
                  <a:pt x="3536181" y="1856748"/>
                  <a:pt x="3535839" y="1857375"/>
                  <a:pt x="3508026" y="1857375"/>
                </a:cubicBezTo>
                <a:cubicBezTo>
                  <a:pt x="3492501" y="1857375"/>
                  <a:pt x="3477601" y="1855176"/>
                  <a:pt x="3474915" y="1852490"/>
                </a:cubicBezTo>
                <a:close/>
                <a:moveTo>
                  <a:pt x="2143606" y="1668132"/>
                </a:moveTo>
                <a:cubicBezTo>
                  <a:pt x="2159779" y="1661853"/>
                  <a:pt x="2120180" y="1659311"/>
                  <a:pt x="2014537" y="1659847"/>
                </a:cubicBezTo>
                <a:cubicBezTo>
                  <a:pt x="1922532" y="1660314"/>
                  <a:pt x="1884785" y="1662804"/>
                  <a:pt x="1919287" y="1666129"/>
                </a:cubicBezTo>
                <a:cubicBezTo>
                  <a:pt x="2025725" y="1676387"/>
                  <a:pt x="2120173" y="1677231"/>
                  <a:pt x="2143606" y="1668132"/>
                </a:cubicBezTo>
                <a:close/>
                <a:moveTo>
                  <a:pt x="1843087" y="1657350"/>
                </a:moveTo>
                <a:cubicBezTo>
                  <a:pt x="1817071" y="1646170"/>
                  <a:pt x="1809750" y="1646170"/>
                  <a:pt x="1809750" y="1657350"/>
                </a:cubicBezTo>
                <a:cubicBezTo>
                  <a:pt x="1809750" y="1662588"/>
                  <a:pt x="1821537" y="1666573"/>
                  <a:pt x="1835943" y="1666205"/>
                </a:cubicBezTo>
                <a:cubicBezTo>
                  <a:pt x="1859154" y="1665612"/>
                  <a:pt x="1859968" y="1664603"/>
                  <a:pt x="1843087" y="1657350"/>
                </a:cubicBezTo>
                <a:close/>
                <a:moveTo>
                  <a:pt x="1990417" y="1619641"/>
                </a:moveTo>
                <a:cubicBezTo>
                  <a:pt x="2000172" y="1613472"/>
                  <a:pt x="1987216" y="1609741"/>
                  <a:pt x="1947555" y="1607300"/>
                </a:cubicBezTo>
                <a:cubicBezTo>
                  <a:pt x="1891135" y="1603828"/>
                  <a:pt x="1891235" y="1603788"/>
                  <a:pt x="1960935" y="1602001"/>
                </a:cubicBezTo>
                <a:cubicBezTo>
                  <a:pt x="2022390" y="1600424"/>
                  <a:pt x="2029677" y="1601983"/>
                  <a:pt x="2019300" y="1614487"/>
                </a:cubicBezTo>
                <a:cubicBezTo>
                  <a:pt x="2012778" y="1622345"/>
                  <a:pt x="2000466" y="1628709"/>
                  <a:pt x="1991939" y="1628629"/>
                </a:cubicBezTo>
                <a:cubicBezTo>
                  <a:pt x="1978707" y="1628504"/>
                  <a:pt x="1978484" y="1627188"/>
                  <a:pt x="1990417" y="1619641"/>
                </a:cubicBezTo>
                <a:close/>
                <a:moveTo>
                  <a:pt x="4900612" y="1572259"/>
                </a:moveTo>
                <a:cubicBezTo>
                  <a:pt x="4831968" y="1567397"/>
                  <a:pt x="4828190" y="1566164"/>
                  <a:pt x="4862512" y="1559823"/>
                </a:cubicBezTo>
                <a:cubicBezTo>
                  <a:pt x="4932272" y="1546935"/>
                  <a:pt x="4991100" y="1552800"/>
                  <a:pt x="4991100" y="1572644"/>
                </a:cubicBezTo>
                <a:cubicBezTo>
                  <a:pt x="4991100" y="1577322"/>
                  <a:pt x="4987885" y="1580363"/>
                  <a:pt x="4983956" y="1579403"/>
                </a:cubicBezTo>
                <a:cubicBezTo>
                  <a:pt x="4980027" y="1578442"/>
                  <a:pt x="4942522" y="1575227"/>
                  <a:pt x="4900612" y="1572259"/>
                </a:cubicBezTo>
                <a:close/>
                <a:moveTo>
                  <a:pt x="4774406" y="1565059"/>
                </a:moveTo>
                <a:cubicBezTo>
                  <a:pt x="4783574" y="1562663"/>
                  <a:pt x="4798575" y="1562663"/>
                  <a:pt x="4807743" y="1565059"/>
                </a:cubicBezTo>
                <a:cubicBezTo>
                  <a:pt x="4816911" y="1567454"/>
                  <a:pt x="4809410" y="1569415"/>
                  <a:pt x="4791075" y="1569415"/>
                </a:cubicBezTo>
                <a:cubicBezTo>
                  <a:pt x="4772739" y="1569415"/>
                  <a:pt x="4765238" y="1567454"/>
                  <a:pt x="4774406" y="1565059"/>
                </a:cubicBezTo>
                <a:close/>
                <a:moveTo>
                  <a:pt x="4374192" y="1335881"/>
                </a:moveTo>
                <a:cubicBezTo>
                  <a:pt x="4363643" y="1310997"/>
                  <a:pt x="4339028" y="1245631"/>
                  <a:pt x="4319492" y="1190625"/>
                </a:cubicBezTo>
                <a:cubicBezTo>
                  <a:pt x="4299955" y="1135618"/>
                  <a:pt x="4280046" y="1083111"/>
                  <a:pt x="4275250" y="1073943"/>
                </a:cubicBezTo>
                <a:cubicBezTo>
                  <a:pt x="4267258" y="1058667"/>
                  <a:pt x="4273518" y="1057287"/>
                  <a:pt x="4350208" y="1057420"/>
                </a:cubicBezTo>
                <a:cubicBezTo>
                  <a:pt x="4396232" y="1057501"/>
                  <a:pt x="4439819" y="1061323"/>
                  <a:pt x="4447069" y="1065915"/>
                </a:cubicBezTo>
                <a:cubicBezTo>
                  <a:pt x="4457786" y="1072702"/>
                  <a:pt x="4526423" y="1241237"/>
                  <a:pt x="4550226" y="1319212"/>
                </a:cubicBezTo>
                <a:cubicBezTo>
                  <a:pt x="4553424" y="1329690"/>
                  <a:pt x="4560173" y="1340993"/>
                  <a:pt x="4565224" y="1344331"/>
                </a:cubicBezTo>
                <a:cubicBezTo>
                  <a:pt x="4570275" y="1347669"/>
                  <a:pt x="4548155" y="1353446"/>
                  <a:pt x="4516068" y="1357171"/>
                </a:cubicBezTo>
                <a:cubicBezTo>
                  <a:pt x="4483982" y="1360895"/>
                  <a:pt x="4460119" y="1367808"/>
                  <a:pt x="4463039" y="1372533"/>
                </a:cubicBezTo>
                <a:cubicBezTo>
                  <a:pt x="4465959" y="1377258"/>
                  <a:pt x="4451479" y="1381125"/>
                  <a:pt x="4430860" y="1381125"/>
                </a:cubicBezTo>
                <a:cubicBezTo>
                  <a:pt x="4395177" y="1381125"/>
                  <a:pt x="4392446" y="1378944"/>
                  <a:pt x="4374192" y="1335881"/>
                </a:cubicBezTo>
                <a:close/>
                <a:moveTo>
                  <a:pt x="1379932" y="1351813"/>
                </a:moveTo>
                <a:cubicBezTo>
                  <a:pt x="1406495" y="1341180"/>
                  <a:pt x="1488886" y="1342533"/>
                  <a:pt x="1506801" y="1353896"/>
                </a:cubicBezTo>
                <a:cubicBezTo>
                  <a:pt x="1513905" y="1358401"/>
                  <a:pt x="1484522" y="1361586"/>
                  <a:pt x="1438275" y="1361325"/>
                </a:cubicBezTo>
                <a:cubicBezTo>
                  <a:pt x="1377250" y="1360980"/>
                  <a:pt x="1362883" y="1358637"/>
                  <a:pt x="1379932" y="1351813"/>
                </a:cubicBezTo>
                <a:close/>
                <a:moveTo>
                  <a:pt x="1895475" y="1350116"/>
                </a:moveTo>
                <a:cubicBezTo>
                  <a:pt x="1895475" y="1347519"/>
                  <a:pt x="1905475" y="1322359"/>
                  <a:pt x="1917697" y="1294203"/>
                </a:cubicBezTo>
                <a:cubicBezTo>
                  <a:pt x="1929920" y="1266048"/>
                  <a:pt x="1956540" y="1194792"/>
                  <a:pt x="1976855" y="1135856"/>
                </a:cubicBezTo>
                <a:cubicBezTo>
                  <a:pt x="2009846" y="1040141"/>
                  <a:pt x="2028546" y="1005963"/>
                  <a:pt x="2028970" y="1040606"/>
                </a:cubicBezTo>
                <a:cubicBezTo>
                  <a:pt x="2029072" y="1048873"/>
                  <a:pt x="2031761" y="1048332"/>
                  <a:pt x="2037769" y="1038837"/>
                </a:cubicBezTo>
                <a:cubicBezTo>
                  <a:pt x="2044074" y="1028874"/>
                  <a:pt x="2049852" y="1027916"/>
                  <a:pt x="2059055" y="1035308"/>
                </a:cubicBezTo>
                <a:cubicBezTo>
                  <a:pt x="2066003" y="1040888"/>
                  <a:pt x="2096667" y="1047733"/>
                  <a:pt x="2127198" y="1050519"/>
                </a:cubicBezTo>
                <a:cubicBezTo>
                  <a:pt x="2192219" y="1056452"/>
                  <a:pt x="2195752" y="1058704"/>
                  <a:pt x="2181577" y="1085191"/>
                </a:cubicBezTo>
                <a:cubicBezTo>
                  <a:pt x="2175683" y="1096204"/>
                  <a:pt x="2153581" y="1155507"/>
                  <a:pt x="2132460" y="1216976"/>
                </a:cubicBezTo>
                <a:cubicBezTo>
                  <a:pt x="2111340" y="1278444"/>
                  <a:pt x="2091021" y="1331885"/>
                  <a:pt x="2087307" y="1335733"/>
                </a:cubicBezTo>
                <a:cubicBezTo>
                  <a:pt x="2079687" y="1343629"/>
                  <a:pt x="1895475" y="1357440"/>
                  <a:pt x="1895475" y="1350116"/>
                </a:cubicBezTo>
                <a:close/>
                <a:moveTo>
                  <a:pt x="3962400" y="833639"/>
                </a:moveTo>
                <a:cubicBezTo>
                  <a:pt x="3638345" y="723896"/>
                  <a:pt x="3039722" y="704435"/>
                  <a:pt x="2667956" y="791559"/>
                </a:cubicBezTo>
                <a:cubicBezTo>
                  <a:pt x="2585133" y="810968"/>
                  <a:pt x="2500022" y="815194"/>
                  <a:pt x="2276475" y="810996"/>
                </a:cubicBezTo>
                <a:lnTo>
                  <a:pt x="2166937" y="808939"/>
                </a:lnTo>
                <a:lnTo>
                  <a:pt x="2195512" y="785484"/>
                </a:lnTo>
                <a:cubicBezTo>
                  <a:pt x="2279392" y="716632"/>
                  <a:pt x="2485492" y="638877"/>
                  <a:pt x="2588960" y="637048"/>
                </a:cubicBezTo>
                <a:cubicBezTo>
                  <a:pt x="2638380" y="636174"/>
                  <a:pt x="2646288" y="634286"/>
                  <a:pt x="2624137" y="628650"/>
                </a:cubicBezTo>
                <a:lnTo>
                  <a:pt x="2595562" y="621378"/>
                </a:lnTo>
                <a:lnTo>
                  <a:pt x="2628900" y="619123"/>
                </a:lnTo>
                <a:cubicBezTo>
                  <a:pt x="2647235" y="617882"/>
                  <a:pt x="2667595" y="617563"/>
                  <a:pt x="2674143" y="618413"/>
                </a:cubicBezTo>
                <a:cubicBezTo>
                  <a:pt x="2680692" y="619264"/>
                  <a:pt x="2686050" y="615851"/>
                  <a:pt x="2686050" y="610830"/>
                </a:cubicBezTo>
                <a:cubicBezTo>
                  <a:pt x="2686050" y="605808"/>
                  <a:pt x="2719268" y="598976"/>
                  <a:pt x="2759868" y="595648"/>
                </a:cubicBezTo>
                <a:cubicBezTo>
                  <a:pt x="2800469" y="592319"/>
                  <a:pt x="2844403" y="587537"/>
                  <a:pt x="2857500" y="585021"/>
                </a:cubicBezTo>
                <a:cubicBezTo>
                  <a:pt x="2874228" y="581807"/>
                  <a:pt x="2877379" y="583066"/>
                  <a:pt x="2868093" y="589252"/>
                </a:cubicBezTo>
                <a:cubicBezTo>
                  <a:pt x="2858903" y="595375"/>
                  <a:pt x="2869517" y="599092"/>
                  <a:pt x="2902916" y="601448"/>
                </a:cubicBezTo>
                <a:cubicBezTo>
                  <a:pt x="2929339" y="603312"/>
                  <a:pt x="2948965" y="601622"/>
                  <a:pt x="2946529" y="597693"/>
                </a:cubicBezTo>
                <a:cubicBezTo>
                  <a:pt x="2944093" y="593764"/>
                  <a:pt x="2928423" y="590111"/>
                  <a:pt x="2911706" y="589575"/>
                </a:cubicBezTo>
                <a:lnTo>
                  <a:pt x="2881312" y="588600"/>
                </a:lnTo>
                <a:lnTo>
                  <a:pt x="2914650" y="580094"/>
                </a:lnTo>
                <a:cubicBezTo>
                  <a:pt x="3017008" y="553978"/>
                  <a:pt x="3380818" y="549283"/>
                  <a:pt x="3365371" y="574277"/>
                </a:cubicBezTo>
                <a:cubicBezTo>
                  <a:pt x="3361497" y="580545"/>
                  <a:pt x="3371287" y="582063"/>
                  <a:pt x="3392935" y="578550"/>
                </a:cubicBezTo>
                <a:cubicBezTo>
                  <a:pt x="3505242" y="560325"/>
                  <a:pt x="3870018" y="617550"/>
                  <a:pt x="4048125" y="681335"/>
                </a:cubicBezTo>
                <a:cubicBezTo>
                  <a:pt x="4169911" y="724950"/>
                  <a:pt x="4332685" y="823514"/>
                  <a:pt x="4313919" y="842280"/>
                </a:cubicBezTo>
                <a:cubicBezTo>
                  <a:pt x="4311046" y="845153"/>
                  <a:pt x="4246853" y="849827"/>
                  <a:pt x="4171267" y="852667"/>
                </a:cubicBezTo>
                <a:cubicBezTo>
                  <a:pt x="4041869" y="857530"/>
                  <a:pt x="4029662" y="856418"/>
                  <a:pt x="3962400" y="833639"/>
                </a:cubicBezTo>
                <a:close/>
                <a:moveTo>
                  <a:pt x="2869406" y="631284"/>
                </a:moveTo>
                <a:cubicBezTo>
                  <a:pt x="2852380" y="629171"/>
                  <a:pt x="2824519" y="629171"/>
                  <a:pt x="2807493" y="631284"/>
                </a:cubicBezTo>
                <a:cubicBezTo>
                  <a:pt x="2790467" y="633397"/>
                  <a:pt x="2804398" y="635126"/>
                  <a:pt x="2838450" y="635126"/>
                </a:cubicBezTo>
                <a:cubicBezTo>
                  <a:pt x="2872501" y="635126"/>
                  <a:pt x="2886432" y="633397"/>
                  <a:pt x="2869406" y="631284"/>
                </a:cubicBezTo>
                <a:close/>
                <a:moveTo>
                  <a:pt x="3093243" y="612302"/>
                </a:moveTo>
                <a:cubicBezTo>
                  <a:pt x="3078837" y="610120"/>
                  <a:pt x="3055262" y="610120"/>
                  <a:pt x="3040856" y="612302"/>
                </a:cubicBezTo>
                <a:cubicBezTo>
                  <a:pt x="3026449" y="614485"/>
                  <a:pt x="3038236" y="616270"/>
                  <a:pt x="3067050" y="616270"/>
                </a:cubicBezTo>
                <a:cubicBezTo>
                  <a:pt x="3095863" y="616270"/>
                  <a:pt x="3107650" y="614485"/>
                  <a:pt x="3093243" y="612302"/>
                </a:cubicBezTo>
                <a:close/>
                <a:moveTo>
                  <a:pt x="3183731" y="593052"/>
                </a:moveTo>
                <a:cubicBezTo>
                  <a:pt x="3156227" y="591128"/>
                  <a:pt x="3111222" y="591128"/>
                  <a:pt x="3083718" y="593052"/>
                </a:cubicBezTo>
                <a:cubicBezTo>
                  <a:pt x="3056215" y="594976"/>
                  <a:pt x="3078718" y="596551"/>
                  <a:pt x="3133725" y="596551"/>
                </a:cubicBezTo>
                <a:cubicBezTo>
                  <a:pt x="3188731" y="596551"/>
                  <a:pt x="3211234" y="594976"/>
                  <a:pt x="3183731" y="593052"/>
                </a:cubicBezTo>
                <a:close/>
                <a:moveTo>
                  <a:pt x="3007629" y="584005"/>
                </a:moveTo>
                <a:cubicBezTo>
                  <a:pt x="2998523" y="581621"/>
                  <a:pt x="2981378" y="581535"/>
                  <a:pt x="2969529" y="583813"/>
                </a:cubicBezTo>
                <a:cubicBezTo>
                  <a:pt x="2957681" y="586091"/>
                  <a:pt x="2965132" y="588042"/>
                  <a:pt x="2986087" y="588147"/>
                </a:cubicBezTo>
                <a:cubicBezTo>
                  <a:pt x="3007042" y="588253"/>
                  <a:pt x="3016736" y="586389"/>
                  <a:pt x="3007629" y="584005"/>
                </a:cubicBezTo>
                <a:close/>
              </a:path>
            </a:pathLst>
          </a:custGeom>
          <a:solidFill>
            <a:srgbClr val="F9C9DF">
              <a:alpha val="85000"/>
            </a:srgbClr>
          </a:solidFill>
          <a:ln>
            <a:noFill/>
          </a:ln>
        </p:spPr>
      </p:sp>
      <p:pic>
        <p:nvPicPr>
          <p:cNvPr id="6" name="paper ball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52" y="5588241"/>
            <a:ext cx="2609850" cy="2409825"/>
          </a:xfrm>
          <a:prstGeom prst="rect">
            <a:avLst/>
          </a:prstGeom>
        </p:spPr>
      </p:pic>
      <p:sp>
        <p:nvSpPr>
          <p:cNvPr id="7" name="paper ball pattern"/>
          <p:cNvSpPr/>
          <p:nvPr/>
        </p:nvSpPr>
        <p:spPr>
          <a:xfrm rot="0">
            <a:off x="347851" y="5588240"/>
            <a:ext cx="2609850" cy="2409825"/>
          </a:xfrm>
          <a:custGeom>
            <a:avLst/>
            <a:gdLst/>
            <a:ahLst/>
            <a:cxnLst/>
            <a:rect l="0" t="0" r="r" b="b"/>
            <a:pathLst>
              <a:path w="2609850" h="2409825">
                <a:moveTo>
                  <a:pt x="1332706" y="1901096"/>
                </a:moveTo>
                <a:cubicBezTo>
                  <a:pt x="1330523" y="1898949"/>
                  <a:pt x="1305354" y="1895447"/>
                  <a:pt x="1276774" y="1893315"/>
                </a:cubicBezTo>
                <a:lnTo>
                  <a:pt x="1224812" y="1889439"/>
                </a:lnTo>
                <a:lnTo>
                  <a:pt x="1195812" y="1835454"/>
                </a:lnTo>
                <a:cubicBezTo>
                  <a:pt x="1163502" y="1775308"/>
                  <a:pt x="1130912" y="1761663"/>
                  <a:pt x="1120324" y="1803849"/>
                </a:cubicBezTo>
                <a:cubicBezTo>
                  <a:pt x="1115512" y="1823019"/>
                  <a:pt x="1103774" y="1829082"/>
                  <a:pt x="1044382" y="1843068"/>
                </a:cubicBezTo>
                <a:lnTo>
                  <a:pt x="974132" y="1859612"/>
                </a:lnTo>
                <a:lnTo>
                  <a:pt x="922834" y="1826595"/>
                </a:lnTo>
                <a:cubicBezTo>
                  <a:pt x="856188" y="1783699"/>
                  <a:pt x="771524" y="1716257"/>
                  <a:pt x="771525" y="1706063"/>
                </a:cubicBezTo>
                <a:cubicBezTo>
                  <a:pt x="771525" y="1701666"/>
                  <a:pt x="783312" y="1699965"/>
                  <a:pt x="797718" y="1702282"/>
                </a:cubicBezTo>
                <a:cubicBezTo>
                  <a:pt x="820058" y="1705875"/>
                  <a:pt x="921873" y="1705706"/>
                  <a:pt x="1138237" y="1701714"/>
                </a:cubicBezTo>
                <a:cubicBezTo>
                  <a:pt x="1255152" y="1699558"/>
                  <a:pt x="1493719" y="1709554"/>
                  <a:pt x="1489468" y="1716431"/>
                </a:cubicBezTo>
                <a:cubicBezTo>
                  <a:pt x="1482457" y="1727775"/>
                  <a:pt x="1499570" y="1725594"/>
                  <a:pt x="1511547" y="1713617"/>
                </a:cubicBezTo>
                <a:cubicBezTo>
                  <a:pt x="1519073" y="1706091"/>
                  <a:pt x="1527337" y="1706091"/>
                  <a:pt x="1541401" y="1713617"/>
                </a:cubicBezTo>
                <a:cubicBezTo>
                  <a:pt x="1565780" y="1726665"/>
                  <a:pt x="1574508" y="1726871"/>
                  <a:pt x="1566686" y="1714215"/>
                </a:cubicBezTo>
                <a:cubicBezTo>
                  <a:pt x="1562757" y="1707857"/>
                  <a:pt x="1577638" y="1705344"/>
                  <a:pt x="1608984" y="1707071"/>
                </a:cubicBezTo>
                <a:cubicBezTo>
                  <a:pt x="1637440" y="1708640"/>
                  <a:pt x="1657345" y="1714231"/>
                  <a:pt x="1657347" y="1720657"/>
                </a:cubicBezTo>
                <a:cubicBezTo>
                  <a:pt x="1657351" y="1738380"/>
                  <a:pt x="1595170" y="1787739"/>
                  <a:pt x="1556946" y="1800353"/>
                </a:cubicBezTo>
                <a:cubicBezTo>
                  <a:pt x="1537497" y="1806772"/>
                  <a:pt x="1503911" y="1823855"/>
                  <a:pt x="1482311" y="1838316"/>
                </a:cubicBezTo>
                <a:cubicBezTo>
                  <a:pt x="1419339" y="1880473"/>
                  <a:pt x="1343916" y="1912123"/>
                  <a:pt x="1332706" y="1901096"/>
                </a:cubicBezTo>
                <a:close/>
                <a:moveTo>
                  <a:pt x="633412" y="1571758"/>
                </a:moveTo>
                <a:cubicBezTo>
                  <a:pt x="595493" y="1559733"/>
                  <a:pt x="581594" y="1534858"/>
                  <a:pt x="573025" y="1463681"/>
                </a:cubicBezTo>
                <a:lnTo>
                  <a:pt x="565901" y="1404506"/>
                </a:lnTo>
                <a:lnTo>
                  <a:pt x="694907" y="1408342"/>
                </a:lnTo>
                <a:cubicBezTo>
                  <a:pt x="766333" y="1410467"/>
                  <a:pt x="879179" y="1406444"/>
                  <a:pt x="947737" y="1399331"/>
                </a:cubicBezTo>
                <a:cubicBezTo>
                  <a:pt x="1015841" y="1392264"/>
                  <a:pt x="1090850" y="1386895"/>
                  <a:pt x="1114425" y="1387400"/>
                </a:cubicBezTo>
                <a:cubicBezTo>
                  <a:pt x="1318808" y="1391777"/>
                  <a:pt x="1477898" y="1398911"/>
                  <a:pt x="1509258" y="1405106"/>
                </a:cubicBezTo>
                <a:cubicBezTo>
                  <a:pt x="1529963" y="1409196"/>
                  <a:pt x="1591953" y="1412974"/>
                  <a:pt x="1647015" y="1413502"/>
                </a:cubicBezTo>
                <a:lnTo>
                  <a:pt x="1747127" y="1414462"/>
                </a:lnTo>
                <a:lnTo>
                  <a:pt x="1760520" y="1461755"/>
                </a:lnTo>
                <a:cubicBezTo>
                  <a:pt x="1773592" y="1507908"/>
                  <a:pt x="1773371" y="1509399"/>
                  <a:pt x="1751351" y="1523667"/>
                </a:cubicBezTo>
                <a:cubicBezTo>
                  <a:pt x="1738941" y="1531708"/>
                  <a:pt x="1718858" y="1548021"/>
                  <a:pt x="1706723" y="1559919"/>
                </a:cubicBezTo>
                <a:lnTo>
                  <a:pt x="1684658" y="1581550"/>
                </a:lnTo>
                <a:lnTo>
                  <a:pt x="1449548" y="1575158"/>
                </a:lnTo>
                <a:cubicBezTo>
                  <a:pt x="1160918" y="1567311"/>
                  <a:pt x="937938" y="1567246"/>
                  <a:pt x="781050" y="1574964"/>
                </a:cubicBezTo>
                <a:cubicBezTo>
                  <a:pt x="713805" y="1578271"/>
                  <a:pt x="649551" y="1576877"/>
                  <a:pt x="633412" y="1571758"/>
                </a:cubicBezTo>
                <a:close/>
                <a:moveTo>
                  <a:pt x="1283953" y="1309353"/>
                </a:moveTo>
                <a:cubicBezTo>
                  <a:pt x="1272060" y="1297460"/>
                  <a:pt x="940671" y="1281240"/>
                  <a:pt x="740983" y="1282776"/>
                </a:cubicBezTo>
                <a:cubicBezTo>
                  <a:pt x="532663" y="1284379"/>
                  <a:pt x="524482" y="1283743"/>
                  <a:pt x="518686" y="1265482"/>
                </a:cubicBezTo>
                <a:cubicBezTo>
                  <a:pt x="512312" y="1245401"/>
                  <a:pt x="510220" y="1115379"/>
                  <a:pt x="516174" y="1109425"/>
                </a:cubicBezTo>
                <a:cubicBezTo>
                  <a:pt x="522246" y="1103353"/>
                  <a:pt x="592015" y="1103076"/>
                  <a:pt x="685800" y="1108752"/>
                </a:cubicBezTo>
                <a:cubicBezTo>
                  <a:pt x="735568" y="1111765"/>
                  <a:pt x="851296" y="1116329"/>
                  <a:pt x="942975" y="1118896"/>
                </a:cubicBezTo>
                <a:cubicBezTo>
                  <a:pt x="1034653" y="1121462"/>
                  <a:pt x="1151634" y="1130001"/>
                  <a:pt x="1202933" y="1137871"/>
                </a:cubicBezTo>
                <a:cubicBezTo>
                  <a:pt x="1341455" y="1159121"/>
                  <a:pt x="1401674" y="1162934"/>
                  <a:pt x="1433512" y="1152468"/>
                </a:cubicBezTo>
                <a:cubicBezTo>
                  <a:pt x="1461792" y="1143173"/>
                  <a:pt x="1461815" y="1143111"/>
                  <a:pt x="1435666" y="1146523"/>
                </a:cubicBezTo>
                <a:cubicBezTo>
                  <a:pt x="1421134" y="1148419"/>
                  <a:pt x="1406951" y="1146258"/>
                  <a:pt x="1404148" y="1141722"/>
                </a:cubicBezTo>
                <a:cubicBezTo>
                  <a:pt x="1401344" y="1137186"/>
                  <a:pt x="1421806" y="1133439"/>
                  <a:pt x="1449619" y="1133396"/>
                </a:cubicBezTo>
                <a:cubicBezTo>
                  <a:pt x="1477431" y="1133353"/>
                  <a:pt x="1536620" y="1129251"/>
                  <a:pt x="1581150" y="1124281"/>
                </a:cubicBezTo>
                <a:cubicBezTo>
                  <a:pt x="1715420" y="1109293"/>
                  <a:pt x="1982727" y="1103835"/>
                  <a:pt x="1997128" y="1115787"/>
                </a:cubicBezTo>
                <a:cubicBezTo>
                  <a:pt x="2004318" y="1121753"/>
                  <a:pt x="2009775" y="1145368"/>
                  <a:pt x="2009775" y="1170515"/>
                </a:cubicBezTo>
                <a:cubicBezTo>
                  <a:pt x="2009775" y="1214117"/>
                  <a:pt x="2009007" y="1215208"/>
                  <a:pt x="1956050" y="1246883"/>
                </a:cubicBezTo>
                <a:lnTo>
                  <a:pt x="1902325" y="1279017"/>
                </a:lnTo>
                <a:lnTo>
                  <a:pt x="1837078" y="1265008"/>
                </a:lnTo>
                <a:cubicBezTo>
                  <a:pt x="1774696" y="1251614"/>
                  <a:pt x="1771292" y="1251813"/>
                  <a:pt x="1759526" y="1269533"/>
                </a:cubicBezTo>
                <a:cubicBezTo>
                  <a:pt x="1749523" y="1284599"/>
                  <a:pt x="1726784" y="1290474"/>
                  <a:pt x="1637991" y="1300934"/>
                </a:cubicBezTo>
                <a:cubicBezTo>
                  <a:pt x="1530196" y="1313633"/>
                  <a:pt x="1293853" y="1319253"/>
                  <a:pt x="1283953" y="1309353"/>
                </a:cubicBezTo>
                <a:close/>
                <a:moveTo>
                  <a:pt x="1440656" y="1174377"/>
                </a:moveTo>
                <a:cubicBezTo>
                  <a:pt x="1428869" y="1172107"/>
                  <a:pt x="1409580" y="1172107"/>
                  <a:pt x="1397793" y="1174377"/>
                </a:cubicBezTo>
                <a:cubicBezTo>
                  <a:pt x="1386006" y="1176648"/>
                  <a:pt x="1395650" y="1178505"/>
                  <a:pt x="1419225" y="1178505"/>
                </a:cubicBezTo>
                <a:cubicBezTo>
                  <a:pt x="1442799" y="1178505"/>
                  <a:pt x="1452443" y="1176648"/>
                  <a:pt x="1440656" y="1174377"/>
                </a:cubicBezTo>
                <a:close/>
                <a:moveTo>
                  <a:pt x="1362075" y="1143000"/>
                </a:moveTo>
                <a:cubicBezTo>
                  <a:pt x="1350580" y="1135571"/>
                  <a:pt x="1352086" y="1133738"/>
                  <a:pt x="1369780" y="1133620"/>
                </a:cubicBezTo>
                <a:cubicBezTo>
                  <a:pt x="1382044" y="1133539"/>
                  <a:pt x="1389170" y="1137688"/>
                  <a:pt x="1385887" y="1143000"/>
                </a:cubicBezTo>
                <a:cubicBezTo>
                  <a:pt x="1378808" y="1154453"/>
                  <a:pt x="1379798" y="1154453"/>
                  <a:pt x="1362075" y="1143000"/>
                </a:cubicBezTo>
                <a:close/>
                <a:moveTo>
                  <a:pt x="571073" y="919984"/>
                </a:moveTo>
                <a:cubicBezTo>
                  <a:pt x="607414" y="849105"/>
                  <a:pt x="654948" y="810855"/>
                  <a:pt x="707704" y="810038"/>
                </a:cubicBezTo>
                <a:cubicBezTo>
                  <a:pt x="722370" y="809810"/>
                  <a:pt x="746891" y="803150"/>
                  <a:pt x="762194" y="795237"/>
                </a:cubicBezTo>
                <a:cubicBezTo>
                  <a:pt x="791879" y="779885"/>
                  <a:pt x="1169628" y="783534"/>
                  <a:pt x="1234209" y="799796"/>
                </a:cubicBezTo>
                <a:cubicBezTo>
                  <a:pt x="1252152" y="804314"/>
                  <a:pt x="1274283" y="802767"/>
                  <a:pt x="1291316" y="795805"/>
                </a:cubicBezTo>
                <a:cubicBezTo>
                  <a:pt x="1313169" y="786873"/>
                  <a:pt x="1335460" y="787188"/>
                  <a:pt x="1395369" y="797277"/>
                </a:cubicBezTo>
                <a:cubicBezTo>
                  <a:pt x="1437303" y="804339"/>
                  <a:pt x="1505902" y="809449"/>
                  <a:pt x="1547812" y="808634"/>
                </a:cubicBezTo>
                <a:cubicBezTo>
                  <a:pt x="1589722" y="807818"/>
                  <a:pt x="1629169" y="807708"/>
                  <a:pt x="1635473" y="808388"/>
                </a:cubicBezTo>
                <a:cubicBezTo>
                  <a:pt x="1641776" y="809068"/>
                  <a:pt x="1655918" y="829984"/>
                  <a:pt x="1666899" y="854868"/>
                </a:cubicBezTo>
                <a:cubicBezTo>
                  <a:pt x="1677880" y="879752"/>
                  <a:pt x="1702525" y="916185"/>
                  <a:pt x="1721665" y="935831"/>
                </a:cubicBezTo>
                <a:lnTo>
                  <a:pt x="1756466" y="971550"/>
                </a:lnTo>
                <a:lnTo>
                  <a:pt x="1731282" y="971550"/>
                </a:lnTo>
                <a:cubicBezTo>
                  <a:pt x="1717431" y="971550"/>
                  <a:pt x="1703659" y="975497"/>
                  <a:pt x="1700677" y="980321"/>
                </a:cubicBezTo>
                <a:cubicBezTo>
                  <a:pt x="1697452" y="985541"/>
                  <a:pt x="1460777" y="988434"/>
                  <a:pt x="1116283" y="987465"/>
                </a:cubicBezTo>
                <a:lnTo>
                  <a:pt x="537310" y="985837"/>
                </a:lnTo>
                <a:lnTo>
                  <a:pt x="571073" y="919984"/>
                </a:lnTo>
                <a:close/>
                <a:moveTo>
                  <a:pt x="1857388" y="966787"/>
                </a:moveTo>
                <a:cubicBezTo>
                  <a:pt x="1857559" y="938589"/>
                  <a:pt x="1896955" y="895771"/>
                  <a:pt x="1930738" y="887067"/>
                </a:cubicBezTo>
                <a:cubicBezTo>
                  <a:pt x="2119491" y="838434"/>
                  <a:pt x="2114997" y="838614"/>
                  <a:pt x="2077614" y="881191"/>
                </a:cubicBezTo>
                <a:cubicBezTo>
                  <a:pt x="2061453" y="899597"/>
                  <a:pt x="2041775" y="927141"/>
                  <a:pt x="2033884" y="942400"/>
                </a:cubicBezTo>
                <a:cubicBezTo>
                  <a:pt x="2019971" y="969306"/>
                  <a:pt x="2017089" y="970236"/>
                  <a:pt x="1938434" y="973228"/>
                </a:cubicBezTo>
                <a:cubicBezTo>
                  <a:pt x="1888633" y="975122"/>
                  <a:pt x="1857352" y="972636"/>
                  <a:pt x="1857388" y="966787"/>
                </a:cubicBezTo>
                <a:close/>
                <a:moveTo>
                  <a:pt x="1002245" y="685884"/>
                </a:moveTo>
                <a:lnTo>
                  <a:pt x="932927" y="681037"/>
                </a:lnTo>
                <a:lnTo>
                  <a:pt x="987957" y="622365"/>
                </a:lnTo>
                <a:cubicBezTo>
                  <a:pt x="1042273" y="564454"/>
                  <a:pt x="1043914" y="563551"/>
                  <a:pt x="1114425" y="552833"/>
                </a:cubicBezTo>
                <a:cubicBezTo>
                  <a:pt x="1153715" y="546860"/>
                  <a:pt x="1195735" y="535509"/>
                  <a:pt x="1207802" y="527608"/>
                </a:cubicBezTo>
                <a:cubicBezTo>
                  <a:pt x="1241423" y="505596"/>
                  <a:pt x="1325991" y="515863"/>
                  <a:pt x="1362232" y="546358"/>
                </a:cubicBezTo>
                <a:cubicBezTo>
                  <a:pt x="1378001" y="559627"/>
                  <a:pt x="1420708" y="580082"/>
                  <a:pt x="1457138" y="591815"/>
                </a:cubicBezTo>
                <a:cubicBezTo>
                  <a:pt x="1493568" y="603548"/>
                  <a:pt x="1535302" y="622911"/>
                  <a:pt x="1549881" y="634844"/>
                </a:cubicBezTo>
                <a:lnTo>
                  <a:pt x="1576387" y="656539"/>
                </a:lnTo>
                <a:lnTo>
                  <a:pt x="1532443" y="656882"/>
                </a:lnTo>
                <a:cubicBezTo>
                  <a:pt x="1508274" y="657070"/>
                  <a:pt x="1465412" y="661686"/>
                  <a:pt x="1437193" y="667138"/>
                </a:cubicBezTo>
                <a:cubicBezTo>
                  <a:pt x="1347711" y="684429"/>
                  <a:pt x="1121107" y="694195"/>
                  <a:pt x="1002245" y="685884"/>
                </a:cubicBezTo>
                <a:close/>
              </a:path>
            </a:pathLst>
          </a:custGeom>
          <a:solidFill>
            <a:srgbClr val="F9C9DF">
              <a:alpha val="60000"/>
            </a:srgbClr>
          </a:solidFill>
          <a:ln>
            <a:noFill/>
          </a:ln>
        </p:spPr>
      </p:sp>
      <p:pic>
        <p:nvPicPr>
          <p:cNvPr id="8" name="paper ball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00000">
            <a:off x="3872968" y="3002696"/>
            <a:ext cx="2800350" cy="2571750"/>
          </a:xfrm>
          <a:prstGeom prst="rect">
            <a:avLst/>
          </a:prstGeom>
        </p:spPr>
      </p:pic>
      <p:sp>
        <p:nvSpPr>
          <p:cNvPr id="9" name="paper ball pattern"/>
          <p:cNvSpPr/>
          <p:nvPr/>
        </p:nvSpPr>
        <p:spPr>
          <a:xfrm rot="-1500000">
            <a:off x="3872967" y="3002695"/>
            <a:ext cx="2800350" cy="2571750"/>
          </a:xfrm>
          <a:custGeom>
            <a:avLst/>
            <a:gdLst/>
            <a:ahLst/>
            <a:cxnLst/>
            <a:rect l="0" t="0" r="r" b="b"/>
            <a:pathLst>
              <a:path w="2800350" h="2571750">
                <a:moveTo>
                  <a:pt x="1422908" y="2043501"/>
                </a:moveTo>
                <a:cubicBezTo>
                  <a:pt x="1398310" y="2025514"/>
                  <a:pt x="1418532" y="1981200"/>
                  <a:pt x="1451339" y="1981200"/>
                </a:cubicBezTo>
                <a:cubicBezTo>
                  <a:pt x="1477966" y="1981200"/>
                  <a:pt x="1489917" y="2003521"/>
                  <a:pt x="1476605" y="2028394"/>
                </a:cubicBezTo>
                <a:cubicBezTo>
                  <a:pt x="1463697" y="2052512"/>
                  <a:pt x="1443141" y="2058296"/>
                  <a:pt x="1422908" y="2043501"/>
                </a:cubicBezTo>
                <a:close/>
                <a:moveTo>
                  <a:pt x="1076798" y="1963034"/>
                </a:moveTo>
                <a:cubicBezTo>
                  <a:pt x="1062217" y="1935789"/>
                  <a:pt x="1096041" y="1895315"/>
                  <a:pt x="1118095" y="1913618"/>
                </a:cubicBezTo>
                <a:cubicBezTo>
                  <a:pt x="1136276" y="1928707"/>
                  <a:pt x="1138039" y="1953775"/>
                  <a:pt x="1122045" y="1969770"/>
                </a:cubicBezTo>
                <a:cubicBezTo>
                  <a:pt x="1105417" y="1986397"/>
                  <a:pt x="1087907" y="1983791"/>
                  <a:pt x="1076798" y="1963034"/>
                </a:cubicBezTo>
                <a:close/>
                <a:moveTo>
                  <a:pt x="887944" y="1918747"/>
                </a:moveTo>
                <a:cubicBezTo>
                  <a:pt x="862368" y="1900833"/>
                  <a:pt x="860542" y="1885950"/>
                  <a:pt x="883920" y="1885950"/>
                </a:cubicBezTo>
                <a:cubicBezTo>
                  <a:pt x="903977" y="1885950"/>
                  <a:pt x="923925" y="1903523"/>
                  <a:pt x="923925" y="1921192"/>
                </a:cubicBezTo>
                <a:cubicBezTo>
                  <a:pt x="923925" y="1937513"/>
                  <a:pt x="913749" y="1936822"/>
                  <a:pt x="887944" y="1918747"/>
                </a:cubicBezTo>
                <a:close/>
                <a:moveTo>
                  <a:pt x="1586443" y="1924909"/>
                </a:moveTo>
                <a:cubicBezTo>
                  <a:pt x="1580175" y="1914766"/>
                  <a:pt x="1589694" y="1885950"/>
                  <a:pt x="1599314" y="1885950"/>
                </a:cubicBezTo>
                <a:cubicBezTo>
                  <a:pt x="1612671" y="1885950"/>
                  <a:pt x="1627137" y="1907709"/>
                  <a:pt x="1622249" y="1920448"/>
                </a:cubicBezTo>
                <a:cubicBezTo>
                  <a:pt x="1616556" y="1935283"/>
                  <a:pt x="1594549" y="1938025"/>
                  <a:pt x="1586443" y="1924909"/>
                </a:cubicBezTo>
                <a:close/>
                <a:moveTo>
                  <a:pt x="1263538" y="1897106"/>
                </a:moveTo>
                <a:cubicBezTo>
                  <a:pt x="1241557" y="1872817"/>
                  <a:pt x="1243876" y="1850843"/>
                  <a:pt x="1270245" y="1833566"/>
                </a:cubicBezTo>
                <a:cubicBezTo>
                  <a:pt x="1316603" y="1803191"/>
                  <a:pt x="1357982" y="1862139"/>
                  <a:pt x="1314830" y="1897082"/>
                </a:cubicBezTo>
                <a:cubicBezTo>
                  <a:pt x="1288035" y="1918779"/>
                  <a:pt x="1283154" y="1918781"/>
                  <a:pt x="1263538" y="1897106"/>
                </a:cubicBezTo>
                <a:close/>
                <a:moveTo>
                  <a:pt x="1471907" y="1861071"/>
                </a:moveTo>
                <a:cubicBezTo>
                  <a:pt x="1460980" y="1850144"/>
                  <a:pt x="1459810" y="1841953"/>
                  <a:pt x="1467204" y="1828138"/>
                </a:cubicBezTo>
                <a:cubicBezTo>
                  <a:pt x="1486154" y="1792729"/>
                  <a:pt x="1532602" y="1814348"/>
                  <a:pt x="1518202" y="1851876"/>
                </a:cubicBezTo>
                <a:cubicBezTo>
                  <a:pt x="1510183" y="1872772"/>
                  <a:pt x="1488012" y="1877176"/>
                  <a:pt x="1471907" y="1861071"/>
                </a:cubicBezTo>
                <a:close/>
                <a:moveTo>
                  <a:pt x="984519" y="1833562"/>
                </a:moveTo>
                <a:cubicBezTo>
                  <a:pt x="976160" y="1811778"/>
                  <a:pt x="987870" y="1790700"/>
                  <a:pt x="1008331" y="1790700"/>
                </a:cubicBezTo>
                <a:cubicBezTo>
                  <a:pt x="1030860" y="1790700"/>
                  <a:pt x="1042427" y="1817021"/>
                  <a:pt x="1027698" y="1834769"/>
                </a:cubicBezTo>
                <a:cubicBezTo>
                  <a:pt x="1013367" y="1852036"/>
                  <a:pt x="991372" y="1851422"/>
                  <a:pt x="984519" y="1833562"/>
                </a:cubicBezTo>
                <a:close/>
                <a:moveTo>
                  <a:pt x="1682750" y="1803399"/>
                </a:moveTo>
                <a:cubicBezTo>
                  <a:pt x="1670080" y="1790730"/>
                  <a:pt x="1676806" y="1753052"/>
                  <a:pt x="1693314" y="1744217"/>
                </a:cubicBezTo>
                <a:cubicBezTo>
                  <a:pt x="1728542" y="1725364"/>
                  <a:pt x="1760082" y="1769882"/>
                  <a:pt x="1731645" y="1798320"/>
                </a:cubicBezTo>
                <a:cubicBezTo>
                  <a:pt x="1719191" y="1810773"/>
                  <a:pt x="1692859" y="1813509"/>
                  <a:pt x="1682750" y="1803399"/>
                </a:cubicBezTo>
                <a:close/>
                <a:moveTo>
                  <a:pt x="1184568" y="1766951"/>
                </a:moveTo>
                <a:cubicBezTo>
                  <a:pt x="1181269" y="1758353"/>
                  <a:pt x="1183137" y="1746752"/>
                  <a:pt x="1188720" y="1741170"/>
                </a:cubicBezTo>
                <a:cubicBezTo>
                  <a:pt x="1203232" y="1726657"/>
                  <a:pt x="1230729" y="1739921"/>
                  <a:pt x="1226938" y="1759605"/>
                </a:cubicBezTo>
                <a:cubicBezTo>
                  <a:pt x="1222715" y="1781530"/>
                  <a:pt x="1192194" y="1786822"/>
                  <a:pt x="1184568" y="1766951"/>
                </a:cubicBezTo>
                <a:close/>
                <a:moveTo>
                  <a:pt x="879461" y="1728048"/>
                </a:moveTo>
                <a:cubicBezTo>
                  <a:pt x="876289" y="1719784"/>
                  <a:pt x="880972" y="1705854"/>
                  <a:pt x="889867" y="1697092"/>
                </a:cubicBezTo>
                <a:cubicBezTo>
                  <a:pt x="904990" y="1682195"/>
                  <a:pt x="906917" y="1682347"/>
                  <a:pt x="919583" y="1699431"/>
                </a:cubicBezTo>
                <a:cubicBezTo>
                  <a:pt x="929620" y="1712969"/>
                  <a:pt x="930400" y="1720984"/>
                  <a:pt x="922597" y="1730387"/>
                </a:cubicBezTo>
                <a:cubicBezTo>
                  <a:pt x="908330" y="1747577"/>
                  <a:pt x="886500" y="1746393"/>
                  <a:pt x="879461" y="1728048"/>
                </a:cubicBezTo>
                <a:close/>
                <a:moveTo>
                  <a:pt x="1336968" y="1709801"/>
                </a:moveTo>
                <a:cubicBezTo>
                  <a:pt x="1333669" y="1701203"/>
                  <a:pt x="1335537" y="1689602"/>
                  <a:pt x="1341120" y="1684020"/>
                </a:cubicBezTo>
                <a:cubicBezTo>
                  <a:pt x="1355632" y="1669507"/>
                  <a:pt x="1383129" y="1682771"/>
                  <a:pt x="1379338" y="1702455"/>
                </a:cubicBezTo>
                <a:cubicBezTo>
                  <a:pt x="1375115" y="1724380"/>
                  <a:pt x="1344594" y="1729672"/>
                  <a:pt x="1336968" y="1709801"/>
                </a:cubicBezTo>
                <a:close/>
                <a:moveTo>
                  <a:pt x="1497330" y="1693545"/>
                </a:moveTo>
                <a:cubicBezTo>
                  <a:pt x="1473876" y="1670091"/>
                  <a:pt x="1496967" y="1632179"/>
                  <a:pt x="1527555" y="1643917"/>
                </a:cubicBezTo>
                <a:cubicBezTo>
                  <a:pt x="1551960" y="1653282"/>
                  <a:pt x="1540886" y="1704975"/>
                  <a:pt x="1514475" y="1704975"/>
                </a:cubicBezTo>
                <a:cubicBezTo>
                  <a:pt x="1511331" y="1704975"/>
                  <a:pt x="1503616" y="1699831"/>
                  <a:pt x="1497330" y="1693545"/>
                </a:cubicBezTo>
                <a:close/>
                <a:moveTo>
                  <a:pt x="689510" y="1672330"/>
                </a:moveTo>
                <a:cubicBezTo>
                  <a:pt x="680832" y="1649715"/>
                  <a:pt x="689553" y="1617065"/>
                  <a:pt x="707231" y="1605983"/>
                </a:cubicBezTo>
                <a:cubicBezTo>
                  <a:pt x="741766" y="1584334"/>
                  <a:pt x="779131" y="1639518"/>
                  <a:pt x="752039" y="1672161"/>
                </a:cubicBezTo>
                <a:cubicBezTo>
                  <a:pt x="737340" y="1689872"/>
                  <a:pt x="696284" y="1689983"/>
                  <a:pt x="689510" y="1672330"/>
                </a:cubicBezTo>
                <a:close/>
                <a:moveTo>
                  <a:pt x="1047852" y="1652711"/>
                </a:moveTo>
                <a:cubicBezTo>
                  <a:pt x="1030261" y="1631514"/>
                  <a:pt x="1043897" y="1592004"/>
                  <a:pt x="1071166" y="1585160"/>
                </a:cubicBezTo>
                <a:cubicBezTo>
                  <a:pt x="1098959" y="1578185"/>
                  <a:pt x="1110505" y="1584182"/>
                  <a:pt x="1116984" y="1608960"/>
                </a:cubicBezTo>
                <a:cubicBezTo>
                  <a:pt x="1127877" y="1650613"/>
                  <a:pt x="1074268" y="1684540"/>
                  <a:pt x="1047852" y="1652711"/>
                </a:cubicBezTo>
                <a:close/>
                <a:moveTo>
                  <a:pt x="1787854" y="1660854"/>
                </a:moveTo>
                <a:cubicBezTo>
                  <a:pt x="1776303" y="1649303"/>
                  <a:pt x="1780575" y="1622080"/>
                  <a:pt x="1795940" y="1609328"/>
                </a:cubicBezTo>
                <a:cubicBezTo>
                  <a:pt x="1817443" y="1591482"/>
                  <a:pt x="1847575" y="1621493"/>
                  <a:pt x="1832380" y="1645622"/>
                </a:cubicBezTo>
                <a:cubicBezTo>
                  <a:pt x="1821024" y="1663654"/>
                  <a:pt x="1798395" y="1671395"/>
                  <a:pt x="1787854" y="1660854"/>
                </a:cubicBezTo>
                <a:close/>
                <a:moveTo>
                  <a:pt x="1252448" y="1625125"/>
                </a:moveTo>
                <a:cubicBezTo>
                  <a:pt x="1239891" y="1615943"/>
                  <a:pt x="1237141" y="1605913"/>
                  <a:pt x="1241940" y="1586793"/>
                </a:cubicBezTo>
                <a:cubicBezTo>
                  <a:pt x="1251190" y="1549939"/>
                  <a:pt x="1298711" y="1554306"/>
                  <a:pt x="1303114" y="1592415"/>
                </a:cubicBezTo>
                <a:cubicBezTo>
                  <a:pt x="1306892" y="1625115"/>
                  <a:pt x="1277970" y="1643787"/>
                  <a:pt x="1252448" y="1625125"/>
                </a:cubicBezTo>
                <a:close/>
                <a:moveTo>
                  <a:pt x="1615963" y="1582781"/>
                </a:moveTo>
                <a:cubicBezTo>
                  <a:pt x="1586154" y="1549842"/>
                  <a:pt x="1600935" y="1514108"/>
                  <a:pt x="1646565" y="1508795"/>
                </a:cubicBezTo>
                <a:cubicBezTo>
                  <a:pt x="1683861" y="1504453"/>
                  <a:pt x="1697058" y="1538927"/>
                  <a:pt x="1672467" y="1576456"/>
                </a:cubicBezTo>
                <a:cubicBezTo>
                  <a:pt x="1653991" y="1604655"/>
                  <a:pt x="1637436" y="1606508"/>
                  <a:pt x="1615963" y="1582781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1860573" y="1518597"/>
                </a:moveTo>
                <a:cubicBezTo>
                  <a:pt x="1853699" y="1500683"/>
                  <a:pt x="1870555" y="1481148"/>
                  <a:pt x="1885120" y="1490149"/>
                </a:cubicBezTo>
                <a:cubicBezTo>
                  <a:pt x="1900820" y="1499852"/>
                  <a:pt x="1897535" y="1533525"/>
                  <a:pt x="1880888" y="1533525"/>
                </a:cubicBezTo>
                <a:cubicBezTo>
                  <a:pt x="1872866" y="1533525"/>
                  <a:pt x="1863724" y="1526807"/>
                  <a:pt x="1860573" y="1518597"/>
                </a:cubicBezTo>
                <a:close/>
                <a:moveTo>
                  <a:pt x="1400279" y="1509838"/>
                </a:moveTo>
                <a:cubicBezTo>
                  <a:pt x="1390578" y="1498149"/>
                  <a:pt x="1390271" y="1489545"/>
                  <a:pt x="1398879" y="1470652"/>
                </a:cubicBezTo>
                <a:cubicBezTo>
                  <a:pt x="1411181" y="1443653"/>
                  <a:pt x="1434980" y="1443010"/>
                  <a:pt x="1451492" y="1469231"/>
                </a:cubicBezTo>
                <a:cubicBezTo>
                  <a:pt x="1472638" y="1502809"/>
                  <a:pt x="1425479" y="1540202"/>
                  <a:pt x="1400279" y="1509838"/>
                </a:cubicBezTo>
                <a:close/>
                <a:moveTo>
                  <a:pt x="679719" y="1481137"/>
                </a:moveTo>
                <a:cubicBezTo>
                  <a:pt x="671327" y="1459267"/>
                  <a:pt x="683100" y="1438275"/>
                  <a:pt x="703757" y="1438275"/>
                </a:cubicBezTo>
                <a:cubicBezTo>
                  <a:pt x="726001" y="1438275"/>
                  <a:pt x="734050" y="1455867"/>
                  <a:pt x="722277" y="1478756"/>
                </a:cubicBezTo>
                <a:cubicBezTo>
                  <a:pt x="711773" y="1499180"/>
                  <a:pt x="687171" y="1500556"/>
                  <a:pt x="679719" y="1481137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49493" y="1394059"/>
                </a:moveTo>
                <a:cubicBezTo>
                  <a:pt x="1228430" y="1356422"/>
                  <a:pt x="1272706" y="1316249"/>
                  <a:pt x="1302459" y="1346002"/>
                </a:cubicBezTo>
                <a:cubicBezTo>
                  <a:pt x="1324568" y="1368111"/>
                  <a:pt x="1310821" y="1409700"/>
                  <a:pt x="1281404" y="1409700"/>
                </a:cubicBezTo>
                <a:cubicBezTo>
                  <a:pt x="1268667" y="1409700"/>
                  <a:pt x="1254307" y="1402661"/>
                  <a:pt x="1249493" y="1394059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574955" y="1366865"/>
                </a:moveTo>
                <a:cubicBezTo>
                  <a:pt x="571663" y="1358287"/>
                  <a:pt x="573370" y="1346869"/>
                  <a:pt x="578748" y="1341491"/>
                </a:cubicBezTo>
                <a:cubicBezTo>
                  <a:pt x="594275" y="1325964"/>
                  <a:pt x="623887" y="1336429"/>
                  <a:pt x="623887" y="1357442"/>
                </a:cubicBezTo>
                <a:cubicBezTo>
                  <a:pt x="623887" y="1381671"/>
                  <a:pt x="583612" y="1389426"/>
                  <a:pt x="574955" y="1366865"/>
                </a:cubicBezTo>
                <a:close/>
                <a:moveTo>
                  <a:pt x="735544" y="1309147"/>
                </a:moveTo>
                <a:cubicBezTo>
                  <a:pt x="699861" y="1284154"/>
                  <a:pt x="716470" y="1219200"/>
                  <a:pt x="758544" y="1219200"/>
                </a:cubicBezTo>
                <a:cubicBezTo>
                  <a:pt x="807243" y="1219200"/>
                  <a:pt x="826027" y="1269472"/>
                  <a:pt x="790575" y="1304925"/>
                </a:cubicBezTo>
                <a:cubicBezTo>
                  <a:pt x="767643" y="1327856"/>
                  <a:pt x="762787" y="1328229"/>
                  <a:pt x="735544" y="1309147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806" y="1302183"/>
                </a:moveTo>
                <a:cubicBezTo>
                  <a:pt x="1885253" y="1282502"/>
                  <a:pt x="1900001" y="1264465"/>
                  <a:pt x="1920428" y="1268399"/>
                </a:cubicBezTo>
                <a:cubicBezTo>
                  <a:pt x="1945735" y="1273273"/>
                  <a:pt x="1943872" y="1308897"/>
                  <a:pt x="1918118" y="1312572"/>
                </a:cubicBezTo>
                <a:cubicBezTo>
                  <a:pt x="1906998" y="1314159"/>
                  <a:pt x="1895607" y="1309484"/>
                  <a:pt x="1892806" y="1302183"/>
                </a:cubicBezTo>
                <a:close/>
                <a:moveTo>
                  <a:pt x="906482" y="1274816"/>
                </a:moveTo>
                <a:cubicBezTo>
                  <a:pt x="908217" y="1262562"/>
                  <a:pt x="916066" y="1252537"/>
                  <a:pt x="923925" y="1252537"/>
                </a:cubicBezTo>
                <a:cubicBezTo>
                  <a:pt x="944582" y="1252537"/>
                  <a:pt x="941736" y="1289697"/>
                  <a:pt x="920770" y="1293735"/>
                </a:cubicBezTo>
                <a:cubicBezTo>
                  <a:pt x="907244" y="1296340"/>
                  <a:pt x="904036" y="1292092"/>
                  <a:pt x="906482" y="1274816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514350" y="1252164"/>
                </a:moveTo>
                <a:cubicBezTo>
                  <a:pt x="514350" y="1221380"/>
                  <a:pt x="516235" y="1218432"/>
                  <a:pt x="529097" y="1229106"/>
                </a:cubicBezTo>
                <a:cubicBezTo>
                  <a:pt x="545902" y="1243054"/>
                  <a:pt x="544096" y="1277666"/>
                  <a:pt x="526256" y="1283541"/>
                </a:cubicBezTo>
                <a:cubicBezTo>
                  <a:pt x="518167" y="1286205"/>
                  <a:pt x="514350" y="1276144"/>
                  <a:pt x="514350" y="1252164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2013219" y="1233487"/>
                </a:moveTo>
                <a:cubicBezTo>
                  <a:pt x="2005673" y="1213823"/>
                  <a:pt x="2015904" y="1190625"/>
                  <a:pt x="2032122" y="1190625"/>
                </a:cubicBezTo>
                <a:cubicBezTo>
                  <a:pt x="2051619" y="1190625"/>
                  <a:pt x="2068207" y="1214300"/>
                  <a:pt x="2061307" y="1232280"/>
                </a:cubicBezTo>
                <a:cubicBezTo>
                  <a:pt x="2053840" y="1251739"/>
                  <a:pt x="2020544" y="1252575"/>
                  <a:pt x="2013219" y="1233487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568325" y="1165225"/>
                </a:moveTo>
                <a:cubicBezTo>
                  <a:pt x="556591" y="1153491"/>
                  <a:pt x="561836" y="1116872"/>
                  <a:pt x="577060" y="1104237"/>
                </a:cubicBezTo>
                <a:cubicBezTo>
                  <a:pt x="606754" y="1079593"/>
                  <a:pt x="643964" y="1127357"/>
                  <a:pt x="618745" y="1157745"/>
                </a:cubicBezTo>
                <a:cubicBezTo>
                  <a:pt x="606800" y="1172137"/>
                  <a:pt x="579315" y="1176215"/>
                  <a:pt x="568325" y="1165225"/>
                </a:cubicBezTo>
                <a:close/>
                <a:moveTo>
                  <a:pt x="1518185" y="1148455"/>
                </a:moveTo>
                <a:cubicBezTo>
                  <a:pt x="1509507" y="1125840"/>
                  <a:pt x="1518228" y="1093190"/>
                  <a:pt x="1535906" y="1082108"/>
                </a:cubicBezTo>
                <a:cubicBezTo>
                  <a:pt x="1570441" y="1060459"/>
                  <a:pt x="1607806" y="1115643"/>
                  <a:pt x="1580714" y="1148286"/>
                </a:cubicBezTo>
                <a:cubicBezTo>
                  <a:pt x="1566015" y="1165997"/>
                  <a:pt x="1524959" y="1166108"/>
                  <a:pt x="1518185" y="1148455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981200" y="1110445"/>
                </a:moveTo>
                <a:cubicBezTo>
                  <a:pt x="1981200" y="1090486"/>
                  <a:pt x="2001720" y="1047750"/>
                  <a:pt x="2011303" y="1047750"/>
                </a:cubicBezTo>
                <a:cubicBezTo>
                  <a:pt x="2028548" y="1047750"/>
                  <a:pt x="2019173" y="1104297"/>
                  <a:pt x="2000250" y="1114425"/>
                </a:cubicBezTo>
                <a:cubicBezTo>
                  <a:pt x="1985166" y="1122497"/>
                  <a:pt x="1981200" y="1121668"/>
                  <a:pt x="1981200" y="1110445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697230" y="1036320"/>
                </a:moveTo>
                <a:cubicBezTo>
                  <a:pt x="673776" y="1012866"/>
                  <a:pt x="696867" y="974954"/>
                  <a:pt x="727455" y="986692"/>
                </a:cubicBezTo>
                <a:cubicBezTo>
                  <a:pt x="751860" y="996057"/>
                  <a:pt x="740786" y="1047750"/>
                  <a:pt x="714375" y="1047750"/>
                </a:cubicBezTo>
                <a:cubicBezTo>
                  <a:pt x="711231" y="1047750"/>
                  <a:pt x="703516" y="1042606"/>
                  <a:pt x="697230" y="1036320"/>
                </a:cubicBezTo>
                <a:close/>
                <a:moveTo>
                  <a:pt x="1689639" y="1034166"/>
                </a:moveTo>
                <a:cubicBezTo>
                  <a:pt x="1680973" y="1011583"/>
                  <a:pt x="1693235" y="988776"/>
                  <a:pt x="1712089" y="992407"/>
                </a:cubicBezTo>
                <a:cubicBezTo>
                  <a:pt x="1722634" y="994438"/>
                  <a:pt x="1728787" y="1004302"/>
                  <a:pt x="1728787" y="1019175"/>
                </a:cubicBezTo>
                <a:cubicBezTo>
                  <a:pt x="1728787" y="1046327"/>
                  <a:pt x="1698723" y="1057839"/>
                  <a:pt x="1689639" y="1034166"/>
                </a:cubicBezTo>
                <a:close/>
                <a:moveTo>
                  <a:pt x="2111776" y="1022751"/>
                </a:moveTo>
                <a:cubicBezTo>
                  <a:pt x="2089154" y="1000129"/>
                  <a:pt x="2124490" y="954146"/>
                  <a:pt x="2151615" y="970910"/>
                </a:cubicBezTo>
                <a:cubicBezTo>
                  <a:pt x="2170565" y="982622"/>
                  <a:pt x="2160575" y="1023484"/>
                  <a:pt x="2137970" y="1026720"/>
                </a:cubicBezTo>
                <a:cubicBezTo>
                  <a:pt x="2127277" y="1028251"/>
                  <a:pt x="2115490" y="1026465"/>
                  <a:pt x="2111776" y="1022751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1486000" y="985958"/>
                </a:moveTo>
                <a:cubicBezTo>
                  <a:pt x="1470533" y="967322"/>
                  <a:pt x="1480520" y="942975"/>
                  <a:pt x="1503631" y="942975"/>
                </a:cubicBezTo>
                <a:cubicBezTo>
                  <a:pt x="1528015" y="942975"/>
                  <a:pt x="1536335" y="967378"/>
                  <a:pt x="1518152" y="985561"/>
                </a:cubicBezTo>
                <a:cubicBezTo>
                  <a:pt x="1500313" y="1003401"/>
                  <a:pt x="1500474" y="1003399"/>
                  <a:pt x="1486000" y="985958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603578" y="909466"/>
                </a:moveTo>
                <a:cubicBezTo>
                  <a:pt x="1595038" y="887210"/>
                  <a:pt x="1619457" y="836241"/>
                  <a:pt x="1635677" y="842465"/>
                </a:cubicBezTo>
                <a:cubicBezTo>
                  <a:pt x="1643215" y="845358"/>
                  <a:pt x="1653029" y="847725"/>
                  <a:pt x="1657487" y="847725"/>
                </a:cubicBezTo>
                <a:cubicBezTo>
                  <a:pt x="1671661" y="847725"/>
                  <a:pt x="1677844" y="884377"/>
                  <a:pt x="1667067" y="904515"/>
                </a:cubicBezTo>
                <a:cubicBezTo>
                  <a:pt x="1654790" y="927455"/>
                  <a:pt x="1611769" y="930810"/>
                  <a:pt x="1603578" y="909466"/>
                </a:cubicBezTo>
                <a:close/>
                <a:moveTo>
                  <a:pt x="2252662" y="895350"/>
                </a:moveTo>
                <a:cubicBezTo>
                  <a:pt x="2255900" y="890111"/>
                  <a:pt x="2267121" y="885825"/>
                  <a:pt x="2277599" y="885825"/>
                </a:cubicBezTo>
                <a:cubicBezTo>
                  <a:pt x="2288076" y="885825"/>
                  <a:pt x="2294000" y="890111"/>
                  <a:pt x="2290762" y="895350"/>
                </a:cubicBezTo>
                <a:cubicBezTo>
                  <a:pt x="2287524" y="900588"/>
                  <a:pt x="2276303" y="904875"/>
                  <a:pt x="2265825" y="904875"/>
                </a:cubicBezTo>
                <a:cubicBezTo>
                  <a:pt x="2255348" y="904875"/>
                  <a:pt x="2249424" y="900588"/>
                  <a:pt x="2252662" y="895350"/>
                </a:cubicBezTo>
                <a:close/>
                <a:moveTo>
                  <a:pt x="1298844" y="881062"/>
                </a:moveTo>
                <a:cubicBezTo>
                  <a:pt x="1290433" y="859144"/>
                  <a:pt x="1302942" y="836421"/>
                  <a:pt x="1321455" y="839986"/>
                </a:cubicBezTo>
                <a:cubicBezTo>
                  <a:pt x="1342122" y="843966"/>
                  <a:pt x="1349348" y="875960"/>
                  <a:pt x="1332055" y="886919"/>
                </a:cubicBezTo>
                <a:cubicBezTo>
                  <a:pt x="1313456" y="898706"/>
                  <a:pt x="1305045" y="897223"/>
                  <a:pt x="1298844" y="881062"/>
                </a:cubicBezTo>
                <a:close/>
                <a:moveTo>
                  <a:pt x="723900" y="866775"/>
                </a:moveTo>
                <a:cubicBezTo>
                  <a:pt x="723900" y="854652"/>
                  <a:pt x="730250" y="847725"/>
                  <a:pt x="741362" y="847725"/>
                </a:cubicBezTo>
                <a:cubicBezTo>
                  <a:pt x="763833" y="847725"/>
                  <a:pt x="771509" y="855731"/>
                  <a:pt x="765087" y="872468"/>
                </a:cubicBezTo>
                <a:cubicBezTo>
                  <a:pt x="757001" y="893539"/>
                  <a:pt x="723900" y="888963"/>
                  <a:pt x="723900" y="866775"/>
                </a:cubicBezTo>
                <a:close/>
                <a:moveTo>
                  <a:pt x="1137189" y="853191"/>
                </a:moveTo>
                <a:cubicBezTo>
                  <a:pt x="1128523" y="830608"/>
                  <a:pt x="1140785" y="807801"/>
                  <a:pt x="1159639" y="811432"/>
                </a:cubicBezTo>
                <a:cubicBezTo>
                  <a:pt x="1170184" y="813463"/>
                  <a:pt x="1176337" y="823327"/>
                  <a:pt x="1176337" y="838200"/>
                </a:cubicBezTo>
                <a:cubicBezTo>
                  <a:pt x="1176337" y="865352"/>
                  <a:pt x="1146273" y="876864"/>
                  <a:pt x="1137189" y="853191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1415659" y="814224"/>
                </a:moveTo>
                <a:cubicBezTo>
                  <a:pt x="1396221" y="794785"/>
                  <a:pt x="1396159" y="781496"/>
                  <a:pt x="1415383" y="754050"/>
                </a:cubicBezTo>
                <a:cubicBezTo>
                  <a:pt x="1447100" y="708767"/>
                  <a:pt x="1508623" y="744300"/>
                  <a:pt x="1490121" y="797216"/>
                </a:cubicBezTo>
                <a:cubicBezTo>
                  <a:pt x="1479012" y="828988"/>
                  <a:pt x="1439458" y="838023"/>
                  <a:pt x="1415659" y="814224"/>
                </a:cubicBezTo>
                <a:close/>
                <a:moveTo>
                  <a:pt x="1023827" y="758334"/>
                </a:moveTo>
                <a:cubicBezTo>
                  <a:pt x="1004436" y="744156"/>
                  <a:pt x="1007962" y="715715"/>
                  <a:pt x="1030902" y="701269"/>
                </a:cubicBezTo>
                <a:cubicBezTo>
                  <a:pt x="1053223" y="687213"/>
                  <a:pt x="1080820" y="713781"/>
                  <a:pt x="1072178" y="741007"/>
                </a:cubicBezTo>
                <a:cubicBezTo>
                  <a:pt x="1064231" y="766048"/>
                  <a:pt x="1044195" y="773228"/>
                  <a:pt x="1023827" y="758334"/>
                </a:cubicBezTo>
                <a:close/>
                <a:moveTo>
                  <a:pt x="1628775" y="715962"/>
                </a:moveTo>
                <a:cubicBezTo>
                  <a:pt x="1628775" y="693491"/>
                  <a:pt x="1636781" y="685815"/>
                  <a:pt x="1653518" y="692237"/>
                </a:cubicBezTo>
                <a:cubicBezTo>
                  <a:pt x="1674589" y="700323"/>
                  <a:pt x="1670013" y="733425"/>
                  <a:pt x="1647825" y="733425"/>
                </a:cubicBezTo>
                <a:cubicBezTo>
                  <a:pt x="1635702" y="733425"/>
                  <a:pt x="1628775" y="727075"/>
                  <a:pt x="1628775" y="715962"/>
                </a:cubicBezTo>
                <a:close/>
                <a:moveTo>
                  <a:pt x="1220024" y="687339"/>
                </a:moveTo>
                <a:cubicBezTo>
                  <a:pt x="1198004" y="646196"/>
                  <a:pt x="1246419" y="599857"/>
                  <a:pt x="1281236" y="628752"/>
                </a:cubicBezTo>
                <a:cubicBezTo>
                  <a:pt x="1298292" y="642907"/>
                  <a:pt x="1299760" y="677629"/>
                  <a:pt x="1283970" y="693420"/>
                </a:cubicBezTo>
                <a:cubicBezTo>
                  <a:pt x="1266788" y="710601"/>
                  <a:pt x="1230633" y="707164"/>
                  <a:pt x="1220024" y="687339"/>
                </a:cubicBezTo>
                <a:close/>
                <a:moveTo>
                  <a:pt x="1477834" y="654874"/>
                </a:moveTo>
                <a:cubicBezTo>
                  <a:pt x="1462867" y="639907"/>
                  <a:pt x="1464044" y="623786"/>
                  <a:pt x="1481137" y="609600"/>
                </a:cubicBezTo>
                <a:cubicBezTo>
                  <a:pt x="1497471" y="596043"/>
                  <a:pt x="1524000" y="611295"/>
                  <a:pt x="1524000" y="634243"/>
                </a:cubicBezTo>
                <a:cubicBezTo>
                  <a:pt x="1524000" y="653561"/>
                  <a:pt x="1491185" y="668225"/>
                  <a:pt x="1477834" y="654874"/>
                </a:cubicBezTo>
                <a:close/>
                <a:moveTo>
                  <a:pt x="1353268" y="558078"/>
                </a:moveTo>
                <a:cubicBezTo>
                  <a:pt x="1335310" y="536440"/>
                  <a:pt x="1349579" y="504825"/>
                  <a:pt x="1377303" y="504825"/>
                </a:cubicBezTo>
                <a:cubicBezTo>
                  <a:pt x="1404141" y="504825"/>
                  <a:pt x="1417336" y="528675"/>
                  <a:pt x="1403051" y="551363"/>
                </a:cubicBezTo>
                <a:cubicBezTo>
                  <a:pt x="1389875" y="572287"/>
                  <a:pt x="1367559" y="575297"/>
                  <a:pt x="1353268" y="558078"/>
                </a:cubicBezTo>
                <a:close/>
              </a:path>
            </a:pathLst>
          </a:custGeom>
          <a:solidFill>
            <a:srgbClr val="7A1732">
              <a:alpha val="60000"/>
            </a:srgbClr>
          </a:solidFill>
          <a:ln>
            <a:noFill/>
          </a:ln>
        </p:spPr>
      </p:sp>
      <p:pic>
        <p:nvPicPr>
          <p:cNvPr id="10" name="paper ball" descr="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600000">
            <a:off x="7218922" y="5674472"/>
            <a:ext cx="2990850" cy="2743200"/>
          </a:xfrm>
          <a:prstGeom prst="rect">
            <a:avLst/>
          </a:prstGeom>
        </p:spPr>
      </p:pic>
      <p:sp>
        <p:nvSpPr>
          <p:cNvPr id="11" name="paper ball pattern"/>
          <p:cNvSpPr/>
          <p:nvPr/>
        </p:nvSpPr>
        <p:spPr>
          <a:xfrm rot="-3000000">
            <a:off x="7218921" y="5674471"/>
            <a:ext cx="2990850" cy="2743200"/>
          </a:xfrm>
          <a:custGeom>
            <a:avLst/>
            <a:gdLst/>
            <a:ahLst/>
            <a:cxnLst/>
            <a:rect l="0" t="0" r="r" b="b"/>
            <a:pathLst>
              <a:path w="2990850" h="2743200">
                <a:moveTo>
                  <a:pt x="1625600" y="2193925"/>
                </a:moveTo>
                <a:cubicBezTo>
                  <a:pt x="1611856" y="2180181"/>
                  <a:pt x="1619647" y="2152650"/>
                  <a:pt x="1637280" y="2152650"/>
                </a:cubicBezTo>
                <a:cubicBezTo>
                  <a:pt x="1659059" y="2152650"/>
                  <a:pt x="1669499" y="2174790"/>
                  <a:pt x="1654700" y="2189589"/>
                </a:cubicBezTo>
                <a:cubicBezTo>
                  <a:pt x="1642470" y="2201819"/>
                  <a:pt x="1634658" y="2202983"/>
                  <a:pt x="1625600" y="2193925"/>
                </a:cubicBezTo>
                <a:close/>
                <a:moveTo>
                  <a:pt x="1152490" y="2147845"/>
                </a:moveTo>
                <a:cubicBezTo>
                  <a:pt x="1135129" y="2126927"/>
                  <a:pt x="1145434" y="2092676"/>
                  <a:pt x="1173874" y="2076768"/>
                </a:cubicBezTo>
                <a:cubicBezTo>
                  <a:pt x="1207747" y="2057820"/>
                  <a:pt x="1232376" y="2072003"/>
                  <a:pt x="1236447" y="2112802"/>
                </a:cubicBezTo>
                <a:cubicBezTo>
                  <a:pt x="1239020" y="2138582"/>
                  <a:pt x="1235899" y="2143242"/>
                  <a:pt x="1212635" y="2148356"/>
                </a:cubicBezTo>
                <a:cubicBezTo>
                  <a:pt x="1197910" y="2151592"/>
                  <a:pt x="1180818" y="2155771"/>
                  <a:pt x="1174652" y="2157641"/>
                </a:cubicBezTo>
                <a:cubicBezTo>
                  <a:pt x="1168487" y="2159512"/>
                  <a:pt x="1158514" y="2155103"/>
                  <a:pt x="1152490" y="2147845"/>
                </a:cubicBezTo>
                <a:close/>
                <a:moveTo>
                  <a:pt x="1468755" y="2141220"/>
                </a:moveTo>
                <a:cubicBezTo>
                  <a:pt x="1434922" y="2107387"/>
                  <a:pt x="1474186" y="2055018"/>
                  <a:pt x="1513002" y="2082205"/>
                </a:cubicBezTo>
                <a:cubicBezTo>
                  <a:pt x="1537313" y="2099233"/>
                  <a:pt x="1539105" y="2117133"/>
                  <a:pt x="1518557" y="2137682"/>
                </a:cubicBezTo>
                <a:cubicBezTo>
                  <a:pt x="1500659" y="2155579"/>
                  <a:pt x="1484278" y="2156743"/>
                  <a:pt x="1468755" y="2141220"/>
                </a:cubicBezTo>
                <a:close/>
                <a:moveTo>
                  <a:pt x="1777730" y="2100262"/>
                </a:moveTo>
                <a:cubicBezTo>
                  <a:pt x="1783681" y="2084753"/>
                  <a:pt x="1814922" y="2080752"/>
                  <a:pt x="1823368" y="2094417"/>
                </a:cubicBezTo>
                <a:cubicBezTo>
                  <a:pt x="1826237" y="2099060"/>
                  <a:pt x="1818989" y="2105431"/>
                  <a:pt x="1807261" y="2108574"/>
                </a:cubicBezTo>
                <a:cubicBezTo>
                  <a:pt x="1775600" y="2117060"/>
                  <a:pt x="1771705" y="2115963"/>
                  <a:pt x="1777730" y="2100262"/>
                </a:cubicBezTo>
                <a:close/>
                <a:moveTo>
                  <a:pt x="1038664" y="2034117"/>
                </a:moveTo>
                <a:cubicBezTo>
                  <a:pt x="1012940" y="2003121"/>
                  <a:pt x="1055511" y="1965829"/>
                  <a:pt x="1084045" y="1994363"/>
                </a:cubicBezTo>
                <a:cubicBezTo>
                  <a:pt x="1096176" y="2006494"/>
                  <a:pt x="1097418" y="2013937"/>
                  <a:pt x="1089430" y="2026622"/>
                </a:cubicBezTo>
                <a:cubicBezTo>
                  <a:pt x="1075522" y="2048707"/>
                  <a:pt x="1053475" y="2051962"/>
                  <a:pt x="1038664" y="2034117"/>
                </a:cubicBezTo>
                <a:close/>
                <a:moveTo>
                  <a:pt x="1638107" y="2028465"/>
                </a:moveTo>
                <a:cubicBezTo>
                  <a:pt x="1617576" y="1990101"/>
                  <a:pt x="1651286" y="1947841"/>
                  <a:pt x="1693594" y="1958904"/>
                </a:cubicBezTo>
                <a:cubicBezTo>
                  <a:pt x="1721220" y="1966129"/>
                  <a:pt x="1728876" y="1996190"/>
                  <a:pt x="1710307" y="2024528"/>
                </a:cubicBezTo>
                <a:cubicBezTo>
                  <a:pt x="1691302" y="2053534"/>
                  <a:pt x="1652651" y="2055641"/>
                  <a:pt x="1638107" y="2028465"/>
                </a:cubicBezTo>
                <a:close/>
                <a:moveTo>
                  <a:pt x="1357008" y="2018341"/>
                </a:moveTo>
                <a:cubicBezTo>
                  <a:pt x="1349372" y="1994284"/>
                  <a:pt x="1363048" y="1978156"/>
                  <a:pt x="1387147" y="1982797"/>
                </a:cubicBezTo>
                <a:cubicBezTo>
                  <a:pt x="1408599" y="1986928"/>
                  <a:pt x="1416413" y="2018713"/>
                  <a:pt x="1398730" y="2029919"/>
                </a:cubicBezTo>
                <a:cubicBezTo>
                  <a:pt x="1377551" y="2043341"/>
                  <a:pt x="1363725" y="2039504"/>
                  <a:pt x="1357008" y="2018341"/>
                </a:cubicBezTo>
                <a:close/>
                <a:moveTo>
                  <a:pt x="1862730" y="1975669"/>
                </a:moveTo>
                <a:cubicBezTo>
                  <a:pt x="1839291" y="1952231"/>
                  <a:pt x="1867719" y="1909195"/>
                  <a:pt x="1896475" y="1924585"/>
                </a:cubicBezTo>
                <a:cubicBezTo>
                  <a:pt x="1916912" y="1935523"/>
                  <a:pt x="1920145" y="1962244"/>
                  <a:pt x="1903095" y="1979295"/>
                </a:cubicBezTo>
                <a:cubicBezTo>
                  <a:pt x="1888017" y="1994372"/>
                  <a:pt x="1880783" y="1993722"/>
                  <a:pt x="1862730" y="1975669"/>
                </a:cubicBezTo>
                <a:close/>
                <a:moveTo>
                  <a:pt x="1519898" y="1956688"/>
                </a:moveTo>
                <a:cubicBezTo>
                  <a:pt x="1511677" y="1948466"/>
                  <a:pt x="1505015" y="1938830"/>
                  <a:pt x="1505095" y="1935275"/>
                </a:cubicBezTo>
                <a:cubicBezTo>
                  <a:pt x="1505899" y="1899658"/>
                  <a:pt x="1564811" y="1895356"/>
                  <a:pt x="1569821" y="1930549"/>
                </a:cubicBezTo>
                <a:cubicBezTo>
                  <a:pt x="1573967" y="1959673"/>
                  <a:pt x="1540439" y="1977228"/>
                  <a:pt x="1519898" y="1956688"/>
                </a:cubicBezTo>
                <a:close/>
                <a:moveTo>
                  <a:pt x="1225547" y="1948558"/>
                </a:moveTo>
                <a:cubicBezTo>
                  <a:pt x="1219325" y="1932342"/>
                  <a:pt x="1242732" y="1910284"/>
                  <a:pt x="1256882" y="1919029"/>
                </a:cubicBezTo>
                <a:cubicBezTo>
                  <a:pt x="1262350" y="1922409"/>
                  <a:pt x="1266825" y="1933493"/>
                  <a:pt x="1266825" y="1943662"/>
                </a:cubicBezTo>
                <a:cubicBezTo>
                  <a:pt x="1266825" y="1965490"/>
                  <a:pt x="1233559" y="1969436"/>
                  <a:pt x="1225547" y="1948558"/>
                </a:cubicBezTo>
                <a:close/>
                <a:moveTo>
                  <a:pt x="876778" y="1929388"/>
                </a:moveTo>
                <a:cubicBezTo>
                  <a:pt x="853752" y="1901644"/>
                  <a:pt x="868580" y="1864950"/>
                  <a:pt x="908356" y="1851246"/>
                </a:cubicBezTo>
                <a:cubicBezTo>
                  <a:pt x="952361" y="1836084"/>
                  <a:pt x="962025" y="1840420"/>
                  <a:pt x="962025" y="1875326"/>
                </a:cubicBezTo>
                <a:cubicBezTo>
                  <a:pt x="962025" y="1923011"/>
                  <a:pt x="902706" y="1960629"/>
                  <a:pt x="876778" y="1929388"/>
                </a:cubicBezTo>
                <a:close/>
                <a:moveTo>
                  <a:pt x="1336756" y="1861175"/>
                </a:moveTo>
                <a:cubicBezTo>
                  <a:pt x="1315194" y="1828268"/>
                  <a:pt x="1329332" y="1805917"/>
                  <a:pt x="1374136" y="1802079"/>
                </a:cubicBezTo>
                <a:cubicBezTo>
                  <a:pt x="1415823" y="1798508"/>
                  <a:pt x="1429816" y="1825504"/>
                  <a:pt x="1405507" y="1862603"/>
                </a:cubicBezTo>
                <a:cubicBezTo>
                  <a:pt x="1385650" y="1892910"/>
                  <a:pt x="1357161" y="1892318"/>
                  <a:pt x="1336756" y="1861175"/>
                </a:cubicBezTo>
                <a:close/>
                <a:moveTo>
                  <a:pt x="1746543" y="1862201"/>
                </a:moveTo>
                <a:cubicBezTo>
                  <a:pt x="1743244" y="1853603"/>
                  <a:pt x="1745112" y="1842002"/>
                  <a:pt x="1750695" y="1836420"/>
                </a:cubicBezTo>
                <a:cubicBezTo>
                  <a:pt x="1765207" y="1821907"/>
                  <a:pt x="1792704" y="1835171"/>
                  <a:pt x="1788913" y="1854855"/>
                </a:cubicBezTo>
                <a:cubicBezTo>
                  <a:pt x="1784690" y="1876780"/>
                  <a:pt x="1754169" y="1882072"/>
                  <a:pt x="1746543" y="1862201"/>
                </a:cubicBezTo>
                <a:close/>
                <a:moveTo>
                  <a:pt x="719299" y="1838503"/>
                </a:moveTo>
                <a:cubicBezTo>
                  <a:pt x="700870" y="1818140"/>
                  <a:pt x="712189" y="1790700"/>
                  <a:pt x="739018" y="1790700"/>
                </a:cubicBezTo>
                <a:cubicBezTo>
                  <a:pt x="761693" y="1790700"/>
                  <a:pt x="773476" y="1825488"/>
                  <a:pt x="756538" y="1842426"/>
                </a:cubicBezTo>
                <a:cubicBezTo>
                  <a:pt x="737999" y="1860964"/>
                  <a:pt x="739797" y="1861153"/>
                  <a:pt x="719299" y="1838503"/>
                </a:cubicBezTo>
                <a:close/>
                <a:moveTo>
                  <a:pt x="1108827" y="1850085"/>
                </a:moveTo>
                <a:cubicBezTo>
                  <a:pt x="1089708" y="1837171"/>
                  <a:pt x="1087151" y="1801999"/>
                  <a:pt x="1104210" y="1786561"/>
                </a:cubicBezTo>
                <a:cubicBezTo>
                  <a:pt x="1122963" y="1769590"/>
                  <a:pt x="1171364" y="1785007"/>
                  <a:pt x="1171500" y="1807994"/>
                </a:cubicBezTo>
                <a:cubicBezTo>
                  <a:pt x="1171722" y="1845365"/>
                  <a:pt x="1136680" y="1868898"/>
                  <a:pt x="1108827" y="1850085"/>
                </a:cubicBezTo>
                <a:close/>
                <a:moveTo>
                  <a:pt x="1558017" y="1804307"/>
                </a:moveTo>
                <a:cubicBezTo>
                  <a:pt x="1546750" y="1793039"/>
                  <a:pt x="1545502" y="1784865"/>
                  <a:pt x="1552929" y="1770988"/>
                </a:cubicBezTo>
                <a:cubicBezTo>
                  <a:pt x="1570277" y="1738572"/>
                  <a:pt x="1609725" y="1752571"/>
                  <a:pt x="1609725" y="1791143"/>
                </a:cubicBezTo>
                <a:cubicBezTo>
                  <a:pt x="1609725" y="1810272"/>
                  <a:pt x="1573265" y="1819554"/>
                  <a:pt x="1558017" y="1804307"/>
                </a:cubicBezTo>
                <a:close/>
                <a:moveTo>
                  <a:pt x="1925955" y="1798320"/>
                </a:moveTo>
                <a:cubicBezTo>
                  <a:pt x="1897723" y="1770088"/>
                  <a:pt x="1918853" y="1714500"/>
                  <a:pt x="1957816" y="1714500"/>
                </a:cubicBezTo>
                <a:cubicBezTo>
                  <a:pt x="1980842" y="1714500"/>
                  <a:pt x="2009775" y="1741940"/>
                  <a:pt x="2009775" y="1763779"/>
                </a:cubicBezTo>
                <a:cubicBezTo>
                  <a:pt x="2009775" y="1798707"/>
                  <a:pt x="1950689" y="1823054"/>
                  <a:pt x="1925955" y="1798320"/>
                </a:cubicBezTo>
                <a:close/>
                <a:moveTo>
                  <a:pt x="835223" y="1755973"/>
                </a:moveTo>
                <a:cubicBezTo>
                  <a:pt x="820550" y="1741300"/>
                  <a:pt x="829056" y="1714500"/>
                  <a:pt x="848387" y="1714500"/>
                </a:cubicBezTo>
                <a:cubicBezTo>
                  <a:pt x="863203" y="1714500"/>
                  <a:pt x="867343" y="1719637"/>
                  <a:pt x="865056" y="1735185"/>
                </a:cubicBezTo>
                <a:cubicBezTo>
                  <a:pt x="861895" y="1756666"/>
                  <a:pt x="846585" y="1767335"/>
                  <a:pt x="835223" y="1755973"/>
                </a:cubicBezTo>
                <a:close/>
                <a:moveTo>
                  <a:pt x="1705077" y="1728911"/>
                </a:moveTo>
                <a:cubicBezTo>
                  <a:pt x="1690597" y="1711464"/>
                  <a:pt x="1699529" y="1671002"/>
                  <a:pt x="1719556" y="1663317"/>
                </a:cubicBezTo>
                <a:cubicBezTo>
                  <a:pt x="1740592" y="1655245"/>
                  <a:pt x="1771650" y="1677471"/>
                  <a:pt x="1771650" y="1700598"/>
                </a:cubicBezTo>
                <a:cubicBezTo>
                  <a:pt x="1771650" y="1739189"/>
                  <a:pt x="1728750" y="1757434"/>
                  <a:pt x="1705077" y="1728911"/>
                </a:cubicBezTo>
                <a:close/>
                <a:moveTo>
                  <a:pt x="968298" y="1719766"/>
                </a:moveTo>
                <a:cubicBezTo>
                  <a:pt x="959148" y="1695921"/>
                  <a:pt x="972126" y="1675129"/>
                  <a:pt x="994193" y="1678277"/>
                </a:cubicBezTo>
                <a:cubicBezTo>
                  <a:pt x="1008641" y="1680339"/>
                  <a:pt x="1014412" y="1687959"/>
                  <a:pt x="1014412" y="1704975"/>
                </a:cubicBezTo>
                <a:cubicBezTo>
                  <a:pt x="1014412" y="1732727"/>
                  <a:pt x="977781" y="1744477"/>
                  <a:pt x="968298" y="1719766"/>
                </a:cubicBezTo>
                <a:close/>
                <a:moveTo>
                  <a:pt x="1238629" y="1719720"/>
                </a:moveTo>
                <a:cubicBezTo>
                  <a:pt x="1221399" y="1698958"/>
                  <a:pt x="1230673" y="1672064"/>
                  <a:pt x="1256320" y="1668422"/>
                </a:cubicBezTo>
                <a:cubicBezTo>
                  <a:pt x="1291565" y="1663417"/>
                  <a:pt x="1305860" y="1693154"/>
                  <a:pt x="1280432" y="1718582"/>
                </a:cubicBezTo>
                <a:cubicBezTo>
                  <a:pt x="1261871" y="1737142"/>
                  <a:pt x="1253283" y="1737376"/>
                  <a:pt x="1238629" y="1719720"/>
                </a:cubicBezTo>
                <a:close/>
                <a:moveTo>
                  <a:pt x="588351" y="1705390"/>
                </a:moveTo>
                <a:cubicBezTo>
                  <a:pt x="581767" y="1681948"/>
                  <a:pt x="585706" y="1668381"/>
                  <a:pt x="596082" y="1678757"/>
                </a:cubicBezTo>
                <a:cubicBezTo>
                  <a:pt x="599124" y="1681799"/>
                  <a:pt x="600108" y="1694301"/>
                  <a:pt x="598268" y="1706538"/>
                </a:cubicBezTo>
                <a:lnTo>
                  <a:pt x="594921" y="1728787"/>
                </a:lnTo>
                <a:lnTo>
                  <a:pt x="588351" y="1705390"/>
                </a:lnTo>
                <a:close/>
                <a:moveTo>
                  <a:pt x="1410063" y="1691126"/>
                </a:moveTo>
                <a:cubicBezTo>
                  <a:pt x="1394420" y="1672276"/>
                  <a:pt x="1404920" y="1645507"/>
                  <a:pt x="1426339" y="1649632"/>
                </a:cubicBezTo>
                <a:cubicBezTo>
                  <a:pt x="1436728" y="1651633"/>
                  <a:pt x="1443037" y="1661496"/>
                  <a:pt x="1443037" y="1675736"/>
                </a:cubicBezTo>
                <a:cubicBezTo>
                  <a:pt x="1443037" y="1703337"/>
                  <a:pt x="1426575" y="1711020"/>
                  <a:pt x="1410063" y="1691126"/>
                </a:cubicBezTo>
                <a:close/>
                <a:moveTo>
                  <a:pt x="676608" y="1667498"/>
                </a:moveTo>
                <a:cubicBezTo>
                  <a:pt x="661250" y="1638802"/>
                  <a:pt x="679854" y="1600200"/>
                  <a:pt x="709041" y="1600200"/>
                </a:cubicBezTo>
                <a:cubicBezTo>
                  <a:pt x="743195" y="1600200"/>
                  <a:pt x="758475" y="1632485"/>
                  <a:pt x="738644" y="1662751"/>
                </a:cubicBezTo>
                <a:cubicBezTo>
                  <a:pt x="720407" y="1690585"/>
                  <a:pt x="690201" y="1692896"/>
                  <a:pt x="676608" y="1667498"/>
                </a:cubicBezTo>
                <a:close/>
                <a:moveTo>
                  <a:pt x="1841769" y="1624012"/>
                </a:moveTo>
                <a:cubicBezTo>
                  <a:pt x="1834223" y="1604348"/>
                  <a:pt x="1844454" y="1581150"/>
                  <a:pt x="1860672" y="1581150"/>
                </a:cubicBezTo>
                <a:cubicBezTo>
                  <a:pt x="1880169" y="1581150"/>
                  <a:pt x="1896757" y="1604825"/>
                  <a:pt x="1889857" y="1622805"/>
                </a:cubicBezTo>
                <a:cubicBezTo>
                  <a:pt x="1882390" y="1642264"/>
                  <a:pt x="1849094" y="1643100"/>
                  <a:pt x="1841769" y="1624012"/>
                </a:cubicBezTo>
                <a:close/>
                <a:moveTo>
                  <a:pt x="2030573" y="1612840"/>
                </a:moveTo>
                <a:cubicBezTo>
                  <a:pt x="2032231" y="1598838"/>
                  <a:pt x="2038219" y="1585864"/>
                  <a:pt x="2043881" y="1584009"/>
                </a:cubicBezTo>
                <a:cubicBezTo>
                  <a:pt x="2050314" y="1581902"/>
                  <a:pt x="2052588" y="1591453"/>
                  <a:pt x="2049944" y="1609468"/>
                </a:cubicBezTo>
                <a:cubicBezTo>
                  <a:pt x="2044729" y="1644999"/>
                  <a:pt x="2026388" y="1648192"/>
                  <a:pt x="2030573" y="1612840"/>
                </a:cubicBezTo>
                <a:close/>
                <a:moveTo>
                  <a:pt x="1067432" y="1610907"/>
                </a:moveTo>
                <a:cubicBezTo>
                  <a:pt x="1052741" y="1583457"/>
                  <a:pt x="1054848" y="1567248"/>
                  <a:pt x="1075539" y="1548523"/>
                </a:cubicBezTo>
                <a:cubicBezTo>
                  <a:pt x="1114876" y="1512923"/>
                  <a:pt x="1172801" y="1553429"/>
                  <a:pt x="1149566" y="1600289"/>
                </a:cubicBezTo>
                <a:cubicBezTo>
                  <a:pt x="1133880" y="1631922"/>
                  <a:pt x="1082252" y="1638597"/>
                  <a:pt x="1067432" y="1610907"/>
                </a:cubicBezTo>
                <a:close/>
                <a:moveTo>
                  <a:pt x="1535430" y="1617345"/>
                </a:moveTo>
                <a:cubicBezTo>
                  <a:pt x="1518455" y="1600370"/>
                  <a:pt x="1521549" y="1574075"/>
                  <a:pt x="1543050" y="1552575"/>
                </a:cubicBezTo>
                <a:cubicBezTo>
                  <a:pt x="1568839" y="1526785"/>
                  <a:pt x="1596540" y="1528609"/>
                  <a:pt x="1615363" y="1557337"/>
                </a:cubicBezTo>
                <a:cubicBezTo>
                  <a:pt x="1645607" y="1603495"/>
                  <a:pt x="1574764" y="1656679"/>
                  <a:pt x="1535430" y="1617345"/>
                </a:cubicBezTo>
                <a:close/>
                <a:moveTo>
                  <a:pt x="825499" y="1593849"/>
                </a:moveTo>
                <a:cubicBezTo>
                  <a:pt x="811756" y="1580106"/>
                  <a:pt x="819547" y="1552575"/>
                  <a:pt x="837180" y="1552575"/>
                </a:cubicBezTo>
                <a:cubicBezTo>
                  <a:pt x="858959" y="1552575"/>
                  <a:pt x="869399" y="1574715"/>
                  <a:pt x="854600" y="1589514"/>
                </a:cubicBezTo>
                <a:cubicBezTo>
                  <a:pt x="842370" y="1601744"/>
                  <a:pt x="834558" y="1602908"/>
                  <a:pt x="825499" y="1593849"/>
                </a:cubicBezTo>
                <a:close/>
                <a:moveTo>
                  <a:pt x="1281792" y="1547132"/>
                </a:moveTo>
                <a:cubicBezTo>
                  <a:pt x="1261510" y="1526850"/>
                  <a:pt x="1262968" y="1501867"/>
                  <a:pt x="1285630" y="1481358"/>
                </a:cubicBezTo>
                <a:cubicBezTo>
                  <a:pt x="1303241" y="1465421"/>
                  <a:pt x="1305966" y="1465341"/>
                  <a:pt x="1328493" y="1480101"/>
                </a:cubicBezTo>
                <a:cubicBezTo>
                  <a:pt x="1356847" y="1498679"/>
                  <a:pt x="1359420" y="1524354"/>
                  <a:pt x="1335131" y="1546336"/>
                </a:cubicBezTo>
                <a:cubicBezTo>
                  <a:pt x="1313384" y="1566016"/>
                  <a:pt x="1300864" y="1566203"/>
                  <a:pt x="1281792" y="1547132"/>
                </a:cubicBezTo>
                <a:close/>
                <a:moveTo>
                  <a:pt x="1444366" y="1555491"/>
                </a:moveTo>
                <a:cubicBezTo>
                  <a:pt x="1432982" y="1544107"/>
                  <a:pt x="1438215" y="1524000"/>
                  <a:pt x="1452562" y="1524000"/>
                </a:cubicBezTo>
                <a:cubicBezTo>
                  <a:pt x="1460420" y="1524000"/>
                  <a:pt x="1466850" y="1530176"/>
                  <a:pt x="1466850" y="1537725"/>
                </a:cubicBezTo>
                <a:cubicBezTo>
                  <a:pt x="1466850" y="1553638"/>
                  <a:pt x="1453255" y="1564380"/>
                  <a:pt x="1444366" y="1555491"/>
                </a:cubicBezTo>
                <a:close/>
                <a:moveTo>
                  <a:pt x="1714442" y="1528692"/>
                </a:moveTo>
                <a:cubicBezTo>
                  <a:pt x="1703902" y="1515993"/>
                  <a:pt x="1704313" y="1511054"/>
                  <a:pt x="1716960" y="1498406"/>
                </a:cubicBezTo>
                <a:cubicBezTo>
                  <a:pt x="1737387" y="1477980"/>
                  <a:pt x="1764318" y="1489329"/>
                  <a:pt x="1760411" y="1516716"/>
                </a:cubicBezTo>
                <a:cubicBezTo>
                  <a:pt x="1756690" y="1542804"/>
                  <a:pt x="1731583" y="1549346"/>
                  <a:pt x="1714442" y="1528692"/>
                </a:cubicBezTo>
                <a:close/>
                <a:moveTo>
                  <a:pt x="924364" y="1519767"/>
                </a:moveTo>
                <a:cubicBezTo>
                  <a:pt x="898640" y="1488771"/>
                  <a:pt x="941211" y="1451479"/>
                  <a:pt x="969745" y="1480013"/>
                </a:cubicBezTo>
                <a:cubicBezTo>
                  <a:pt x="981876" y="1492144"/>
                  <a:pt x="983118" y="1499587"/>
                  <a:pt x="975130" y="1512272"/>
                </a:cubicBezTo>
                <a:cubicBezTo>
                  <a:pt x="961222" y="1534357"/>
                  <a:pt x="939175" y="1537612"/>
                  <a:pt x="924364" y="1519767"/>
                </a:cubicBezTo>
                <a:close/>
                <a:moveTo>
                  <a:pt x="725344" y="1506044"/>
                </a:moveTo>
                <a:cubicBezTo>
                  <a:pt x="706552" y="1494135"/>
                  <a:pt x="716065" y="1462555"/>
                  <a:pt x="739453" y="1459202"/>
                </a:cubicBezTo>
                <a:cubicBezTo>
                  <a:pt x="763337" y="1455778"/>
                  <a:pt x="776866" y="1482273"/>
                  <a:pt x="760998" y="1501394"/>
                </a:cubicBezTo>
                <a:cubicBezTo>
                  <a:pt x="748442" y="1516523"/>
                  <a:pt x="742999" y="1517232"/>
                  <a:pt x="725344" y="1506044"/>
                </a:cubicBezTo>
                <a:close/>
                <a:moveTo>
                  <a:pt x="1910200" y="1491966"/>
                </a:moveTo>
                <a:cubicBezTo>
                  <a:pt x="1881170" y="1462936"/>
                  <a:pt x="1880557" y="1456569"/>
                  <a:pt x="1904003" y="1427615"/>
                </a:cubicBezTo>
                <a:cubicBezTo>
                  <a:pt x="1931595" y="1393541"/>
                  <a:pt x="1976437" y="1411356"/>
                  <a:pt x="1976437" y="1456392"/>
                </a:cubicBezTo>
                <a:cubicBezTo>
                  <a:pt x="1976437" y="1506216"/>
                  <a:pt x="1942615" y="1524381"/>
                  <a:pt x="1910200" y="1491966"/>
                </a:cubicBezTo>
                <a:close/>
                <a:moveTo>
                  <a:pt x="1049090" y="1435128"/>
                </a:moveTo>
                <a:cubicBezTo>
                  <a:pt x="1032906" y="1415626"/>
                  <a:pt x="1046184" y="1389073"/>
                  <a:pt x="1070393" y="1392527"/>
                </a:cubicBezTo>
                <a:cubicBezTo>
                  <a:pt x="1084807" y="1394584"/>
                  <a:pt x="1090612" y="1402212"/>
                  <a:pt x="1090612" y="1419094"/>
                </a:cubicBezTo>
                <a:cubicBezTo>
                  <a:pt x="1090612" y="1446267"/>
                  <a:pt x="1066168" y="1455706"/>
                  <a:pt x="1049090" y="1435128"/>
                </a:cubicBezTo>
                <a:close/>
                <a:moveTo>
                  <a:pt x="2124154" y="1438525"/>
                </a:moveTo>
                <a:cubicBezTo>
                  <a:pt x="2113561" y="1431828"/>
                  <a:pt x="2112695" y="1426794"/>
                  <a:pt x="2120750" y="1418739"/>
                </a:cubicBezTo>
                <a:cubicBezTo>
                  <a:pt x="2132799" y="1406690"/>
                  <a:pt x="2171700" y="1421861"/>
                  <a:pt x="2171700" y="1438610"/>
                </a:cubicBezTo>
                <a:cubicBezTo>
                  <a:pt x="2171700" y="1450315"/>
                  <a:pt x="2142721" y="1450264"/>
                  <a:pt x="2124154" y="1438525"/>
                </a:cubicBezTo>
                <a:close/>
                <a:moveTo>
                  <a:pt x="601622" y="1429908"/>
                </a:moveTo>
                <a:cubicBezTo>
                  <a:pt x="583075" y="1418151"/>
                  <a:pt x="591790" y="1377229"/>
                  <a:pt x="613732" y="1373042"/>
                </a:cubicBezTo>
                <a:cubicBezTo>
                  <a:pt x="639006" y="1368220"/>
                  <a:pt x="659406" y="1397350"/>
                  <a:pt x="646995" y="1420540"/>
                </a:cubicBezTo>
                <a:cubicBezTo>
                  <a:pt x="636764" y="1439658"/>
                  <a:pt x="621860" y="1442735"/>
                  <a:pt x="601622" y="1429908"/>
                </a:cubicBezTo>
                <a:close/>
                <a:moveTo>
                  <a:pt x="1489344" y="1423987"/>
                </a:moveTo>
                <a:cubicBezTo>
                  <a:pt x="1480985" y="1402203"/>
                  <a:pt x="1492695" y="1381125"/>
                  <a:pt x="1513156" y="1381125"/>
                </a:cubicBezTo>
                <a:cubicBezTo>
                  <a:pt x="1535685" y="1381125"/>
                  <a:pt x="1547252" y="1407446"/>
                  <a:pt x="1532523" y="1425194"/>
                </a:cubicBezTo>
                <a:cubicBezTo>
                  <a:pt x="1518192" y="1442461"/>
                  <a:pt x="1496197" y="1441847"/>
                  <a:pt x="1489344" y="1423987"/>
                </a:cubicBezTo>
                <a:close/>
                <a:moveTo>
                  <a:pt x="2274961" y="1405419"/>
                </a:moveTo>
                <a:cubicBezTo>
                  <a:pt x="2265275" y="1384161"/>
                  <a:pt x="2266740" y="1377812"/>
                  <a:pt x="2286088" y="1357218"/>
                </a:cubicBezTo>
                <a:cubicBezTo>
                  <a:pt x="2313022" y="1328548"/>
                  <a:pt x="2318685" y="1328085"/>
                  <a:pt x="2343150" y="1352550"/>
                </a:cubicBezTo>
                <a:cubicBezTo>
                  <a:pt x="2369424" y="1378824"/>
                  <a:pt x="2367639" y="1384085"/>
                  <a:pt x="2324158" y="1408522"/>
                </a:cubicBezTo>
                <a:lnTo>
                  <a:pt x="2286117" y="1429903"/>
                </a:lnTo>
                <a:lnTo>
                  <a:pt x="2274961" y="1405419"/>
                </a:lnTo>
                <a:close/>
                <a:moveTo>
                  <a:pt x="800100" y="1390650"/>
                </a:moveTo>
                <a:cubicBezTo>
                  <a:pt x="789622" y="1380172"/>
                  <a:pt x="781050" y="1365170"/>
                  <a:pt x="781050" y="1357312"/>
                </a:cubicBezTo>
                <a:cubicBezTo>
                  <a:pt x="781050" y="1336892"/>
                  <a:pt x="815789" y="1304925"/>
                  <a:pt x="837980" y="1304925"/>
                </a:cubicBezTo>
                <a:cubicBezTo>
                  <a:pt x="883229" y="1304925"/>
                  <a:pt x="895279" y="1387198"/>
                  <a:pt x="852438" y="1403638"/>
                </a:cubicBezTo>
                <a:cubicBezTo>
                  <a:pt x="828020" y="1413008"/>
                  <a:pt x="820622" y="1411172"/>
                  <a:pt x="800100" y="1390650"/>
                </a:cubicBezTo>
                <a:close/>
                <a:moveTo>
                  <a:pt x="1177925" y="1393824"/>
                </a:moveTo>
                <a:cubicBezTo>
                  <a:pt x="1167818" y="1383718"/>
                  <a:pt x="1170572" y="1335243"/>
                  <a:pt x="1181641" y="1328402"/>
                </a:cubicBezTo>
                <a:cubicBezTo>
                  <a:pt x="1202159" y="1315721"/>
                  <a:pt x="1238250" y="1333054"/>
                  <a:pt x="1238250" y="1355588"/>
                </a:cubicBezTo>
                <a:cubicBezTo>
                  <a:pt x="1238250" y="1390169"/>
                  <a:pt x="1199090" y="1414990"/>
                  <a:pt x="1177925" y="1393824"/>
                </a:cubicBezTo>
                <a:close/>
                <a:moveTo>
                  <a:pt x="1335881" y="1393866"/>
                </a:moveTo>
                <a:cubicBezTo>
                  <a:pt x="1317329" y="1386381"/>
                  <a:pt x="1321815" y="1344851"/>
                  <a:pt x="1342363" y="1333854"/>
                </a:cubicBezTo>
                <a:cubicBezTo>
                  <a:pt x="1356243" y="1326425"/>
                  <a:pt x="1364416" y="1327677"/>
                  <a:pt x="1375701" y="1338961"/>
                </a:cubicBezTo>
                <a:cubicBezTo>
                  <a:pt x="1408251" y="1371512"/>
                  <a:pt x="1379325" y="1411396"/>
                  <a:pt x="1335881" y="1393866"/>
                </a:cubicBezTo>
                <a:close/>
                <a:moveTo>
                  <a:pt x="1649730" y="1379220"/>
                </a:moveTo>
                <a:cubicBezTo>
                  <a:pt x="1623031" y="1352521"/>
                  <a:pt x="1649003" y="1307494"/>
                  <a:pt x="1684587" y="1318788"/>
                </a:cubicBezTo>
                <a:cubicBezTo>
                  <a:pt x="1708593" y="1326407"/>
                  <a:pt x="1717056" y="1349025"/>
                  <a:pt x="1704605" y="1372290"/>
                </a:cubicBezTo>
                <a:cubicBezTo>
                  <a:pt x="1693522" y="1392998"/>
                  <a:pt x="1666873" y="1396363"/>
                  <a:pt x="1649730" y="1379220"/>
                </a:cubicBezTo>
                <a:close/>
                <a:moveTo>
                  <a:pt x="1820719" y="1343920"/>
                </a:moveTo>
                <a:cubicBezTo>
                  <a:pt x="1803402" y="1333214"/>
                  <a:pt x="1810672" y="1301162"/>
                  <a:pt x="1831319" y="1297186"/>
                </a:cubicBezTo>
                <a:cubicBezTo>
                  <a:pt x="1840442" y="1295429"/>
                  <a:pt x="1850623" y="1301070"/>
                  <a:pt x="1853943" y="1309722"/>
                </a:cubicBezTo>
                <a:cubicBezTo>
                  <a:pt x="1861737" y="1330032"/>
                  <a:pt x="1837916" y="1354552"/>
                  <a:pt x="1820719" y="1343920"/>
                </a:cubicBezTo>
                <a:close/>
                <a:moveTo>
                  <a:pt x="2019679" y="1338720"/>
                </a:moveTo>
                <a:cubicBezTo>
                  <a:pt x="2001418" y="1316717"/>
                  <a:pt x="2011545" y="1290637"/>
                  <a:pt x="2038350" y="1290637"/>
                </a:cubicBezTo>
                <a:cubicBezTo>
                  <a:pt x="2053446" y="1290637"/>
                  <a:pt x="2063085" y="1296785"/>
                  <a:pt x="2065199" y="1307763"/>
                </a:cubicBezTo>
                <a:cubicBezTo>
                  <a:pt x="2068497" y="1324889"/>
                  <a:pt x="2051914" y="1352550"/>
                  <a:pt x="2038350" y="1352550"/>
                </a:cubicBezTo>
                <a:cubicBezTo>
                  <a:pt x="2034394" y="1352550"/>
                  <a:pt x="2025992" y="1346326"/>
                  <a:pt x="2019679" y="1338720"/>
                </a:cubicBezTo>
                <a:close/>
                <a:moveTo>
                  <a:pt x="946643" y="1319795"/>
                </a:moveTo>
                <a:cubicBezTo>
                  <a:pt x="939110" y="1300164"/>
                  <a:pt x="959379" y="1275932"/>
                  <a:pt x="977512" y="1282890"/>
                </a:cubicBezTo>
                <a:cubicBezTo>
                  <a:pt x="996518" y="1290184"/>
                  <a:pt x="990080" y="1327734"/>
                  <a:pt x="969139" y="1331725"/>
                </a:cubicBezTo>
                <a:cubicBezTo>
                  <a:pt x="959956" y="1333475"/>
                  <a:pt x="949832" y="1328107"/>
                  <a:pt x="946643" y="1319795"/>
                </a:cubicBezTo>
                <a:close/>
                <a:moveTo>
                  <a:pt x="514350" y="1285875"/>
                </a:moveTo>
                <a:cubicBezTo>
                  <a:pt x="514350" y="1244660"/>
                  <a:pt x="527135" y="1238347"/>
                  <a:pt x="546958" y="1269773"/>
                </a:cubicBezTo>
                <a:cubicBezTo>
                  <a:pt x="554150" y="1281175"/>
                  <a:pt x="554150" y="1290574"/>
                  <a:pt x="546958" y="1301976"/>
                </a:cubicBezTo>
                <a:cubicBezTo>
                  <a:pt x="527135" y="1333402"/>
                  <a:pt x="514350" y="1327089"/>
                  <a:pt x="514350" y="1285875"/>
                </a:cubicBezTo>
                <a:close/>
                <a:moveTo>
                  <a:pt x="2175400" y="1272255"/>
                </a:moveTo>
                <a:cubicBezTo>
                  <a:pt x="2165917" y="1247541"/>
                  <a:pt x="2179209" y="1227114"/>
                  <a:pt x="2202613" y="1230438"/>
                </a:cubicBezTo>
                <a:cubicBezTo>
                  <a:pt x="2218355" y="1232673"/>
                  <a:pt x="2224087" y="1239843"/>
                  <a:pt x="2224087" y="1257300"/>
                </a:cubicBezTo>
                <a:cubicBezTo>
                  <a:pt x="2224087" y="1285416"/>
                  <a:pt x="2185052" y="1297407"/>
                  <a:pt x="2175400" y="1272255"/>
                </a:cubicBezTo>
                <a:close/>
                <a:moveTo>
                  <a:pt x="1089294" y="1262062"/>
                </a:moveTo>
                <a:cubicBezTo>
                  <a:pt x="1081748" y="1242398"/>
                  <a:pt x="1091979" y="1219200"/>
                  <a:pt x="1108197" y="1219200"/>
                </a:cubicBezTo>
                <a:cubicBezTo>
                  <a:pt x="1127694" y="1219200"/>
                  <a:pt x="1144282" y="1242875"/>
                  <a:pt x="1137382" y="1260855"/>
                </a:cubicBezTo>
                <a:cubicBezTo>
                  <a:pt x="1129915" y="1280314"/>
                  <a:pt x="1096619" y="1281150"/>
                  <a:pt x="1089294" y="1262062"/>
                </a:cubicBezTo>
                <a:close/>
                <a:moveTo>
                  <a:pt x="657325" y="1252658"/>
                </a:moveTo>
                <a:cubicBezTo>
                  <a:pt x="641796" y="1233947"/>
                  <a:pt x="651879" y="1209675"/>
                  <a:pt x="675182" y="1209675"/>
                </a:cubicBezTo>
                <a:cubicBezTo>
                  <a:pt x="697426" y="1209675"/>
                  <a:pt x="705475" y="1227267"/>
                  <a:pt x="693702" y="1250156"/>
                </a:cubicBezTo>
                <a:cubicBezTo>
                  <a:pt x="683214" y="1270549"/>
                  <a:pt x="672769" y="1271267"/>
                  <a:pt x="657325" y="1252658"/>
                </a:cubicBezTo>
                <a:close/>
                <a:moveTo>
                  <a:pt x="1499311" y="1233487"/>
                </a:moveTo>
                <a:cubicBezTo>
                  <a:pt x="1484858" y="1211428"/>
                  <a:pt x="1484858" y="1207921"/>
                  <a:pt x="1499311" y="1185862"/>
                </a:cubicBezTo>
                <a:cubicBezTo>
                  <a:pt x="1525308" y="1146186"/>
                  <a:pt x="1581150" y="1161363"/>
                  <a:pt x="1581150" y="1208105"/>
                </a:cubicBezTo>
                <a:cubicBezTo>
                  <a:pt x="1581150" y="1259749"/>
                  <a:pt x="1527434" y="1276408"/>
                  <a:pt x="1499311" y="1233487"/>
                </a:cubicBezTo>
                <a:close/>
                <a:moveTo>
                  <a:pt x="787679" y="1225391"/>
                </a:moveTo>
                <a:cubicBezTo>
                  <a:pt x="779731" y="1204680"/>
                  <a:pt x="803795" y="1176825"/>
                  <a:pt x="823203" y="1184272"/>
                </a:cubicBezTo>
                <a:cubicBezTo>
                  <a:pt x="846560" y="1193235"/>
                  <a:pt x="838998" y="1232694"/>
                  <a:pt x="813218" y="1236372"/>
                </a:cubicBezTo>
                <a:cubicBezTo>
                  <a:pt x="802098" y="1237959"/>
                  <a:pt x="790605" y="1233017"/>
                  <a:pt x="787679" y="1225391"/>
                </a:cubicBezTo>
                <a:close/>
                <a:moveTo>
                  <a:pt x="1212873" y="1223322"/>
                </a:moveTo>
                <a:cubicBezTo>
                  <a:pt x="1209723" y="1215111"/>
                  <a:pt x="1211819" y="1203720"/>
                  <a:pt x="1217531" y="1198008"/>
                </a:cubicBezTo>
                <a:cubicBezTo>
                  <a:pt x="1231284" y="1184255"/>
                  <a:pt x="1258215" y="1205731"/>
                  <a:pt x="1250952" y="1224658"/>
                </a:cubicBezTo>
                <a:cubicBezTo>
                  <a:pt x="1243984" y="1242816"/>
                  <a:pt x="1220031" y="1241975"/>
                  <a:pt x="1212873" y="1223322"/>
                </a:cubicBezTo>
                <a:close/>
                <a:moveTo>
                  <a:pt x="1353890" y="1225578"/>
                </a:moveTo>
                <a:cubicBezTo>
                  <a:pt x="1337706" y="1206076"/>
                  <a:pt x="1350984" y="1179523"/>
                  <a:pt x="1375193" y="1182977"/>
                </a:cubicBezTo>
                <a:cubicBezTo>
                  <a:pt x="1389607" y="1185034"/>
                  <a:pt x="1395412" y="1192662"/>
                  <a:pt x="1395412" y="1209544"/>
                </a:cubicBezTo>
                <a:cubicBezTo>
                  <a:pt x="1395412" y="1236717"/>
                  <a:pt x="1370968" y="1246156"/>
                  <a:pt x="1353890" y="1225578"/>
                </a:cubicBezTo>
                <a:close/>
                <a:moveTo>
                  <a:pt x="1895577" y="1224086"/>
                </a:moveTo>
                <a:cubicBezTo>
                  <a:pt x="1880996" y="1206516"/>
                  <a:pt x="1890081" y="1166157"/>
                  <a:pt x="1910370" y="1158372"/>
                </a:cubicBezTo>
                <a:cubicBezTo>
                  <a:pt x="1933137" y="1149635"/>
                  <a:pt x="1962150" y="1169496"/>
                  <a:pt x="1962150" y="1193817"/>
                </a:cubicBezTo>
                <a:cubicBezTo>
                  <a:pt x="1962150" y="1234172"/>
                  <a:pt x="1919893" y="1253385"/>
                  <a:pt x="1895577" y="1224086"/>
                </a:cubicBezTo>
                <a:close/>
                <a:moveTo>
                  <a:pt x="1715840" y="1197003"/>
                </a:moveTo>
                <a:cubicBezTo>
                  <a:pt x="1699656" y="1177501"/>
                  <a:pt x="1712934" y="1150948"/>
                  <a:pt x="1737143" y="1154402"/>
                </a:cubicBezTo>
                <a:cubicBezTo>
                  <a:pt x="1751557" y="1156459"/>
                  <a:pt x="1757362" y="1164087"/>
                  <a:pt x="1757362" y="1180969"/>
                </a:cubicBezTo>
                <a:cubicBezTo>
                  <a:pt x="1757362" y="1208142"/>
                  <a:pt x="1732918" y="1217581"/>
                  <a:pt x="1715840" y="1197003"/>
                </a:cubicBezTo>
                <a:close/>
                <a:moveTo>
                  <a:pt x="975855" y="1167451"/>
                </a:moveTo>
                <a:cubicBezTo>
                  <a:pt x="958575" y="1141079"/>
                  <a:pt x="970414" y="1104900"/>
                  <a:pt x="996323" y="1104900"/>
                </a:cubicBezTo>
                <a:cubicBezTo>
                  <a:pt x="1041411" y="1104900"/>
                  <a:pt x="1062537" y="1145901"/>
                  <a:pt x="1032782" y="1175657"/>
                </a:cubicBezTo>
                <a:cubicBezTo>
                  <a:pt x="1011573" y="1196865"/>
                  <a:pt x="993412" y="1194247"/>
                  <a:pt x="975855" y="1167451"/>
                </a:cubicBezTo>
                <a:close/>
                <a:moveTo>
                  <a:pt x="571713" y="1157544"/>
                </a:moveTo>
                <a:cubicBezTo>
                  <a:pt x="553551" y="1135661"/>
                  <a:pt x="563850" y="1109662"/>
                  <a:pt x="590680" y="1109662"/>
                </a:cubicBezTo>
                <a:cubicBezTo>
                  <a:pt x="607768" y="1109662"/>
                  <a:pt x="615186" y="1115450"/>
                  <a:pt x="617321" y="1130449"/>
                </a:cubicBezTo>
                <a:cubicBezTo>
                  <a:pt x="621213" y="1157786"/>
                  <a:pt x="588194" y="1177402"/>
                  <a:pt x="571713" y="1157544"/>
                </a:cubicBezTo>
                <a:close/>
                <a:moveTo>
                  <a:pt x="2076886" y="1143815"/>
                </a:moveTo>
                <a:cubicBezTo>
                  <a:pt x="2069514" y="1130040"/>
                  <a:pt x="2069369" y="1123950"/>
                  <a:pt x="2076413" y="1123950"/>
                </a:cubicBezTo>
                <a:cubicBezTo>
                  <a:pt x="2087961" y="1123950"/>
                  <a:pt x="2100537" y="1150662"/>
                  <a:pt x="2092685" y="1158514"/>
                </a:cubicBezTo>
                <a:cubicBezTo>
                  <a:pt x="2089843" y="1161356"/>
                  <a:pt x="2082734" y="1154741"/>
                  <a:pt x="2076886" y="1143815"/>
                </a:cubicBezTo>
                <a:close/>
                <a:moveTo>
                  <a:pt x="2289657" y="1148318"/>
                </a:moveTo>
                <a:cubicBezTo>
                  <a:pt x="2286759" y="1140766"/>
                  <a:pt x="2285881" y="1126836"/>
                  <a:pt x="2287706" y="1117362"/>
                </a:cubicBezTo>
                <a:cubicBezTo>
                  <a:pt x="2292216" y="1093940"/>
                  <a:pt x="2336917" y="1093858"/>
                  <a:pt x="2341424" y="1117263"/>
                </a:cubicBezTo>
                <a:cubicBezTo>
                  <a:pt x="2347976" y="1151283"/>
                  <a:pt x="2301495" y="1179167"/>
                  <a:pt x="2289657" y="1148318"/>
                </a:cubicBezTo>
                <a:close/>
                <a:moveTo>
                  <a:pt x="858709" y="1112074"/>
                </a:moveTo>
                <a:cubicBezTo>
                  <a:pt x="843141" y="1096506"/>
                  <a:pt x="845092" y="1067212"/>
                  <a:pt x="862133" y="1060672"/>
                </a:cubicBezTo>
                <a:cubicBezTo>
                  <a:pt x="878926" y="1054228"/>
                  <a:pt x="904875" y="1072909"/>
                  <a:pt x="904875" y="1091443"/>
                </a:cubicBezTo>
                <a:cubicBezTo>
                  <a:pt x="904875" y="1110761"/>
                  <a:pt x="872060" y="1125425"/>
                  <a:pt x="858709" y="1112074"/>
                </a:cubicBezTo>
                <a:close/>
                <a:moveTo>
                  <a:pt x="1238752" y="1100742"/>
                </a:moveTo>
                <a:cubicBezTo>
                  <a:pt x="1231907" y="1092495"/>
                  <a:pt x="1229107" y="1076099"/>
                  <a:pt x="1232341" y="1063211"/>
                </a:cubicBezTo>
                <a:cubicBezTo>
                  <a:pt x="1245075" y="1012476"/>
                  <a:pt x="1308183" y="1026859"/>
                  <a:pt x="1303100" y="1079339"/>
                </a:cubicBezTo>
                <a:cubicBezTo>
                  <a:pt x="1299729" y="1114129"/>
                  <a:pt x="1260650" y="1127128"/>
                  <a:pt x="1238752" y="1100742"/>
                </a:cubicBezTo>
                <a:close/>
                <a:moveTo>
                  <a:pt x="1428850" y="1100258"/>
                </a:moveTo>
                <a:cubicBezTo>
                  <a:pt x="1413321" y="1081547"/>
                  <a:pt x="1423404" y="1057275"/>
                  <a:pt x="1446707" y="1057275"/>
                </a:cubicBezTo>
                <a:cubicBezTo>
                  <a:pt x="1468951" y="1057275"/>
                  <a:pt x="1477000" y="1074867"/>
                  <a:pt x="1465227" y="1097756"/>
                </a:cubicBezTo>
                <a:cubicBezTo>
                  <a:pt x="1454739" y="1118149"/>
                  <a:pt x="1444294" y="1118867"/>
                  <a:pt x="1428850" y="1100258"/>
                </a:cubicBezTo>
                <a:close/>
                <a:moveTo>
                  <a:pt x="1602224" y="1093589"/>
                </a:moveTo>
                <a:cubicBezTo>
                  <a:pt x="1586595" y="1077960"/>
                  <a:pt x="1587701" y="1062075"/>
                  <a:pt x="1605440" y="1047353"/>
                </a:cubicBezTo>
                <a:cubicBezTo>
                  <a:pt x="1626561" y="1029824"/>
                  <a:pt x="1657101" y="1059489"/>
                  <a:pt x="1642220" y="1083080"/>
                </a:cubicBezTo>
                <a:cubicBezTo>
                  <a:pt x="1628842" y="1104289"/>
                  <a:pt x="1616236" y="1107601"/>
                  <a:pt x="1602224" y="1093589"/>
                </a:cubicBezTo>
                <a:close/>
                <a:moveTo>
                  <a:pt x="1144471" y="1081681"/>
                </a:moveTo>
                <a:cubicBezTo>
                  <a:pt x="1146281" y="1072943"/>
                  <a:pt x="1152048" y="1066020"/>
                  <a:pt x="1157287" y="1066296"/>
                </a:cubicBezTo>
                <a:cubicBezTo>
                  <a:pt x="1171425" y="1067043"/>
                  <a:pt x="1168828" y="1088353"/>
                  <a:pt x="1153996" y="1093296"/>
                </a:cubicBezTo>
                <a:cubicBezTo>
                  <a:pt x="1145984" y="1095967"/>
                  <a:pt x="1142414" y="1091613"/>
                  <a:pt x="1144471" y="1081681"/>
                </a:cubicBezTo>
                <a:close/>
                <a:moveTo>
                  <a:pt x="692943" y="1075756"/>
                </a:moveTo>
                <a:cubicBezTo>
                  <a:pt x="672221" y="1063444"/>
                  <a:pt x="671301" y="1025508"/>
                  <a:pt x="691242" y="1005567"/>
                </a:cubicBezTo>
                <a:cubicBezTo>
                  <a:pt x="710467" y="986343"/>
                  <a:pt x="717003" y="986724"/>
                  <a:pt x="744084" y="1008653"/>
                </a:cubicBezTo>
                <a:cubicBezTo>
                  <a:pt x="787249" y="1043606"/>
                  <a:pt x="740991" y="1104303"/>
                  <a:pt x="692943" y="1075756"/>
                </a:cubicBezTo>
                <a:close/>
                <a:moveTo>
                  <a:pt x="1876525" y="1071683"/>
                </a:moveTo>
                <a:cubicBezTo>
                  <a:pt x="1860996" y="1052972"/>
                  <a:pt x="1871079" y="1028700"/>
                  <a:pt x="1894382" y="1028700"/>
                </a:cubicBezTo>
                <a:cubicBezTo>
                  <a:pt x="1916626" y="1028700"/>
                  <a:pt x="1924675" y="1046292"/>
                  <a:pt x="1912902" y="1069181"/>
                </a:cubicBezTo>
                <a:cubicBezTo>
                  <a:pt x="1902414" y="1089574"/>
                  <a:pt x="1891969" y="1090292"/>
                  <a:pt x="1876525" y="1071683"/>
                </a:cubicBezTo>
                <a:close/>
                <a:moveTo>
                  <a:pt x="1731168" y="1018412"/>
                </a:moveTo>
                <a:cubicBezTo>
                  <a:pt x="1710334" y="1006276"/>
                  <a:pt x="1709210" y="959222"/>
                  <a:pt x="1729356" y="942502"/>
                </a:cubicBezTo>
                <a:cubicBezTo>
                  <a:pt x="1752453" y="923333"/>
                  <a:pt x="1794748" y="941970"/>
                  <a:pt x="1798360" y="972909"/>
                </a:cubicBezTo>
                <a:cubicBezTo>
                  <a:pt x="1803265" y="1014911"/>
                  <a:pt x="1767149" y="1039368"/>
                  <a:pt x="1731168" y="1018412"/>
                </a:cubicBezTo>
                <a:close/>
                <a:moveTo>
                  <a:pt x="2211425" y="1013005"/>
                </a:moveTo>
                <a:cubicBezTo>
                  <a:pt x="2213271" y="1003422"/>
                  <a:pt x="2222622" y="994071"/>
                  <a:pt x="2232205" y="992225"/>
                </a:cubicBezTo>
                <a:cubicBezTo>
                  <a:pt x="2244788" y="989802"/>
                  <a:pt x="2248697" y="993711"/>
                  <a:pt x="2246274" y="1006294"/>
                </a:cubicBezTo>
                <a:cubicBezTo>
                  <a:pt x="2244428" y="1015877"/>
                  <a:pt x="2235077" y="1025228"/>
                  <a:pt x="2225494" y="1027074"/>
                </a:cubicBezTo>
                <a:cubicBezTo>
                  <a:pt x="2212911" y="1029497"/>
                  <a:pt x="2209002" y="1025588"/>
                  <a:pt x="2211425" y="1013005"/>
                </a:cubicBezTo>
                <a:close/>
                <a:moveTo>
                  <a:pt x="1062717" y="994682"/>
                </a:moveTo>
                <a:cubicBezTo>
                  <a:pt x="1036342" y="968307"/>
                  <a:pt x="1047309" y="923925"/>
                  <a:pt x="1080201" y="923925"/>
                </a:cubicBezTo>
                <a:cubicBezTo>
                  <a:pt x="1105281" y="923925"/>
                  <a:pt x="1123950" y="940705"/>
                  <a:pt x="1123950" y="963249"/>
                </a:cubicBezTo>
                <a:cubicBezTo>
                  <a:pt x="1123950" y="980433"/>
                  <a:pt x="1099960" y="1009650"/>
                  <a:pt x="1085850" y="1009650"/>
                </a:cubicBezTo>
                <a:cubicBezTo>
                  <a:pt x="1081359" y="1009650"/>
                  <a:pt x="1070950" y="1002914"/>
                  <a:pt x="1062717" y="994682"/>
                </a:cubicBezTo>
                <a:close/>
                <a:moveTo>
                  <a:pt x="1329599" y="965600"/>
                </a:moveTo>
                <a:cubicBezTo>
                  <a:pt x="1321520" y="944546"/>
                  <a:pt x="1345982" y="919366"/>
                  <a:pt x="1366766" y="927342"/>
                </a:cubicBezTo>
                <a:cubicBezTo>
                  <a:pt x="1376435" y="931052"/>
                  <a:pt x="1381290" y="941609"/>
                  <a:pt x="1379411" y="954838"/>
                </a:cubicBezTo>
                <a:cubicBezTo>
                  <a:pt x="1375613" y="981585"/>
                  <a:pt x="1338787" y="989541"/>
                  <a:pt x="1329599" y="965600"/>
                </a:cubicBezTo>
                <a:close/>
                <a:moveTo>
                  <a:pt x="864001" y="965601"/>
                </a:moveTo>
                <a:cubicBezTo>
                  <a:pt x="851086" y="952686"/>
                  <a:pt x="857363" y="924534"/>
                  <a:pt x="875299" y="914935"/>
                </a:cubicBezTo>
                <a:cubicBezTo>
                  <a:pt x="896908" y="903370"/>
                  <a:pt x="917830" y="922792"/>
                  <a:pt x="912707" y="949661"/>
                </a:cubicBezTo>
                <a:cubicBezTo>
                  <a:pt x="909388" y="967074"/>
                  <a:pt x="876302" y="977902"/>
                  <a:pt x="864001" y="965601"/>
                </a:cubicBezTo>
                <a:close/>
                <a:moveTo>
                  <a:pt x="1510392" y="956582"/>
                </a:moveTo>
                <a:cubicBezTo>
                  <a:pt x="1491941" y="938130"/>
                  <a:pt x="1491493" y="923417"/>
                  <a:pt x="1508669" y="899928"/>
                </a:cubicBezTo>
                <a:cubicBezTo>
                  <a:pt x="1526931" y="874953"/>
                  <a:pt x="1571625" y="893872"/>
                  <a:pt x="1571625" y="926578"/>
                </a:cubicBezTo>
                <a:cubicBezTo>
                  <a:pt x="1571625" y="967710"/>
                  <a:pt x="1537998" y="984187"/>
                  <a:pt x="1510392" y="956582"/>
                </a:cubicBezTo>
                <a:close/>
                <a:moveTo>
                  <a:pt x="2352675" y="962025"/>
                </a:moveTo>
                <a:cubicBezTo>
                  <a:pt x="2352675" y="956786"/>
                  <a:pt x="2363643" y="952500"/>
                  <a:pt x="2377049" y="952500"/>
                </a:cubicBezTo>
                <a:cubicBezTo>
                  <a:pt x="2390873" y="952500"/>
                  <a:pt x="2398876" y="956622"/>
                  <a:pt x="2395537" y="962025"/>
                </a:cubicBezTo>
                <a:cubicBezTo>
                  <a:pt x="2392299" y="967263"/>
                  <a:pt x="2381331" y="971550"/>
                  <a:pt x="2371162" y="971550"/>
                </a:cubicBezTo>
                <a:cubicBezTo>
                  <a:pt x="2360994" y="971550"/>
                  <a:pt x="2352675" y="967263"/>
                  <a:pt x="2352675" y="962025"/>
                </a:cubicBezTo>
                <a:close/>
                <a:moveTo>
                  <a:pt x="1206500" y="908050"/>
                </a:moveTo>
                <a:cubicBezTo>
                  <a:pt x="1195594" y="897144"/>
                  <a:pt x="1199561" y="859042"/>
                  <a:pt x="1212056" y="854684"/>
                </a:cubicBezTo>
                <a:cubicBezTo>
                  <a:pt x="1244837" y="843249"/>
                  <a:pt x="1265108" y="896185"/>
                  <a:pt x="1232708" y="908618"/>
                </a:cubicBezTo>
                <a:cubicBezTo>
                  <a:pt x="1214052" y="915777"/>
                  <a:pt x="1214231" y="915781"/>
                  <a:pt x="1206500" y="908050"/>
                </a:cubicBezTo>
                <a:close/>
                <a:moveTo>
                  <a:pt x="955698" y="851847"/>
                </a:moveTo>
                <a:cubicBezTo>
                  <a:pt x="947760" y="831159"/>
                  <a:pt x="967914" y="811704"/>
                  <a:pt x="982339" y="826129"/>
                </a:cubicBezTo>
                <a:cubicBezTo>
                  <a:pt x="994532" y="838322"/>
                  <a:pt x="986978" y="866775"/>
                  <a:pt x="971550" y="866775"/>
                </a:cubicBezTo>
                <a:cubicBezTo>
                  <a:pt x="965982" y="866775"/>
                  <a:pt x="958849" y="860057"/>
                  <a:pt x="955698" y="851847"/>
                </a:cubicBezTo>
                <a:close/>
                <a:moveTo>
                  <a:pt x="1348467" y="832757"/>
                </a:moveTo>
                <a:cubicBezTo>
                  <a:pt x="1329018" y="813308"/>
                  <a:pt x="1329532" y="797028"/>
                  <a:pt x="1350168" y="778818"/>
                </a:cubicBezTo>
                <a:cubicBezTo>
                  <a:pt x="1373388" y="758329"/>
                  <a:pt x="1409700" y="772866"/>
                  <a:pt x="1409700" y="802650"/>
                </a:cubicBezTo>
                <a:cubicBezTo>
                  <a:pt x="1409700" y="843877"/>
                  <a:pt x="1376105" y="860395"/>
                  <a:pt x="1348467" y="832757"/>
                </a:cubicBezTo>
                <a:close/>
                <a:moveTo>
                  <a:pt x="1609401" y="833047"/>
                </a:moveTo>
                <a:cubicBezTo>
                  <a:pt x="1593316" y="813665"/>
                  <a:pt x="1608160" y="785812"/>
                  <a:pt x="1634575" y="785812"/>
                </a:cubicBezTo>
                <a:cubicBezTo>
                  <a:pt x="1648220" y="785812"/>
                  <a:pt x="1652587" y="792708"/>
                  <a:pt x="1652587" y="814257"/>
                </a:cubicBezTo>
                <a:cubicBezTo>
                  <a:pt x="1652587" y="847129"/>
                  <a:pt x="1629445" y="857198"/>
                  <a:pt x="1609401" y="833047"/>
                </a:cubicBezTo>
                <a:close/>
                <a:moveTo>
                  <a:pt x="1768475" y="822325"/>
                </a:moveTo>
                <a:cubicBezTo>
                  <a:pt x="1758474" y="812324"/>
                  <a:pt x="1761061" y="782831"/>
                  <a:pt x="1772564" y="775722"/>
                </a:cubicBezTo>
                <a:cubicBezTo>
                  <a:pt x="1791147" y="764237"/>
                  <a:pt x="1814954" y="796639"/>
                  <a:pt x="1800621" y="813909"/>
                </a:cubicBezTo>
                <a:cubicBezTo>
                  <a:pt x="1787342" y="829909"/>
                  <a:pt x="1778400" y="832250"/>
                  <a:pt x="1768475" y="822325"/>
                </a:cubicBezTo>
                <a:close/>
                <a:moveTo>
                  <a:pt x="1086459" y="805596"/>
                </a:moveTo>
                <a:cubicBezTo>
                  <a:pt x="1071673" y="787780"/>
                  <a:pt x="1081055" y="771525"/>
                  <a:pt x="1106124" y="771525"/>
                </a:cubicBezTo>
                <a:cubicBezTo>
                  <a:pt x="1120363" y="771525"/>
                  <a:pt x="1124494" y="776829"/>
                  <a:pt x="1122231" y="792210"/>
                </a:cubicBezTo>
                <a:cubicBezTo>
                  <a:pt x="1118427" y="818058"/>
                  <a:pt x="1101926" y="824233"/>
                  <a:pt x="1086459" y="805596"/>
                </a:cubicBezTo>
                <a:close/>
                <a:moveTo>
                  <a:pt x="1250156" y="736600"/>
                </a:moveTo>
                <a:cubicBezTo>
                  <a:pt x="1232637" y="729592"/>
                  <a:pt x="1235661" y="688831"/>
                  <a:pt x="1254228" y="681706"/>
                </a:cubicBezTo>
                <a:cubicBezTo>
                  <a:pt x="1277561" y="672752"/>
                  <a:pt x="1302720" y="700640"/>
                  <a:pt x="1289795" y="721130"/>
                </a:cubicBezTo>
                <a:cubicBezTo>
                  <a:pt x="1278400" y="739195"/>
                  <a:pt x="1267388" y="743492"/>
                  <a:pt x="1250156" y="736600"/>
                </a:cubicBezTo>
                <a:close/>
                <a:moveTo>
                  <a:pt x="1491202" y="712255"/>
                </a:moveTo>
                <a:cubicBezTo>
                  <a:pt x="1471991" y="684827"/>
                  <a:pt x="1472507" y="673202"/>
                  <a:pt x="1493793" y="653938"/>
                </a:cubicBezTo>
                <a:cubicBezTo>
                  <a:pt x="1526373" y="624454"/>
                  <a:pt x="1549445" y="633545"/>
                  <a:pt x="1555438" y="678227"/>
                </a:cubicBezTo>
                <a:cubicBezTo>
                  <a:pt x="1558393" y="700256"/>
                  <a:pt x="1558704" y="721687"/>
                  <a:pt x="1556130" y="725852"/>
                </a:cubicBezTo>
                <a:cubicBezTo>
                  <a:pt x="1546544" y="741363"/>
                  <a:pt x="1505582" y="732785"/>
                  <a:pt x="1491202" y="712255"/>
                </a:cubicBezTo>
                <a:close/>
                <a:moveTo>
                  <a:pt x="1081209" y="695521"/>
                </a:moveTo>
                <a:cubicBezTo>
                  <a:pt x="1073963" y="683798"/>
                  <a:pt x="1087713" y="657586"/>
                  <a:pt x="1113211" y="634511"/>
                </a:cubicBezTo>
                <a:cubicBezTo>
                  <a:pt x="1132464" y="617086"/>
                  <a:pt x="1133012" y="617214"/>
                  <a:pt x="1144179" y="641722"/>
                </a:cubicBezTo>
                <a:cubicBezTo>
                  <a:pt x="1161841" y="680487"/>
                  <a:pt x="1102991" y="730766"/>
                  <a:pt x="1081209" y="695521"/>
                </a:cubicBezTo>
                <a:close/>
                <a:moveTo>
                  <a:pt x="1701541" y="679191"/>
                </a:moveTo>
                <a:cubicBezTo>
                  <a:pt x="1690157" y="667807"/>
                  <a:pt x="1695390" y="647700"/>
                  <a:pt x="1709737" y="647700"/>
                </a:cubicBezTo>
                <a:cubicBezTo>
                  <a:pt x="1717595" y="647700"/>
                  <a:pt x="1724025" y="653876"/>
                  <a:pt x="1724025" y="661425"/>
                </a:cubicBezTo>
                <a:cubicBezTo>
                  <a:pt x="1724025" y="677338"/>
                  <a:pt x="1710430" y="688080"/>
                  <a:pt x="1701541" y="679191"/>
                </a:cubicBezTo>
                <a:close/>
                <a:moveTo>
                  <a:pt x="1352929" y="605295"/>
                </a:moveTo>
                <a:cubicBezTo>
                  <a:pt x="1327710" y="574907"/>
                  <a:pt x="1364920" y="527143"/>
                  <a:pt x="1394614" y="551787"/>
                </a:cubicBezTo>
                <a:cubicBezTo>
                  <a:pt x="1414072" y="567936"/>
                  <a:pt x="1414084" y="605879"/>
                  <a:pt x="1394633" y="613343"/>
                </a:cubicBezTo>
                <a:cubicBezTo>
                  <a:pt x="1372366" y="621888"/>
                  <a:pt x="1365620" y="620586"/>
                  <a:pt x="1352929" y="605295"/>
                </a:cubicBezTo>
                <a:close/>
              </a:path>
            </a:pathLst>
          </a:custGeom>
          <a:solidFill>
            <a:srgbClr val="F9C9DF">
              <a:alpha val="60000"/>
            </a:srgbClr>
          </a:solidFill>
          <a:ln>
            <a:noFill/>
          </a:ln>
        </p:spPr>
      </p:sp>
      <p:pic>
        <p:nvPicPr>
          <p:cNvPr id="12" name="paper ball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100000">
            <a:off x="5915837" y="10049971"/>
            <a:ext cx="2609850" cy="2409825"/>
          </a:xfrm>
          <a:prstGeom prst="rect">
            <a:avLst/>
          </a:prstGeom>
        </p:spPr>
      </p:pic>
      <p:sp>
        <p:nvSpPr>
          <p:cNvPr id="13" name="paper ball pattern"/>
          <p:cNvSpPr/>
          <p:nvPr/>
        </p:nvSpPr>
        <p:spPr>
          <a:xfrm rot="-4500000">
            <a:off x="5915836" y="10049970"/>
            <a:ext cx="2609850" cy="2409825"/>
          </a:xfrm>
          <a:custGeom>
            <a:avLst/>
            <a:gdLst/>
            <a:ahLst/>
            <a:cxnLst/>
            <a:rect l="0" t="0" r="r" b="b"/>
            <a:pathLst>
              <a:path w="2609850" h="2409825">
                <a:moveTo>
                  <a:pt x="1332706" y="1901096"/>
                </a:moveTo>
                <a:cubicBezTo>
                  <a:pt x="1330523" y="1898949"/>
                  <a:pt x="1305354" y="1895447"/>
                  <a:pt x="1276774" y="1893315"/>
                </a:cubicBezTo>
                <a:lnTo>
                  <a:pt x="1224812" y="1889439"/>
                </a:lnTo>
                <a:lnTo>
                  <a:pt x="1195812" y="1835454"/>
                </a:lnTo>
                <a:cubicBezTo>
                  <a:pt x="1163502" y="1775308"/>
                  <a:pt x="1130912" y="1761663"/>
                  <a:pt x="1120324" y="1803849"/>
                </a:cubicBezTo>
                <a:cubicBezTo>
                  <a:pt x="1115512" y="1823019"/>
                  <a:pt x="1103774" y="1829082"/>
                  <a:pt x="1044382" y="1843068"/>
                </a:cubicBezTo>
                <a:lnTo>
                  <a:pt x="974132" y="1859612"/>
                </a:lnTo>
                <a:lnTo>
                  <a:pt x="922834" y="1826595"/>
                </a:lnTo>
                <a:cubicBezTo>
                  <a:pt x="856188" y="1783699"/>
                  <a:pt x="771524" y="1716257"/>
                  <a:pt x="771525" y="1706063"/>
                </a:cubicBezTo>
                <a:cubicBezTo>
                  <a:pt x="771525" y="1701666"/>
                  <a:pt x="783312" y="1699965"/>
                  <a:pt x="797718" y="1702282"/>
                </a:cubicBezTo>
                <a:cubicBezTo>
                  <a:pt x="820058" y="1705875"/>
                  <a:pt x="921873" y="1705706"/>
                  <a:pt x="1138237" y="1701714"/>
                </a:cubicBezTo>
                <a:cubicBezTo>
                  <a:pt x="1255152" y="1699558"/>
                  <a:pt x="1493719" y="1709554"/>
                  <a:pt x="1489468" y="1716431"/>
                </a:cubicBezTo>
                <a:cubicBezTo>
                  <a:pt x="1482457" y="1727775"/>
                  <a:pt x="1499570" y="1725594"/>
                  <a:pt x="1511547" y="1713617"/>
                </a:cubicBezTo>
                <a:cubicBezTo>
                  <a:pt x="1519073" y="1706091"/>
                  <a:pt x="1527337" y="1706091"/>
                  <a:pt x="1541401" y="1713617"/>
                </a:cubicBezTo>
                <a:cubicBezTo>
                  <a:pt x="1565780" y="1726665"/>
                  <a:pt x="1574508" y="1726871"/>
                  <a:pt x="1566686" y="1714215"/>
                </a:cubicBezTo>
                <a:cubicBezTo>
                  <a:pt x="1562757" y="1707857"/>
                  <a:pt x="1577638" y="1705344"/>
                  <a:pt x="1608984" y="1707071"/>
                </a:cubicBezTo>
                <a:cubicBezTo>
                  <a:pt x="1637440" y="1708640"/>
                  <a:pt x="1657345" y="1714231"/>
                  <a:pt x="1657347" y="1720657"/>
                </a:cubicBezTo>
                <a:cubicBezTo>
                  <a:pt x="1657351" y="1738380"/>
                  <a:pt x="1595170" y="1787739"/>
                  <a:pt x="1556946" y="1800353"/>
                </a:cubicBezTo>
                <a:cubicBezTo>
                  <a:pt x="1537497" y="1806772"/>
                  <a:pt x="1503911" y="1823855"/>
                  <a:pt x="1482311" y="1838316"/>
                </a:cubicBezTo>
                <a:cubicBezTo>
                  <a:pt x="1419339" y="1880473"/>
                  <a:pt x="1343916" y="1912123"/>
                  <a:pt x="1332706" y="1901096"/>
                </a:cubicBezTo>
                <a:close/>
                <a:moveTo>
                  <a:pt x="633412" y="1571758"/>
                </a:moveTo>
                <a:cubicBezTo>
                  <a:pt x="595493" y="1559733"/>
                  <a:pt x="581594" y="1534858"/>
                  <a:pt x="573025" y="1463681"/>
                </a:cubicBezTo>
                <a:lnTo>
                  <a:pt x="565901" y="1404506"/>
                </a:lnTo>
                <a:lnTo>
                  <a:pt x="694907" y="1408342"/>
                </a:lnTo>
                <a:cubicBezTo>
                  <a:pt x="766333" y="1410467"/>
                  <a:pt x="879179" y="1406444"/>
                  <a:pt x="947737" y="1399331"/>
                </a:cubicBezTo>
                <a:cubicBezTo>
                  <a:pt x="1015841" y="1392264"/>
                  <a:pt x="1090850" y="1386895"/>
                  <a:pt x="1114425" y="1387400"/>
                </a:cubicBezTo>
                <a:cubicBezTo>
                  <a:pt x="1318808" y="1391777"/>
                  <a:pt x="1477898" y="1398911"/>
                  <a:pt x="1509258" y="1405106"/>
                </a:cubicBezTo>
                <a:cubicBezTo>
                  <a:pt x="1529963" y="1409196"/>
                  <a:pt x="1591953" y="1412974"/>
                  <a:pt x="1647015" y="1413502"/>
                </a:cubicBezTo>
                <a:lnTo>
                  <a:pt x="1747127" y="1414462"/>
                </a:lnTo>
                <a:lnTo>
                  <a:pt x="1760520" y="1461755"/>
                </a:lnTo>
                <a:cubicBezTo>
                  <a:pt x="1773592" y="1507908"/>
                  <a:pt x="1773371" y="1509399"/>
                  <a:pt x="1751351" y="1523667"/>
                </a:cubicBezTo>
                <a:cubicBezTo>
                  <a:pt x="1738941" y="1531708"/>
                  <a:pt x="1718858" y="1548021"/>
                  <a:pt x="1706723" y="1559919"/>
                </a:cubicBezTo>
                <a:lnTo>
                  <a:pt x="1684658" y="1581550"/>
                </a:lnTo>
                <a:lnTo>
                  <a:pt x="1449548" y="1575158"/>
                </a:lnTo>
                <a:cubicBezTo>
                  <a:pt x="1160918" y="1567311"/>
                  <a:pt x="937938" y="1567246"/>
                  <a:pt x="781050" y="1574964"/>
                </a:cubicBezTo>
                <a:cubicBezTo>
                  <a:pt x="713805" y="1578271"/>
                  <a:pt x="649551" y="1576877"/>
                  <a:pt x="633412" y="1571758"/>
                </a:cubicBezTo>
                <a:close/>
                <a:moveTo>
                  <a:pt x="1283953" y="1309353"/>
                </a:moveTo>
                <a:cubicBezTo>
                  <a:pt x="1272060" y="1297460"/>
                  <a:pt x="940671" y="1281240"/>
                  <a:pt x="740983" y="1282776"/>
                </a:cubicBezTo>
                <a:cubicBezTo>
                  <a:pt x="532663" y="1284379"/>
                  <a:pt x="524482" y="1283743"/>
                  <a:pt x="518686" y="1265482"/>
                </a:cubicBezTo>
                <a:cubicBezTo>
                  <a:pt x="512312" y="1245401"/>
                  <a:pt x="510220" y="1115379"/>
                  <a:pt x="516174" y="1109425"/>
                </a:cubicBezTo>
                <a:cubicBezTo>
                  <a:pt x="522246" y="1103353"/>
                  <a:pt x="592015" y="1103076"/>
                  <a:pt x="685800" y="1108752"/>
                </a:cubicBezTo>
                <a:cubicBezTo>
                  <a:pt x="735568" y="1111765"/>
                  <a:pt x="851296" y="1116329"/>
                  <a:pt x="942975" y="1118896"/>
                </a:cubicBezTo>
                <a:cubicBezTo>
                  <a:pt x="1034653" y="1121462"/>
                  <a:pt x="1151634" y="1130001"/>
                  <a:pt x="1202933" y="1137871"/>
                </a:cubicBezTo>
                <a:cubicBezTo>
                  <a:pt x="1341455" y="1159121"/>
                  <a:pt x="1401674" y="1162934"/>
                  <a:pt x="1433512" y="1152468"/>
                </a:cubicBezTo>
                <a:cubicBezTo>
                  <a:pt x="1461792" y="1143173"/>
                  <a:pt x="1461815" y="1143111"/>
                  <a:pt x="1435666" y="1146523"/>
                </a:cubicBezTo>
                <a:cubicBezTo>
                  <a:pt x="1421134" y="1148419"/>
                  <a:pt x="1406951" y="1146258"/>
                  <a:pt x="1404148" y="1141722"/>
                </a:cubicBezTo>
                <a:cubicBezTo>
                  <a:pt x="1401344" y="1137186"/>
                  <a:pt x="1421806" y="1133439"/>
                  <a:pt x="1449619" y="1133396"/>
                </a:cubicBezTo>
                <a:cubicBezTo>
                  <a:pt x="1477431" y="1133353"/>
                  <a:pt x="1536620" y="1129251"/>
                  <a:pt x="1581150" y="1124281"/>
                </a:cubicBezTo>
                <a:cubicBezTo>
                  <a:pt x="1715420" y="1109293"/>
                  <a:pt x="1982727" y="1103835"/>
                  <a:pt x="1997128" y="1115787"/>
                </a:cubicBezTo>
                <a:cubicBezTo>
                  <a:pt x="2004318" y="1121753"/>
                  <a:pt x="2009775" y="1145368"/>
                  <a:pt x="2009775" y="1170515"/>
                </a:cubicBezTo>
                <a:cubicBezTo>
                  <a:pt x="2009775" y="1214117"/>
                  <a:pt x="2009007" y="1215208"/>
                  <a:pt x="1956050" y="1246883"/>
                </a:cubicBezTo>
                <a:lnTo>
                  <a:pt x="1902325" y="1279017"/>
                </a:lnTo>
                <a:lnTo>
                  <a:pt x="1837078" y="1265008"/>
                </a:lnTo>
                <a:cubicBezTo>
                  <a:pt x="1774696" y="1251614"/>
                  <a:pt x="1771292" y="1251813"/>
                  <a:pt x="1759526" y="1269533"/>
                </a:cubicBezTo>
                <a:cubicBezTo>
                  <a:pt x="1749523" y="1284599"/>
                  <a:pt x="1726784" y="1290474"/>
                  <a:pt x="1637991" y="1300934"/>
                </a:cubicBezTo>
                <a:cubicBezTo>
                  <a:pt x="1530196" y="1313633"/>
                  <a:pt x="1293853" y="1319253"/>
                  <a:pt x="1283953" y="1309353"/>
                </a:cubicBezTo>
                <a:close/>
                <a:moveTo>
                  <a:pt x="1440656" y="1174377"/>
                </a:moveTo>
                <a:cubicBezTo>
                  <a:pt x="1428869" y="1172107"/>
                  <a:pt x="1409580" y="1172107"/>
                  <a:pt x="1397793" y="1174377"/>
                </a:cubicBezTo>
                <a:cubicBezTo>
                  <a:pt x="1386006" y="1176648"/>
                  <a:pt x="1395650" y="1178505"/>
                  <a:pt x="1419225" y="1178505"/>
                </a:cubicBezTo>
                <a:cubicBezTo>
                  <a:pt x="1442799" y="1178505"/>
                  <a:pt x="1452443" y="1176648"/>
                  <a:pt x="1440656" y="1174377"/>
                </a:cubicBezTo>
                <a:close/>
                <a:moveTo>
                  <a:pt x="1362075" y="1143000"/>
                </a:moveTo>
                <a:cubicBezTo>
                  <a:pt x="1350580" y="1135571"/>
                  <a:pt x="1352086" y="1133738"/>
                  <a:pt x="1369780" y="1133620"/>
                </a:cubicBezTo>
                <a:cubicBezTo>
                  <a:pt x="1382044" y="1133539"/>
                  <a:pt x="1389170" y="1137688"/>
                  <a:pt x="1385887" y="1143000"/>
                </a:cubicBezTo>
                <a:cubicBezTo>
                  <a:pt x="1378808" y="1154453"/>
                  <a:pt x="1379798" y="1154453"/>
                  <a:pt x="1362075" y="1143000"/>
                </a:cubicBezTo>
                <a:close/>
                <a:moveTo>
                  <a:pt x="571073" y="919984"/>
                </a:moveTo>
                <a:cubicBezTo>
                  <a:pt x="607414" y="849105"/>
                  <a:pt x="654948" y="810855"/>
                  <a:pt x="707704" y="810038"/>
                </a:cubicBezTo>
                <a:cubicBezTo>
                  <a:pt x="722370" y="809810"/>
                  <a:pt x="746891" y="803150"/>
                  <a:pt x="762194" y="795237"/>
                </a:cubicBezTo>
                <a:cubicBezTo>
                  <a:pt x="791879" y="779885"/>
                  <a:pt x="1169628" y="783534"/>
                  <a:pt x="1234209" y="799796"/>
                </a:cubicBezTo>
                <a:cubicBezTo>
                  <a:pt x="1252152" y="804314"/>
                  <a:pt x="1274283" y="802767"/>
                  <a:pt x="1291316" y="795805"/>
                </a:cubicBezTo>
                <a:cubicBezTo>
                  <a:pt x="1313169" y="786873"/>
                  <a:pt x="1335460" y="787188"/>
                  <a:pt x="1395369" y="797277"/>
                </a:cubicBezTo>
                <a:cubicBezTo>
                  <a:pt x="1437303" y="804339"/>
                  <a:pt x="1505902" y="809449"/>
                  <a:pt x="1547812" y="808634"/>
                </a:cubicBezTo>
                <a:cubicBezTo>
                  <a:pt x="1589722" y="807818"/>
                  <a:pt x="1629169" y="807708"/>
                  <a:pt x="1635473" y="808388"/>
                </a:cubicBezTo>
                <a:cubicBezTo>
                  <a:pt x="1641776" y="809068"/>
                  <a:pt x="1655918" y="829984"/>
                  <a:pt x="1666899" y="854868"/>
                </a:cubicBezTo>
                <a:cubicBezTo>
                  <a:pt x="1677880" y="879752"/>
                  <a:pt x="1702525" y="916185"/>
                  <a:pt x="1721665" y="935831"/>
                </a:cubicBezTo>
                <a:lnTo>
                  <a:pt x="1756466" y="971550"/>
                </a:lnTo>
                <a:lnTo>
                  <a:pt x="1731282" y="971550"/>
                </a:lnTo>
                <a:cubicBezTo>
                  <a:pt x="1717431" y="971550"/>
                  <a:pt x="1703659" y="975497"/>
                  <a:pt x="1700677" y="980321"/>
                </a:cubicBezTo>
                <a:cubicBezTo>
                  <a:pt x="1697452" y="985541"/>
                  <a:pt x="1460777" y="988434"/>
                  <a:pt x="1116283" y="987465"/>
                </a:cubicBezTo>
                <a:lnTo>
                  <a:pt x="537310" y="985837"/>
                </a:lnTo>
                <a:lnTo>
                  <a:pt x="571073" y="919984"/>
                </a:lnTo>
                <a:close/>
                <a:moveTo>
                  <a:pt x="1857388" y="966787"/>
                </a:moveTo>
                <a:cubicBezTo>
                  <a:pt x="1857559" y="938589"/>
                  <a:pt x="1896955" y="895771"/>
                  <a:pt x="1930738" y="887067"/>
                </a:cubicBezTo>
                <a:cubicBezTo>
                  <a:pt x="2119491" y="838434"/>
                  <a:pt x="2114997" y="838614"/>
                  <a:pt x="2077614" y="881191"/>
                </a:cubicBezTo>
                <a:cubicBezTo>
                  <a:pt x="2061453" y="899597"/>
                  <a:pt x="2041775" y="927141"/>
                  <a:pt x="2033884" y="942400"/>
                </a:cubicBezTo>
                <a:cubicBezTo>
                  <a:pt x="2019971" y="969306"/>
                  <a:pt x="2017089" y="970236"/>
                  <a:pt x="1938434" y="973228"/>
                </a:cubicBezTo>
                <a:cubicBezTo>
                  <a:pt x="1888633" y="975122"/>
                  <a:pt x="1857352" y="972636"/>
                  <a:pt x="1857388" y="966787"/>
                </a:cubicBezTo>
                <a:close/>
                <a:moveTo>
                  <a:pt x="1002245" y="685884"/>
                </a:moveTo>
                <a:lnTo>
                  <a:pt x="932927" y="681037"/>
                </a:lnTo>
                <a:lnTo>
                  <a:pt x="987957" y="622365"/>
                </a:lnTo>
                <a:cubicBezTo>
                  <a:pt x="1042273" y="564454"/>
                  <a:pt x="1043914" y="563551"/>
                  <a:pt x="1114425" y="552833"/>
                </a:cubicBezTo>
                <a:cubicBezTo>
                  <a:pt x="1153715" y="546860"/>
                  <a:pt x="1195735" y="535509"/>
                  <a:pt x="1207802" y="527608"/>
                </a:cubicBezTo>
                <a:cubicBezTo>
                  <a:pt x="1241423" y="505596"/>
                  <a:pt x="1325991" y="515863"/>
                  <a:pt x="1362232" y="546358"/>
                </a:cubicBezTo>
                <a:cubicBezTo>
                  <a:pt x="1378001" y="559627"/>
                  <a:pt x="1420708" y="580082"/>
                  <a:pt x="1457138" y="591815"/>
                </a:cubicBezTo>
                <a:cubicBezTo>
                  <a:pt x="1493568" y="603548"/>
                  <a:pt x="1535302" y="622911"/>
                  <a:pt x="1549881" y="634844"/>
                </a:cubicBezTo>
                <a:lnTo>
                  <a:pt x="1576387" y="656539"/>
                </a:lnTo>
                <a:lnTo>
                  <a:pt x="1532443" y="656882"/>
                </a:lnTo>
                <a:cubicBezTo>
                  <a:pt x="1508274" y="657070"/>
                  <a:pt x="1465412" y="661686"/>
                  <a:pt x="1437193" y="667138"/>
                </a:cubicBezTo>
                <a:cubicBezTo>
                  <a:pt x="1347711" y="684429"/>
                  <a:pt x="1121107" y="694195"/>
                  <a:pt x="1002245" y="685884"/>
                </a:cubicBezTo>
                <a:close/>
              </a:path>
            </a:pathLst>
          </a:custGeom>
          <a:solidFill>
            <a:srgbClr val="F9C9DF">
              <a:alpha val="60000"/>
            </a:srgbClr>
          </a:solidFill>
          <a:ln>
            <a:noFill/>
          </a:ln>
        </p:spPr>
      </p:sp>
      <p:pic>
        <p:nvPicPr>
          <p:cNvPr id="14" name="paper ball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5600000">
            <a:off x="1456297" y="9812696"/>
            <a:ext cx="2800350" cy="2571750"/>
          </a:xfrm>
          <a:prstGeom prst="rect">
            <a:avLst/>
          </a:prstGeom>
        </p:spPr>
      </p:pic>
      <p:sp>
        <p:nvSpPr>
          <p:cNvPr id="15" name="paper ball pattern"/>
          <p:cNvSpPr/>
          <p:nvPr/>
        </p:nvSpPr>
        <p:spPr>
          <a:xfrm rot="-6000000">
            <a:off x="1456296" y="9812695"/>
            <a:ext cx="2800350" cy="2571750"/>
          </a:xfrm>
          <a:custGeom>
            <a:avLst/>
            <a:gdLst/>
            <a:ahLst/>
            <a:cxnLst/>
            <a:rect l="0" t="0" r="r" b="b"/>
            <a:pathLst>
              <a:path w="2800350" h="2571750">
                <a:moveTo>
                  <a:pt x="1422908" y="2043501"/>
                </a:moveTo>
                <a:cubicBezTo>
                  <a:pt x="1398310" y="2025514"/>
                  <a:pt x="1418532" y="1981200"/>
                  <a:pt x="1451339" y="1981200"/>
                </a:cubicBezTo>
                <a:cubicBezTo>
                  <a:pt x="1477966" y="1981200"/>
                  <a:pt x="1489917" y="2003521"/>
                  <a:pt x="1476605" y="2028394"/>
                </a:cubicBezTo>
                <a:cubicBezTo>
                  <a:pt x="1463697" y="2052512"/>
                  <a:pt x="1443141" y="2058296"/>
                  <a:pt x="1422908" y="2043501"/>
                </a:cubicBezTo>
                <a:close/>
                <a:moveTo>
                  <a:pt x="1076798" y="1963034"/>
                </a:moveTo>
                <a:cubicBezTo>
                  <a:pt x="1062217" y="1935789"/>
                  <a:pt x="1096041" y="1895315"/>
                  <a:pt x="1118095" y="1913618"/>
                </a:cubicBezTo>
                <a:cubicBezTo>
                  <a:pt x="1136276" y="1928707"/>
                  <a:pt x="1138039" y="1953775"/>
                  <a:pt x="1122045" y="1969770"/>
                </a:cubicBezTo>
                <a:cubicBezTo>
                  <a:pt x="1105417" y="1986397"/>
                  <a:pt x="1087907" y="1983791"/>
                  <a:pt x="1076798" y="1963034"/>
                </a:cubicBezTo>
                <a:close/>
                <a:moveTo>
                  <a:pt x="887944" y="1918747"/>
                </a:moveTo>
                <a:cubicBezTo>
                  <a:pt x="862368" y="1900833"/>
                  <a:pt x="860542" y="1885950"/>
                  <a:pt x="883920" y="1885950"/>
                </a:cubicBezTo>
                <a:cubicBezTo>
                  <a:pt x="903977" y="1885950"/>
                  <a:pt x="923925" y="1903523"/>
                  <a:pt x="923925" y="1921192"/>
                </a:cubicBezTo>
                <a:cubicBezTo>
                  <a:pt x="923925" y="1937513"/>
                  <a:pt x="913749" y="1936822"/>
                  <a:pt x="887944" y="1918747"/>
                </a:cubicBezTo>
                <a:close/>
                <a:moveTo>
                  <a:pt x="1586443" y="1924909"/>
                </a:moveTo>
                <a:cubicBezTo>
                  <a:pt x="1580175" y="1914766"/>
                  <a:pt x="1589694" y="1885950"/>
                  <a:pt x="1599314" y="1885950"/>
                </a:cubicBezTo>
                <a:cubicBezTo>
                  <a:pt x="1612671" y="1885950"/>
                  <a:pt x="1627137" y="1907709"/>
                  <a:pt x="1622249" y="1920448"/>
                </a:cubicBezTo>
                <a:cubicBezTo>
                  <a:pt x="1616556" y="1935283"/>
                  <a:pt x="1594549" y="1938025"/>
                  <a:pt x="1586443" y="1924909"/>
                </a:cubicBezTo>
                <a:close/>
                <a:moveTo>
                  <a:pt x="1263538" y="1897106"/>
                </a:moveTo>
                <a:cubicBezTo>
                  <a:pt x="1241557" y="1872817"/>
                  <a:pt x="1243876" y="1850843"/>
                  <a:pt x="1270245" y="1833566"/>
                </a:cubicBezTo>
                <a:cubicBezTo>
                  <a:pt x="1316603" y="1803191"/>
                  <a:pt x="1357982" y="1862139"/>
                  <a:pt x="1314830" y="1897082"/>
                </a:cubicBezTo>
                <a:cubicBezTo>
                  <a:pt x="1288035" y="1918779"/>
                  <a:pt x="1283154" y="1918781"/>
                  <a:pt x="1263538" y="1897106"/>
                </a:cubicBezTo>
                <a:close/>
                <a:moveTo>
                  <a:pt x="1471907" y="1861071"/>
                </a:moveTo>
                <a:cubicBezTo>
                  <a:pt x="1460980" y="1850144"/>
                  <a:pt x="1459810" y="1841953"/>
                  <a:pt x="1467204" y="1828138"/>
                </a:cubicBezTo>
                <a:cubicBezTo>
                  <a:pt x="1486154" y="1792729"/>
                  <a:pt x="1532602" y="1814348"/>
                  <a:pt x="1518202" y="1851876"/>
                </a:cubicBezTo>
                <a:cubicBezTo>
                  <a:pt x="1510183" y="1872772"/>
                  <a:pt x="1488012" y="1877176"/>
                  <a:pt x="1471907" y="1861071"/>
                </a:cubicBezTo>
                <a:close/>
                <a:moveTo>
                  <a:pt x="984519" y="1833562"/>
                </a:moveTo>
                <a:cubicBezTo>
                  <a:pt x="976160" y="1811778"/>
                  <a:pt x="987870" y="1790700"/>
                  <a:pt x="1008331" y="1790700"/>
                </a:cubicBezTo>
                <a:cubicBezTo>
                  <a:pt x="1030860" y="1790700"/>
                  <a:pt x="1042427" y="1817021"/>
                  <a:pt x="1027698" y="1834769"/>
                </a:cubicBezTo>
                <a:cubicBezTo>
                  <a:pt x="1013367" y="1852036"/>
                  <a:pt x="991372" y="1851422"/>
                  <a:pt x="984519" y="1833562"/>
                </a:cubicBezTo>
                <a:close/>
                <a:moveTo>
                  <a:pt x="1682750" y="1803399"/>
                </a:moveTo>
                <a:cubicBezTo>
                  <a:pt x="1670080" y="1790730"/>
                  <a:pt x="1676806" y="1753052"/>
                  <a:pt x="1693314" y="1744217"/>
                </a:cubicBezTo>
                <a:cubicBezTo>
                  <a:pt x="1728542" y="1725364"/>
                  <a:pt x="1760082" y="1769882"/>
                  <a:pt x="1731645" y="1798320"/>
                </a:cubicBezTo>
                <a:cubicBezTo>
                  <a:pt x="1719191" y="1810773"/>
                  <a:pt x="1692859" y="1813509"/>
                  <a:pt x="1682750" y="1803399"/>
                </a:cubicBezTo>
                <a:close/>
                <a:moveTo>
                  <a:pt x="1184568" y="1766951"/>
                </a:moveTo>
                <a:cubicBezTo>
                  <a:pt x="1181269" y="1758353"/>
                  <a:pt x="1183137" y="1746752"/>
                  <a:pt x="1188720" y="1741170"/>
                </a:cubicBezTo>
                <a:cubicBezTo>
                  <a:pt x="1203232" y="1726657"/>
                  <a:pt x="1230729" y="1739921"/>
                  <a:pt x="1226938" y="1759605"/>
                </a:cubicBezTo>
                <a:cubicBezTo>
                  <a:pt x="1222715" y="1781530"/>
                  <a:pt x="1192194" y="1786822"/>
                  <a:pt x="1184568" y="1766951"/>
                </a:cubicBezTo>
                <a:close/>
                <a:moveTo>
                  <a:pt x="879461" y="1728048"/>
                </a:moveTo>
                <a:cubicBezTo>
                  <a:pt x="876289" y="1719784"/>
                  <a:pt x="880972" y="1705854"/>
                  <a:pt x="889867" y="1697092"/>
                </a:cubicBezTo>
                <a:cubicBezTo>
                  <a:pt x="904990" y="1682195"/>
                  <a:pt x="906917" y="1682347"/>
                  <a:pt x="919583" y="1699431"/>
                </a:cubicBezTo>
                <a:cubicBezTo>
                  <a:pt x="929620" y="1712969"/>
                  <a:pt x="930400" y="1720984"/>
                  <a:pt x="922597" y="1730387"/>
                </a:cubicBezTo>
                <a:cubicBezTo>
                  <a:pt x="908330" y="1747577"/>
                  <a:pt x="886500" y="1746393"/>
                  <a:pt x="879461" y="1728048"/>
                </a:cubicBezTo>
                <a:close/>
                <a:moveTo>
                  <a:pt x="1336968" y="1709801"/>
                </a:moveTo>
                <a:cubicBezTo>
                  <a:pt x="1333669" y="1701203"/>
                  <a:pt x="1335537" y="1689602"/>
                  <a:pt x="1341120" y="1684020"/>
                </a:cubicBezTo>
                <a:cubicBezTo>
                  <a:pt x="1355632" y="1669507"/>
                  <a:pt x="1383129" y="1682771"/>
                  <a:pt x="1379338" y="1702455"/>
                </a:cubicBezTo>
                <a:cubicBezTo>
                  <a:pt x="1375115" y="1724380"/>
                  <a:pt x="1344594" y="1729672"/>
                  <a:pt x="1336968" y="1709801"/>
                </a:cubicBezTo>
                <a:close/>
                <a:moveTo>
                  <a:pt x="1497330" y="1693545"/>
                </a:moveTo>
                <a:cubicBezTo>
                  <a:pt x="1473876" y="1670091"/>
                  <a:pt x="1496967" y="1632179"/>
                  <a:pt x="1527555" y="1643917"/>
                </a:cubicBezTo>
                <a:cubicBezTo>
                  <a:pt x="1551960" y="1653282"/>
                  <a:pt x="1540886" y="1704975"/>
                  <a:pt x="1514475" y="1704975"/>
                </a:cubicBezTo>
                <a:cubicBezTo>
                  <a:pt x="1511331" y="1704975"/>
                  <a:pt x="1503616" y="1699831"/>
                  <a:pt x="1497330" y="1693545"/>
                </a:cubicBezTo>
                <a:close/>
                <a:moveTo>
                  <a:pt x="689510" y="1672330"/>
                </a:moveTo>
                <a:cubicBezTo>
                  <a:pt x="680832" y="1649715"/>
                  <a:pt x="689553" y="1617065"/>
                  <a:pt x="707231" y="1605983"/>
                </a:cubicBezTo>
                <a:cubicBezTo>
                  <a:pt x="741766" y="1584334"/>
                  <a:pt x="779131" y="1639518"/>
                  <a:pt x="752039" y="1672161"/>
                </a:cubicBezTo>
                <a:cubicBezTo>
                  <a:pt x="737340" y="1689872"/>
                  <a:pt x="696284" y="1689983"/>
                  <a:pt x="689510" y="1672330"/>
                </a:cubicBezTo>
                <a:close/>
                <a:moveTo>
                  <a:pt x="1047852" y="1652711"/>
                </a:moveTo>
                <a:cubicBezTo>
                  <a:pt x="1030261" y="1631514"/>
                  <a:pt x="1043897" y="1592004"/>
                  <a:pt x="1071166" y="1585160"/>
                </a:cubicBezTo>
                <a:cubicBezTo>
                  <a:pt x="1098959" y="1578185"/>
                  <a:pt x="1110505" y="1584182"/>
                  <a:pt x="1116984" y="1608960"/>
                </a:cubicBezTo>
                <a:cubicBezTo>
                  <a:pt x="1127877" y="1650613"/>
                  <a:pt x="1074268" y="1684540"/>
                  <a:pt x="1047852" y="1652711"/>
                </a:cubicBezTo>
                <a:close/>
                <a:moveTo>
                  <a:pt x="1787854" y="1660854"/>
                </a:moveTo>
                <a:cubicBezTo>
                  <a:pt x="1776303" y="1649303"/>
                  <a:pt x="1780575" y="1622080"/>
                  <a:pt x="1795940" y="1609328"/>
                </a:cubicBezTo>
                <a:cubicBezTo>
                  <a:pt x="1817443" y="1591482"/>
                  <a:pt x="1847575" y="1621493"/>
                  <a:pt x="1832380" y="1645622"/>
                </a:cubicBezTo>
                <a:cubicBezTo>
                  <a:pt x="1821024" y="1663654"/>
                  <a:pt x="1798395" y="1671395"/>
                  <a:pt x="1787854" y="1660854"/>
                </a:cubicBezTo>
                <a:close/>
                <a:moveTo>
                  <a:pt x="1252448" y="1625125"/>
                </a:moveTo>
                <a:cubicBezTo>
                  <a:pt x="1239891" y="1615943"/>
                  <a:pt x="1237141" y="1605913"/>
                  <a:pt x="1241940" y="1586793"/>
                </a:cubicBezTo>
                <a:cubicBezTo>
                  <a:pt x="1251190" y="1549939"/>
                  <a:pt x="1298711" y="1554306"/>
                  <a:pt x="1303114" y="1592415"/>
                </a:cubicBezTo>
                <a:cubicBezTo>
                  <a:pt x="1306892" y="1625115"/>
                  <a:pt x="1277970" y="1643787"/>
                  <a:pt x="1252448" y="1625125"/>
                </a:cubicBezTo>
                <a:close/>
                <a:moveTo>
                  <a:pt x="1615963" y="1582781"/>
                </a:moveTo>
                <a:cubicBezTo>
                  <a:pt x="1586154" y="1549842"/>
                  <a:pt x="1600935" y="1514108"/>
                  <a:pt x="1646565" y="1508795"/>
                </a:cubicBezTo>
                <a:cubicBezTo>
                  <a:pt x="1683861" y="1504453"/>
                  <a:pt x="1697058" y="1538927"/>
                  <a:pt x="1672467" y="1576456"/>
                </a:cubicBezTo>
                <a:cubicBezTo>
                  <a:pt x="1653991" y="1604655"/>
                  <a:pt x="1637436" y="1606508"/>
                  <a:pt x="1615963" y="1582781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1860573" y="1518597"/>
                </a:moveTo>
                <a:cubicBezTo>
                  <a:pt x="1853699" y="1500683"/>
                  <a:pt x="1870555" y="1481148"/>
                  <a:pt x="1885120" y="1490149"/>
                </a:cubicBezTo>
                <a:cubicBezTo>
                  <a:pt x="1900820" y="1499852"/>
                  <a:pt x="1897535" y="1533525"/>
                  <a:pt x="1880888" y="1533525"/>
                </a:cubicBezTo>
                <a:cubicBezTo>
                  <a:pt x="1872866" y="1533525"/>
                  <a:pt x="1863724" y="1526807"/>
                  <a:pt x="1860573" y="1518597"/>
                </a:cubicBezTo>
                <a:close/>
                <a:moveTo>
                  <a:pt x="1400279" y="1509838"/>
                </a:moveTo>
                <a:cubicBezTo>
                  <a:pt x="1390578" y="1498149"/>
                  <a:pt x="1390271" y="1489545"/>
                  <a:pt x="1398879" y="1470652"/>
                </a:cubicBezTo>
                <a:cubicBezTo>
                  <a:pt x="1411181" y="1443653"/>
                  <a:pt x="1434980" y="1443010"/>
                  <a:pt x="1451492" y="1469231"/>
                </a:cubicBezTo>
                <a:cubicBezTo>
                  <a:pt x="1472638" y="1502809"/>
                  <a:pt x="1425479" y="1540202"/>
                  <a:pt x="1400279" y="1509838"/>
                </a:cubicBezTo>
                <a:close/>
                <a:moveTo>
                  <a:pt x="679719" y="1481137"/>
                </a:moveTo>
                <a:cubicBezTo>
                  <a:pt x="671327" y="1459267"/>
                  <a:pt x="683100" y="1438275"/>
                  <a:pt x="703757" y="1438275"/>
                </a:cubicBezTo>
                <a:cubicBezTo>
                  <a:pt x="726001" y="1438275"/>
                  <a:pt x="734050" y="1455867"/>
                  <a:pt x="722277" y="1478756"/>
                </a:cubicBezTo>
                <a:cubicBezTo>
                  <a:pt x="711773" y="1499180"/>
                  <a:pt x="687171" y="1500556"/>
                  <a:pt x="679719" y="1481137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49493" y="1394059"/>
                </a:moveTo>
                <a:cubicBezTo>
                  <a:pt x="1228430" y="1356422"/>
                  <a:pt x="1272706" y="1316249"/>
                  <a:pt x="1302459" y="1346002"/>
                </a:cubicBezTo>
                <a:cubicBezTo>
                  <a:pt x="1324568" y="1368111"/>
                  <a:pt x="1310821" y="1409700"/>
                  <a:pt x="1281404" y="1409700"/>
                </a:cubicBezTo>
                <a:cubicBezTo>
                  <a:pt x="1268667" y="1409700"/>
                  <a:pt x="1254307" y="1402661"/>
                  <a:pt x="1249493" y="1394059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574955" y="1366865"/>
                </a:moveTo>
                <a:cubicBezTo>
                  <a:pt x="571663" y="1358287"/>
                  <a:pt x="573370" y="1346869"/>
                  <a:pt x="578748" y="1341491"/>
                </a:cubicBezTo>
                <a:cubicBezTo>
                  <a:pt x="594275" y="1325964"/>
                  <a:pt x="623887" y="1336429"/>
                  <a:pt x="623887" y="1357442"/>
                </a:cubicBezTo>
                <a:cubicBezTo>
                  <a:pt x="623887" y="1381671"/>
                  <a:pt x="583612" y="1389426"/>
                  <a:pt x="574955" y="1366865"/>
                </a:cubicBezTo>
                <a:close/>
                <a:moveTo>
                  <a:pt x="735544" y="1309147"/>
                </a:moveTo>
                <a:cubicBezTo>
                  <a:pt x="699861" y="1284154"/>
                  <a:pt x="716470" y="1219200"/>
                  <a:pt x="758544" y="1219200"/>
                </a:cubicBezTo>
                <a:cubicBezTo>
                  <a:pt x="807243" y="1219200"/>
                  <a:pt x="826027" y="1269472"/>
                  <a:pt x="790575" y="1304925"/>
                </a:cubicBezTo>
                <a:cubicBezTo>
                  <a:pt x="767643" y="1327856"/>
                  <a:pt x="762787" y="1328229"/>
                  <a:pt x="735544" y="1309147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806" y="1302183"/>
                </a:moveTo>
                <a:cubicBezTo>
                  <a:pt x="1885253" y="1282502"/>
                  <a:pt x="1900001" y="1264465"/>
                  <a:pt x="1920428" y="1268399"/>
                </a:cubicBezTo>
                <a:cubicBezTo>
                  <a:pt x="1945735" y="1273273"/>
                  <a:pt x="1943872" y="1308897"/>
                  <a:pt x="1918118" y="1312572"/>
                </a:cubicBezTo>
                <a:cubicBezTo>
                  <a:pt x="1906998" y="1314159"/>
                  <a:pt x="1895607" y="1309484"/>
                  <a:pt x="1892806" y="1302183"/>
                </a:cubicBezTo>
                <a:close/>
                <a:moveTo>
                  <a:pt x="906482" y="1274816"/>
                </a:moveTo>
                <a:cubicBezTo>
                  <a:pt x="908217" y="1262562"/>
                  <a:pt x="916066" y="1252537"/>
                  <a:pt x="923925" y="1252537"/>
                </a:cubicBezTo>
                <a:cubicBezTo>
                  <a:pt x="944582" y="1252537"/>
                  <a:pt x="941736" y="1289697"/>
                  <a:pt x="920770" y="1293735"/>
                </a:cubicBezTo>
                <a:cubicBezTo>
                  <a:pt x="907244" y="1296340"/>
                  <a:pt x="904036" y="1292092"/>
                  <a:pt x="906482" y="1274816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514350" y="1252164"/>
                </a:moveTo>
                <a:cubicBezTo>
                  <a:pt x="514350" y="1221380"/>
                  <a:pt x="516235" y="1218432"/>
                  <a:pt x="529097" y="1229106"/>
                </a:cubicBezTo>
                <a:cubicBezTo>
                  <a:pt x="545902" y="1243054"/>
                  <a:pt x="544096" y="1277666"/>
                  <a:pt x="526256" y="1283541"/>
                </a:cubicBezTo>
                <a:cubicBezTo>
                  <a:pt x="518167" y="1286205"/>
                  <a:pt x="514350" y="1276144"/>
                  <a:pt x="514350" y="1252164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2013219" y="1233487"/>
                </a:moveTo>
                <a:cubicBezTo>
                  <a:pt x="2005673" y="1213823"/>
                  <a:pt x="2015904" y="1190625"/>
                  <a:pt x="2032122" y="1190625"/>
                </a:cubicBezTo>
                <a:cubicBezTo>
                  <a:pt x="2051619" y="1190625"/>
                  <a:pt x="2068207" y="1214300"/>
                  <a:pt x="2061307" y="1232280"/>
                </a:cubicBezTo>
                <a:cubicBezTo>
                  <a:pt x="2053840" y="1251739"/>
                  <a:pt x="2020544" y="1252575"/>
                  <a:pt x="2013219" y="1233487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568325" y="1165225"/>
                </a:moveTo>
                <a:cubicBezTo>
                  <a:pt x="556591" y="1153491"/>
                  <a:pt x="561836" y="1116872"/>
                  <a:pt x="577060" y="1104237"/>
                </a:cubicBezTo>
                <a:cubicBezTo>
                  <a:pt x="606754" y="1079593"/>
                  <a:pt x="643964" y="1127357"/>
                  <a:pt x="618745" y="1157745"/>
                </a:cubicBezTo>
                <a:cubicBezTo>
                  <a:pt x="606800" y="1172137"/>
                  <a:pt x="579315" y="1176215"/>
                  <a:pt x="568325" y="1165225"/>
                </a:cubicBezTo>
                <a:close/>
                <a:moveTo>
                  <a:pt x="1518185" y="1148455"/>
                </a:moveTo>
                <a:cubicBezTo>
                  <a:pt x="1509507" y="1125840"/>
                  <a:pt x="1518228" y="1093190"/>
                  <a:pt x="1535906" y="1082108"/>
                </a:cubicBezTo>
                <a:cubicBezTo>
                  <a:pt x="1570441" y="1060459"/>
                  <a:pt x="1607806" y="1115643"/>
                  <a:pt x="1580714" y="1148286"/>
                </a:cubicBezTo>
                <a:cubicBezTo>
                  <a:pt x="1566015" y="1165997"/>
                  <a:pt x="1524959" y="1166108"/>
                  <a:pt x="1518185" y="1148455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981200" y="1110445"/>
                </a:moveTo>
                <a:cubicBezTo>
                  <a:pt x="1981200" y="1090486"/>
                  <a:pt x="2001720" y="1047750"/>
                  <a:pt x="2011303" y="1047750"/>
                </a:cubicBezTo>
                <a:cubicBezTo>
                  <a:pt x="2028548" y="1047750"/>
                  <a:pt x="2019173" y="1104297"/>
                  <a:pt x="2000250" y="1114425"/>
                </a:cubicBezTo>
                <a:cubicBezTo>
                  <a:pt x="1985166" y="1122497"/>
                  <a:pt x="1981200" y="1121668"/>
                  <a:pt x="1981200" y="1110445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697230" y="1036320"/>
                </a:moveTo>
                <a:cubicBezTo>
                  <a:pt x="673776" y="1012866"/>
                  <a:pt x="696867" y="974954"/>
                  <a:pt x="727455" y="986692"/>
                </a:cubicBezTo>
                <a:cubicBezTo>
                  <a:pt x="751860" y="996057"/>
                  <a:pt x="740786" y="1047750"/>
                  <a:pt x="714375" y="1047750"/>
                </a:cubicBezTo>
                <a:cubicBezTo>
                  <a:pt x="711231" y="1047750"/>
                  <a:pt x="703516" y="1042606"/>
                  <a:pt x="697230" y="1036320"/>
                </a:cubicBezTo>
                <a:close/>
                <a:moveTo>
                  <a:pt x="1689639" y="1034166"/>
                </a:moveTo>
                <a:cubicBezTo>
                  <a:pt x="1680973" y="1011583"/>
                  <a:pt x="1693235" y="988776"/>
                  <a:pt x="1712089" y="992407"/>
                </a:cubicBezTo>
                <a:cubicBezTo>
                  <a:pt x="1722634" y="994438"/>
                  <a:pt x="1728787" y="1004302"/>
                  <a:pt x="1728787" y="1019175"/>
                </a:cubicBezTo>
                <a:cubicBezTo>
                  <a:pt x="1728787" y="1046327"/>
                  <a:pt x="1698723" y="1057839"/>
                  <a:pt x="1689639" y="1034166"/>
                </a:cubicBezTo>
                <a:close/>
                <a:moveTo>
                  <a:pt x="2111776" y="1022751"/>
                </a:moveTo>
                <a:cubicBezTo>
                  <a:pt x="2089154" y="1000129"/>
                  <a:pt x="2124490" y="954146"/>
                  <a:pt x="2151615" y="970910"/>
                </a:cubicBezTo>
                <a:cubicBezTo>
                  <a:pt x="2170565" y="982622"/>
                  <a:pt x="2160575" y="1023484"/>
                  <a:pt x="2137970" y="1026720"/>
                </a:cubicBezTo>
                <a:cubicBezTo>
                  <a:pt x="2127277" y="1028251"/>
                  <a:pt x="2115490" y="1026465"/>
                  <a:pt x="2111776" y="1022751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1486000" y="985958"/>
                </a:moveTo>
                <a:cubicBezTo>
                  <a:pt x="1470533" y="967322"/>
                  <a:pt x="1480520" y="942975"/>
                  <a:pt x="1503631" y="942975"/>
                </a:cubicBezTo>
                <a:cubicBezTo>
                  <a:pt x="1528015" y="942975"/>
                  <a:pt x="1536335" y="967378"/>
                  <a:pt x="1518152" y="985561"/>
                </a:cubicBezTo>
                <a:cubicBezTo>
                  <a:pt x="1500313" y="1003401"/>
                  <a:pt x="1500474" y="1003399"/>
                  <a:pt x="1486000" y="985958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603578" y="909466"/>
                </a:moveTo>
                <a:cubicBezTo>
                  <a:pt x="1595038" y="887210"/>
                  <a:pt x="1619457" y="836241"/>
                  <a:pt x="1635677" y="842465"/>
                </a:cubicBezTo>
                <a:cubicBezTo>
                  <a:pt x="1643215" y="845358"/>
                  <a:pt x="1653029" y="847725"/>
                  <a:pt x="1657487" y="847725"/>
                </a:cubicBezTo>
                <a:cubicBezTo>
                  <a:pt x="1671661" y="847725"/>
                  <a:pt x="1677844" y="884377"/>
                  <a:pt x="1667067" y="904515"/>
                </a:cubicBezTo>
                <a:cubicBezTo>
                  <a:pt x="1654790" y="927455"/>
                  <a:pt x="1611769" y="930810"/>
                  <a:pt x="1603578" y="909466"/>
                </a:cubicBezTo>
                <a:close/>
                <a:moveTo>
                  <a:pt x="2252662" y="895350"/>
                </a:moveTo>
                <a:cubicBezTo>
                  <a:pt x="2255900" y="890111"/>
                  <a:pt x="2267121" y="885825"/>
                  <a:pt x="2277599" y="885825"/>
                </a:cubicBezTo>
                <a:cubicBezTo>
                  <a:pt x="2288076" y="885825"/>
                  <a:pt x="2294000" y="890111"/>
                  <a:pt x="2290762" y="895350"/>
                </a:cubicBezTo>
                <a:cubicBezTo>
                  <a:pt x="2287524" y="900588"/>
                  <a:pt x="2276303" y="904875"/>
                  <a:pt x="2265825" y="904875"/>
                </a:cubicBezTo>
                <a:cubicBezTo>
                  <a:pt x="2255348" y="904875"/>
                  <a:pt x="2249424" y="900588"/>
                  <a:pt x="2252662" y="895350"/>
                </a:cubicBezTo>
                <a:close/>
                <a:moveTo>
                  <a:pt x="1298844" y="881062"/>
                </a:moveTo>
                <a:cubicBezTo>
                  <a:pt x="1290433" y="859144"/>
                  <a:pt x="1302942" y="836421"/>
                  <a:pt x="1321455" y="839986"/>
                </a:cubicBezTo>
                <a:cubicBezTo>
                  <a:pt x="1342122" y="843966"/>
                  <a:pt x="1349348" y="875960"/>
                  <a:pt x="1332055" y="886919"/>
                </a:cubicBezTo>
                <a:cubicBezTo>
                  <a:pt x="1313456" y="898706"/>
                  <a:pt x="1305045" y="897223"/>
                  <a:pt x="1298844" y="881062"/>
                </a:cubicBezTo>
                <a:close/>
                <a:moveTo>
                  <a:pt x="723900" y="866775"/>
                </a:moveTo>
                <a:cubicBezTo>
                  <a:pt x="723900" y="854652"/>
                  <a:pt x="730250" y="847725"/>
                  <a:pt x="741362" y="847725"/>
                </a:cubicBezTo>
                <a:cubicBezTo>
                  <a:pt x="763833" y="847725"/>
                  <a:pt x="771509" y="855731"/>
                  <a:pt x="765087" y="872468"/>
                </a:cubicBezTo>
                <a:cubicBezTo>
                  <a:pt x="757001" y="893539"/>
                  <a:pt x="723900" y="888963"/>
                  <a:pt x="723900" y="866775"/>
                </a:cubicBezTo>
                <a:close/>
                <a:moveTo>
                  <a:pt x="1137189" y="853191"/>
                </a:moveTo>
                <a:cubicBezTo>
                  <a:pt x="1128523" y="830608"/>
                  <a:pt x="1140785" y="807801"/>
                  <a:pt x="1159639" y="811432"/>
                </a:cubicBezTo>
                <a:cubicBezTo>
                  <a:pt x="1170184" y="813463"/>
                  <a:pt x="1176337" y="823327"/>
                  <a:pt x="1176337" y="838200"/>
                </a:cubicBezTo>
                <a:cubicBezTo>
                  <a:pt x="1176337" y="865352"/>
                  <a:pt x="1146273" y="876864"/>
                  <a:pt x="1137189" y="853191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1415659" y="814224"/>
                </a:moveTo>
                <a:cubicBezTo>
                  <a:pt x="1396221" y="794785"/>
                  <a:pt x="1396159" y="781496"/>
                  <a:pt x="1415383" y="754050"/>
                </a:cubicBezTo>
                <a:cubicBezTo>
                  <a:pt x="1447100" y="708767"/>
                  <a:pt x="1508623" y="744300"/>
                  <a:pt x="1490121" y="797216"/>
                </a:cubicBezTo>
                <a:cubicBezTo>
                  <a:pt x="1479012" y="828988"/>
                  <a:pt x="1439458" y="838023"/>
                  <a:pt x="1415659" y="814224"/>
                </a:cubicBezTo>
                <a:close/>
                <a:moveTo>
                  <a:pt x="1023827" y="758334"/>
                </a:moveTo>
                <a:cubicBezTo>
                  <a:pt x="1004436" y="744156"/>
                  <a:pt x="1007962" y="715715"/>
                  <a:pt x="1030902" y="701269"/>
                </a:cubicBezTo>
                <a:cubicBezTo>
                  <a:pt x="1053223" y="687213"/>
                  <a:pt x="1080820" y="713781"/>
                  <a:pt x="1072178" y="741007"/>
                </a:cubicBezTo>
                <a:cubicBezTo>
                  <a:pt x="1064231" y="766048"/>
                  <a:pt x="1044195" y="773228"/>
                  <a:pt x="1023827" y="758334"/>
                </a:cubicBezTo>
                <a:close/>
                <a:moveTo>
                  <a:pt x="1628775" y="715962"/>
                </a:moveTo>
                <a:cubicBezTo>
                  <a:pt x="1628775" y="693491"/>
                  <a:pt x="1636781" y="685815"/>
                  <a:pt x="1653518" y="692237"/>
                </a:cubicBezTo>
                <a:cubicBezTo>
                  <a:pt x="1674589" y="700323"/>
                  <a:pt x="1670013" y="733425"/>
                  <a:pt x="1647825" y="733425"/>
                </a:cubicBezTo>
                <a:cubicBezTo>
                  <a:pt x="1635702" y="733425"/>
                  <a:pt x="1628775" y="727075"/>
                  <a:pt x="1628775" y="715962"/>
                </a:cubicBezTo>
                <a:close/>
                <a:moveTo>
                  <a:pt x="1220024" y="687339"/>
                </a:moveTo>
                <a:cubicBezTo>
                  <a:pt x="1198004" y="646196"/>
                  <a:pt x="1246419" y="599857"/>
                  <a:pt x="1281236" y="628752"/>
                </a:cubicBezTo>
                <a:cubicBezTo>
                  <a:pt x="1298292" y="642907"/>
                  <a:pt x="1299760" y="677629"/>
                  <a:pt x="1283970" y="693420"/>
                </a:cubicBezTo>
                <a:cubicBezTo>
                  <a:pt x="1266788" y="710601"/>
                  <a:pt x="1230633" y="707164"/>
                  <a:pt x="1220024" y="687339"/>
                </a:cubicBezTo>
                <a:close/>
                <a:moveTo>
                  <a:pt x="1477834" y="654874"/>
                </a:moveTo>
                <a:cubicBezTo>
                  <a:pt x="1462867" y="639907"/>
                  <a:pt x="1464044" y="623786"/>
                  <a:pt x="1481137" y="609600"/>
                </a:cubicBezTo>
                <a:cubicBezTo>
                  <a:pt x="1497471" y="596043"/>
                  <a:pt x="1524000" y="611295"/>
                  <a:pt x="1524000" y="634243"/>
                </a:cubicBezTo>
                <a:cubicBezTo>
                  <a:pt x="1524000" y="653561"/>
                  <a:pt x="1491185" y="668225"/>
                  <a:pt x="1477834" y="654874"/>
                </a:cubicBezTo>
                <a:close/>
                <a:moveTo>
                  <a:pt x="1353268" y="558078"/>
                </a:moveTo>
                <a:cubicBezTo>
                  <a:pt x="1335310" y="536440"/>
                  <a:pt x="1349579" y="504825"/>
                  <a:pt x="1377303" y="504825"/>
                </a:cubicBezTo>
                <a:cubicBezTo>
                  <a:pt x="1404141" y="504825"/>
                  <a:pt x="1417336" y="528675"/>
                  <a:pt x="1403051" y="551363"/>
                </a:cubicBezTo>
                <a:cubicBezTo>
                  <a:pt x="1389875" y="572287"/>
                  <a:pt x="1367559" y="575297"/>
                  <a:pt x="1353268" y="558078"/>
                </a:cubicBezTo>
                <a:close/>
              </a:path>
            </a:pathLst>
          </a:custGeom>
          <a:solidFill>
            <a:srgbClr val="7A1732">
              <a:alpha val="60000"/>
            </a:srgbClr>
          </a:solidFill>
          <a:ln>
            <a:noFill/>
          </a:ln>
        </p:spPr>
      </p:sp>
      <p:sp>
        <p:nvSpPr>
          <p:cNvPr id="16" name="TEXT: [always running late?]"/>
          <p:cNvSpPr/>
          <p:nvPr/>
        </p:nvSpPr>
        <p:spPr>
          <a:xfrm rot="120000">
            <a:off x="1824038" y="638175"/>
            <a:ext cx="7781925" cy="2343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5364" rIns="245364" tIns="105156" bIns="105156"/>
          <a:lstStyle/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[always running</a:t>
            </a:r>
          </a:p>
          <a:p>
            <a:pPr algn="r">
              <a:lnSpc>
                <a:spcPts val="8418"/>
              </a:lnSpc>
            </a:pPr>
            <a:r>
              <a:rPr b="1" sz="6900">
                <a:solidFill>
                  <a:srgbClr val="181716"/>
                </a:solidFill>
                <a:latin typeface="Montserrat"/>
              </a:rPr>
              <a:t>late?]</a:t>
            </a:r>
          </a:p>
        </p:txBody>
      </p:sp>
      <p:sp>
        <p:nvSpPr>
          <p:cNvPr id="17" name="TEXT: [here's what helps]"/>
          <p:cNvSpPr/>
          <p:nvPr/>
        </p:nvSpPr>
        <p:spPr>
          <a:xfrm rot="120000">
            <a:off x="519112" y="12144375"/>
            <a:ext cx="62007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what helps]</a:t>
            </a:r>
          </a:p>
        </p:txBody>
      </p:sp>
      <p:sp>
        <p:nvSpPr>
          <p:cNvPr id="18" name="arrow"/>
          <p:cNvSpPr/>
          <p:nvPr/>
        </p:nvSpPr>
        <p:spPr>
          <a:xfrm rot="120000">
            <a:off x="68103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6300" y="3257550"/>
            <a:ext cx="8534400" cy="9867900"/>
          </a:xfrm>
          <a:prstGeom prst="rect">
            <a:avLst/>
          </a:prstGeom>
        </p:spPr>
      </p:pic>
      <p:sp>
        <p:nvSpPr>
          <p:cNvPr id="4" name="PHOTO: The everyday problem"/>
          <p:cNvSpPr/>
          <p:nvPr/>
        </p:nvSpPr>
        <p:spPr>
          <a:xfrm rot="120000">
            <a:off x="1524000" y="3905250"/>
            <a:ext cx="7239000" cy="8572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aper ball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409575" y="10715625"/>
            <a:ext cx="2800350" cy="2571750"/>
          </a:xfrm>
          <a:prstGeom prst="rect">
            <a:avLst/>
          </a:prstGeom>
        </p:spPr>
      </p:pic>
      <p:sp>
        <p:nvSpPr>
          <p:cNvPr id="6" name="paper ball pattern"/>
          <p:cNvSpPr/>
          <p:nvPr/>
        </p:nvSpPr>
        <p:spPr>
          <a:xfrm rot="-1200000">
            <a:off x="409575" y="10715625"/>
            <a:ext cx="2800350" cy="2571750"/>
          </a:xfrm>
          <a:custGeom>
            <a:avLst/>
            <a:gdLst/>
            <a:ahLst/>
            <a:cxnLst/>
            <a:rect l="0" t="0" r="r" b="b"/>
            <a:pathLst>
              <a:path w="2800350" h="2571750">
                <a:moveTo>
                  <a:pt x="1422908" y="2043501"/>
                </a:moveTo>
                <a:cubicBezTo>
                  <a:pt x="1398310" y="2025514"/>
                  <a:pt x="1418532" y="1981200"/>
                  <a:pt x="1451339" y="1981200"/>
                </a:cubicBezTo>
                <a:cubicBezTo>
                  <a:pt x="1477966" y="1981200"/>
                  <a:pt x="1489917" y="2003521"/>
                  <a:pt x="1476605" y="2028394"/>
                </a:cubicBezTo>
                <a:cubicBezTo>
                  <a:pt x="1463697" y="2052512"/>
                  <a:pt x="1443141" y="2058296"/>
                  <a:pt x="1422908" y="2043501"/>
                </a:cubicBezTo>
                <a:close/>
                <a:moveTo>
                  <a:pt x="1076798" y="1963034"/>
                </a:moveTo>
                <a:cubicBezTo>
                  <a:pt x="1062217" y="1935789"/>
                  <a:pt x="1096041" y="1895315"/>
                  <a:pt x="1118095" y="1913618"/>
                </a:cubicBezTo>
                <a:cubicBezTo>
                  <a:pt x="1136276" y="1928707"/>
                  <a:pt x="1138039" y="1953775"/>
                  <a:pt x="1122045" y="1969770"/>
                </a:cubicBezTo>
                <a:cubicBezTo>
                  <a:pt x="1105417" y="1986397"/>
                  <a:pt x="1087907" y="1983791"/>
                  <a:pt x="1076798" y="1963034"/>
                </a:cubicBezTo>
                <a:close/>
                <a:moveTo>
                  <a:pt x="887944" y="1918747"/>
                </a:moveTo>
                <a:cubicBezTo>
                  <a:pt x="862368" y="1900833"/>
                  <a:pt x="860542" y="1885950"/>
                  <a:pt x="883920" y="1885950"/>
                </a:cubicBezTo>
                <a:cubicBezTo>
                  <a:pt x="903977" y="1885950"/>
                  <a:pt x="923925" y="1903523"/>
                  <a:pt x="923925" y="1921192"/>
                </a:cubicBezTo>
                <a:cubicBezTo>
                  <a:pt x="923925" y="1937513"/>
                  <a:pt x="913749" y="1936822"/>
                  <a:pt x="887944" y="1918747"/>
                </a:cubicBezTo>
                <a:close/>
                <a:moveTo>
                  <a:pt x="1586443" y="1924909"/>
                </a:moveTo>
                <a:cubicBezTo>
                  <a:pt x="1580175" y="1914766"/>
                  <a:pt x="1589694" y="1885950"/>
                  <a:pt x="1599314" y="1885950"/>
                </a:cubicBezTo>
                <a:cubicBezTo>
                  <a:pt x="1612671" y="1885950"/>
                  <a:pt x="1627137" y="1907709"/>
                  <a:pt x="1622249" y="1920448"/>
                </a:cubicBezTo>
                <a:cubicBezTo>
                  <a:pt x="1616556" y="1935283"/>
                  <a:pt x="1594549" y="1938025"/>
                  <a:pt x="1586443" y="1924909"/>
                </a:cubicBezTo>
                <a:close/>
                <a:moveTo>
                  <a:pt x="1263538" y="1897106"/>
                </a:moveTo>
                <a:cubicBezTo>
                  <a:pt x="1241557" y="1872817"/>
                  <a:pt x="1243876" y="1850843"/>
                  <a:pt x="1270245" y="1833566"/>
                </a:cubicBezTo>
                <a:cubicBezTo>
                  <a:pt x="1316603" y="1803191"/>
                  <a:pt x="1357982" y="1862139"/>
                  <a:pt x="1314830" y="1897082"/>
                </a:cubicBezTo>
                <a:cubicBezTo>
                  <a:pt x="1288035" y="1918779"/>
                  <a:pt x="1283154" y="1918781"/>
                  <a:pt x="1263538" y="1897106"/>
                </a:cubicBezTo>
                <a:close/>
                <a:moveTo>
                  <a:pt x="1471907" y="1861071"/>
                </a:moveTo>
                <a:cubicBezTo>
                  <a:pt x="1460980" y="1850144"/>
                  <a:pt x="1459810" y="1841953"/>
                  <a:pt x="1467204" y="1828138"/>
                </a:cubicBezTo>
                <a:cubicBezTo>
                  <a:pt x="1486154" y="1792729"/>
                  <a:pt x="1532602" y="1814348"/>
                  <a:pt x="1518202" y="1851876"/>
                </a:cubicBezTo>
                <a:cubicBezTo>
                  <a:pt x="1510183" y="1872772"/>
                  <a:pt x="1488012" y="1877176"/>
                  <a:pt x="1471907" y="1861071"/>
                </a:cubicBezTo>
                <a:close/>
                <a:moveTo>
                  <a:pt x="984519" y="1833562"/>
                </a:moveTo>
                <a:cubicBezTo>
                  <a:pt x="976160" y="1811778"/>
                  <a:pt x="987870" y="1790700"/>
                  <a:pt x="1008331" y="1790700"/>
                </a:cubicBezTo>
                <a:cubicBezTo>
                  <a:pt x="1030860" y="1790700"/>
                  <a:pt x="1042427" y="1817021"/>
                  <a:pt x="1027698" y="1834769"/>
                </a:cubicBezTo>
                <a:cubicBezTo>
                  <a:pt x="1013367" y="1852036"/>
                  <a:pt x="991372" y="1851422"/>
                  <a:pt x="984519" y="1833562"/>
                </a:cubicBezTo>
                <a:close/>
                <a:moveTo>
                  <a:pt x="1682750" y="1803399"/>
                </a:moveTo>
                <a:cubicBezTo>
                  <a:pt x="1670080" y="1790730"/>
                  <a:pt x="1676806" y="1753052"/>
                  <a:pt x="1693314" y="1744217"/>
                </a:cubicBezTo>
                <a:cubicBezTo>
                  <a:pt x="1728542" y="1725364"/>
                  <a:pt x="1760082" y="1769882"/>
                  <a:pt x="1731645" y="1798320"/>
                </a:cubicBezTo>
                <a:cubicBezTo>
                  <a:pt x="1719191" y="1810773"/>
                  <a:pt x="1692859" y="1813509"/>
                  <a:pt x="1682750" y="1803399"/>
                </a:cubicBezTo>
                <a:close/>
                <a:moveTo>
                  <a:pt x="1184568" y="1766951"/>
                </a:moveTo>
                <a:cubicBezTo>
                  <a:pt x="1181269" y="1758353"/>
                  <a:pt x="1183137" y="1746752"/>
                  <a:pt x="1188720" y="1741170"/>
                </a:cubicBezTo>
                <a:cubicBezTo>
                  <a:pt x="1203232" y="1726657"/>
                  <a:pt x="1230729" y="1739921"/>
                  <a:pt x="1226938" y="1759605"/>
                </a:cubicBezTo>
                <a:cubicBezTo>
                  <a:pt x="1222715" y="1781530"/>
                  <a:pt x="1192194" y="1786822"/>
                  <a:pt x="1184568" y="1766951"/>
                </a:cubicBezTo>
                <a:close/>
                <a:moveTo>
                  <a:pt x="879461" y="1728048"/>
                </a:moveTo>
                <a:cubicBezTo>
                  <a:pt x="876289" y="1719784"/>
                  <a:pt x="880972" y="1705854"/>
                  <a:pt x="889867" y="1697092"/>
                </a:cubicBezTo>
                <a:cubicBezTo>
                  <a:pt x="904990" y="1682195"/>
                  <a:pt x="906917" y="1682347"/>
                  <a:pt x="919583" y="1699431"/>
                </a:cubicBezTo>
                <a:cubicBezTo>
                  <a:pt x="929620" y="1712969"/>
                  <a:pt x="930400" y="1720984"/>
                  <a:pt x="922597" y="1730387"/>
                </a:cubicBezTo>
                <a:cubicBezTo>
                  <a:pt x="908330" y="1747577"/>
                  <a:pt x="886500" y="1746393"/>
                  <a:pt x="879461" y="1728048"/>
                </a:cubicBezTo>
                <a:close/>
                <a:moveTo>
                  <a:pt x="1336968" y="1709801"/>
                </a:moveTo>
                <a:cubicBezTo>
                  <a:pt x="1333669" y="1701203"/>
                  <a:pt x="1335537" y="1689602"/>
                  <a:pt x="1341120" y="1684020"/>
                </a:cubicBezTo>
                <a:cubicBezTo>
                  <a:pt x="1355632" y="1669507"/>
                  <a:pt x="1383129" y="1682771"/>
                  <a:pt x="1379338" y="1702455"/>
                </a:cubicBezTo>
                <a:cubicBezTo>
                  <a:pt x="1375115" y="1724380"/>
                  <a:pt x="1344594" y="1729672"/>
                  <a:pt x="1336968" y="1709801"/>
                </a:cubicBezTo>
                <a:close/>
                <a:moveTo>
                  <a:pt x="1497330" y="1693545"/>
                </a:moveTo>
                <a:cubicBezTo>
                  <a:pt x="1473876" y="1670091"/>
                  <a:pt x="1496967" y="1632179"/>
                  <a:pt x="1527555" y="1643917"/>
                </a:cubicBezTo>
                <a:cubicBezTo>
                  <a:pt x="1551960" y="1653282"/>
                  <a:pt x="1540886" y="1704975"/>
                  <a:pt x="1514475" y="1704975"/>
                </a:cubicBezTo>
                <a:cubicBezTo>
                  <a:pt x="1511331" y="1704975"/>
                  <a:pt x="1503616" y="1699831"/>
                  <a:pt x="1497330" y="1693545"/>
                </a:cubicBezTo>
                <a:close/>
                <a:moveTo>
                  <a:pt x="689510" y="1672330"/>
                </a:moveTo>
                <a:cubicBezTo>
                  <a:pt x="680832" y="1649715"/>
                  <a:pt x="689553" y="1617065"/>
                  <a:pt x="707231" y="1605983"/>
                </a:cubicBezTo>
                <a:cubicBezTo>
                  <a:pt x="741766" y="1584334"/>
                  <a:pt x="779131" y="1639518"/>
                  <a:pt x="752039" y="1672161"/>
                </a:cubicBezTo>
                <a:cubicBezTo>
                  <a:pt x="737340" y="1689872"/>
                  <a:pt x="696284" y="1689983"/>
                  <a:pt x="689510" y="1672330"/>
                </a:cubicBezTo>
                <a:close/>
                <a:moveTo>
                  <a:pt x="1047852" y="1652711"/>
                </a:moveTo>
                <a:cubicBezTo>
                  <a:pt x="1030261" y="1631514"/>
                  <a:pt x="1043897" y="1592004"/>
                  <a:pt x="1071166" y="1585160"/>
                </a:cubicBezTo>
                <a:cubicBezTo>
                  <a:pt x="1098959" y="1578185"/>
                  <a:pt x="1110505" y="1584182"/>
                  <a:pt x="1116984" y="1608960"/>
                </a:cubicBezTo>
                <a:cubicBezTo>
                  <a:pt x="1127877" y="1650613"/>
                  <a:pt x="1074268" y="1684540"/>
                  <a:pt x="1047852" y="1652711"/>
                </a:cubicBezTo>
                <a:close/>
                <a:moveTo>
                  <a:pt x="1787854" y="1660854"/>
                </a:moveTo>
                <a:cubicBezTo>
                  <a:pt x="1776303" y="1649303"/>
                  <a:pt x="1780575" y="1622080"/>
                  <a:pt x="1795940" y="1609328"/>
                </a:cubicBezTo>
                <a:cubicBezTo>
                  <a:pt x="1817443" y="1591482"/>
                  <a:pt x="1847575" y="1621493"/>
                  <a:pt x="1832380" y="1645622"/>
                </a:cubicBezTo>
                <a:cubicBezTo>
                  <a:pt x="1821024" y="1663654"/>
                  <a:pt x="1798395" y="1671395"/>
                  <a:pt x="1787854" y="1660854"/>
                </a:cubicBezTo>
                <a:close/>
                <a:moveTo>
                  <a:pt x="1252448" y="1625125"/>
                </a:moveTo>
                <a:cubicBezTo>
                  <a:pt x="1239891" y="1615943"/>
                  <a:pt x="1237141" y="1605913"/>
                  <a:pt x="1241940" y="1586793"/>
                </a:cubicBezTo>
                <a:cubicBezTo>
                  <a:pt x="1251190" y="1549939"/>
                  <a:pt x="1298711" y="1554306"/>
                  <a:pt x="1303114" y="1592415"/>
                </a:cubicBezTo>
                <a:cubicBezTo>
                  <a:pt x="1306892" y="1625115"/>
                  <a:pt x="1277970" y="1643787"/>
                  <a:pt x="1252448" y="1625125"/>
                </a:cubicBezTo>
                <a:close/>
                <a:moveTo>
                  <a:pt x="1615963" y="1582781"/>
                </a:moveTo>
                <a:cubicBezTo>
                  <a:pt x="1586154" y="1549842"/>
                  <a:pt x="1600935" y="1514108"/>
                  <a:pt x="1646565" y="1508795"/>
                </a:cubicBezTo>
                <a:cubicBezTo>
                  <a:pt x="1683861" y="1504453"/>
                  <a:pt x="1697058" y="1538927"/>
                  <a:pt x="1672467" y="1576456"/>
                </a:cubicBezTo>
                <a:cubicBezTo>
                  <a:pt x="1653991" y="1604655"/>
                  <a:pt x="1637436" y="1606508"/>
                  <a:pt x="1615963" y="1582781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1860573" y="1518597"/>
                </a:moveTo>
                <a:cubicBezTo>
                  <a:pt x="1853699" y="1500683"/>
                  <a:pt x="1870555" y="1481148"/>
                  <a:pt x="1885120" y="1490149"/>
                </a:cubicBezTo>
                <a:cubicBezTo>
                  <a:pt x="1900820" y="1499852"/>
                  <a:pt x="1897535" y="1533525"/>
                  <a:pt x="1880888" y="1533525"/>
                </a:cubicBezTo>
                <a:cubicBezTo>
                  <a:pt x="1872866" y="1533525"/>
                  <a:pt x="1863724" y="1526807"/>
                  <a:pt x="1860573" y="1518597"/>
                </a:cubicBezTo>
                <a:close/>
                <a:moveTo>
                  <a:pt x="1400279" y="1509838"/>
                </a:moveTo>
                <a:cubicBezTo>
                  <a:pt x="1390578" y="1498149"/>
                  <a:pt x="1390271" y="1489545"/>
                  <a:pt x="1398879" y="1470652"/>
                </a:cubicBezTo>
                <a:cubicBezTo>
                  <a:pt x="1411181" y="1443653"/>
                  <a:pt x="1434980" y="1443010"/>
                  <a:pt x="1451492" y="1469231"/>
                </a:cubicBezTo>
                <a:cubicBezTo>
                  <a:pt x="1472638" y="1502809"/>
                  <a:pt x="1425479" y="1540202"/>
                  <a:pt x="1400279" y="1509838"/>
                </a:cubicBezTo>
                <a:close/>
                <a:moveTo>
                  <a:pt x="679719" y="1481137"/>
                </a:moveTo>
                <a:cubicBezTo>
                  <a:pt x="671327" y="1459267"/>
                  <a:pt x="683100" y="1438275"/>
                  <a:pt x="703757" y="1438275"/>
                </a:cubicBezTo>
                <a:cubicBezTo>
                  <a:pt x="726001" y="1438275"/>
                  <a:pt x="734050" y="1455867"/>
                  <a:pt x="722277" y="1478756"/>
                </a:cubicBezTo>
                <a:cubicBezTo>
                  <a:pt x="711773" y="1499180"/>
                  <a:pt x="687171" y="1500556"/>
                  <a:pt x="679719" y="1481137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49493" y="1394059"/>
                </a:moveTo>
                <a:cubicBezTo>
                  <a:pt x="1228430" y="1356422"/>
                  <a:pt x="1272706" y="1316249"/>
                  <a:pt x="1302459" y="1346002"/>
                </a:cubicBezTo>
                <a:cubicBezTo>
                  <a:pt x="1324568" y="1368111"/>
                  <a:pt x="1310821" y="1409700"/>
                  <a:pt x="1281404" y="1409700"/>
                </a:cubicBezTo>
                <a:cubicBezTo>
                  <a:pt x="1268667" y="1409700"/>
                  <a:pt x="1254307" y="1402661"/>
                  <a:pt x="1249493" y="1394059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574955" y="1366865"/>
                </a:moveTo>
                <a:cubicBezTo>
                  <a:pt x="571663" y="1358287"/>
                  <a:pt x="573370" y="1346869"/>
                  <a:pt x="578748" y="1341491"/>
                </a:cubicBezTo>
                <a:cubicBezTo>
                  <a:pt x="594275" y="1325964"/>
                  <a:pt x="623887" y="1336429"/>
                  <a:pt x="623887" y="1357442"/>
                </a:cubicBezTo>
                <a:cubicBezTo>
                  <a:pt x="623887" y="1381671"/>
                  <a:pt x="583612" y="1389426"/>
                  <a:pt x="574955" y="1366865"/>
                </a:cubicBezTo>
                <a:close/>
                <a:moveTo>
                  <a:pt x="735544" y="1309147"/>
                </a:moveTo>
                <a:cubicBezTo>
                  <a:pt x="699861" y="1284154"/>
                  <a:pt x="716470" y="1219200"/>
                  <a:pt x="758544" y="1219200"/>
                </a:cubicBezTo>
                <a:cubicBezTo>
                  <a:pt x="807243" y="1219200"/>
                  <a:pt x="826027" y="1269472"/>
                  <a:pt x="790575" y="1304925"/>
                </a:cubicBezTo>
                <a:cubicBezTo>
                  <a:pt x="767643" y="1327856"/>
                  <a:pt x="762787" y="1328229"/>
                  <a:pt x="735544" y="1309147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806" y="1302183"/>
                </a:moveTo>
                <a:cubicBezTo>
                  <a:pt x="1885253" y="1282502"/>
                  <a:pt x="1900001" y="1264465"/>
                  <a:pt x="1920428" y="1268399"/>
                </a:cubicBezTo>
                <a:cubicBezTo>
                  <a:pt x="1945735" y="1273273"/>
                  <a:pt x="1943872" y="1308897"/>
                  <a:pt x="1918118" y="1312572"/>
                </a:cubicBezTo>
                <a:cubicBezTo>
                  <a:pt x="1906998" y="1314159"/>
                  <a:pt x="1895607" y="1309484"/>
                  <a:pt x="1892806" y="1302183"/>
                </a:cubicBezTo>
                <a:close/>
                <a:moveTo>
                  <a:pt x="906482" y="1274816"/>
                </a:moveTo>
                <a:cubicBezTo>
                  <a:pt x="908217" y="1262562"/>
                  <a:pt x="916066" y="1252537"/>
                  <a:pt x="923925" y="1252537"/>
                </a:cubicBezTo>
                <a:cubicBezTo>
                  <a:pt x="944582" y="1252537"/>
                  <a:pt x="941736" y="1289697"/>
                  <a:pt x="920770" y="1293735"/>
                </a:cubicBezTo>
                <a:cubicBezTo>
                  <a:pt x="907244" y="1296340"/>
                  <a:pt x="904036" y="1292092"/>
                  <a:pt x="906482" y="1274816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514350" y="1252164"/>
                </a:moveTo>
                <a:cubicBezTo>
                  <a:pt x="514350" y="1221380"/>
                  <a:pt x="516235" y="1218432"/>
                  <a:pt x="529097" y="1229106"/>
                </a:cubicBezTo>
                <a:cubicBezTo>
                  <a:pt x="545902" y="1243054"/>
                  <a:pt x="544096" y="1277666"/>
                  <a:pt x="526256" y="1283541"/>
                </a:cubicBezTo>
                <a:cubicBezTo>
                  <a:pt x="518167" y="1286205"/>
                  <a:pt x="514350" y="1276144"/>
                  <a:pt x="514350" y="1252164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2013219" y="1233487"/>
                </a:moveTo>
                <a:cubicBezTo>
                  <a:pt x="2005673" y="1213823"/>
                  <a:pt x="2015904" y="1190625"/>
                  <a:pt x="2032122" y="1190625"/>
                </a:cubicBezTo>
                <a:cubicBezTo>
                  <a:pt x="2051619" y="1190625"/>
                  <a:pt x="2068207" y="1214300"/>
                  <a:pt x="2061307" y="1232280"/>
                </a:cubicBezTo>
                <a:cubicBezTo>
                  <a:pt x="2053840" y="1251739"/>
                  <a:pt x="2020544" y="1252575"/>
                  <a:pt x="2013219" y="1233487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568325" y="1165225"/>
                </a:moveTo>
                <a:cubicBezTo>
                  <a:pt x="556591" y="1153491"/>
                  <a:pt x="561836" y="1116872"/>
                  <a:pt x="577060" y="1104237"/>
                </a:cubicBezTo>
                <a:cubicBezTo>
                  <a:pt x="606754" y="1079593"/>
                  <a:pt x="643964" y="1127357"/>
                  <a:pt x="618745" y="1157745"/>
                </a:cubicBezTo>
                <a:cubicBezTo>
                  <a:pt x="606800" y="1172137"/>
                  <a:pt x="579315" y="1176215"/>
                  <a:pt x="568325" y="1165225"/>
                </a:cubicBezTo>
                <a:close/>
                <a:moveTo>
                  <a:pt x="1518185" y="1148455"/>
                </a:moveTo>
                <a:cubicBezTo>
                  <a:pt x="1509507" y="1125840"/>
                  <a:pt x="1518228" y="1093190"/>
                  <a:pt x="1535906" y="1082108"/>
                </a:cubicBezTo>
                <a:cubicBezTo>
                  <a:pt x="1570441" y="1060459"/>
                  <a:pt x="1607806" y="1115643"/>
                  <a:pt x="1580714" y="1148286"/>
                </a:cubicBezTo>
                <a:cubicBezTo>
                  <a:pt x="1566015" y="1165997"/>
                  <a:pt x="1524959" y="1166108"/>
                  <a:pt x="1518185" y="1148455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981200" y="1110445"/>
                </a:moveTo>
                <a:cubicBezTo>
                  <a:pt x="1981200" y="1090486"/>
                  <a:pt x="2001720" y="1047750"/>
                  <a:pt x="2011303" y="1047750"/>
                </a:cubicBezTo>
                <a:cubicBezTo>
                  <a:pt x="2028548" y="1047750"/>
                  <a:pt x="2019173" y="1104297"/>
                  <a:pt x="2000250" y="1114425"/>
                </a:cubicBezTo>
                <a:cubicBezTo>
                  <a:pt x="1985166" y="1122497"/>
                  <a:pt x="1981200" y="1121668"/>
                  <a:pt x="1981200" y="1110445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697230" y="1036320"/>
                </a:moveTo>
                <a:cubicBezTo>
                  <a:pt x="673776" y="1012866"/>
                  <a:pt x="696867" y="974954"/>
                  <a:pt x="727455" y="986692"/>
                </a:cubicBezTo>
                <a:cubicBezTo>
                  <a:pt x="751860" y="996057"/>
                  <a:pt x="740786" y="1047750"/>
                  <a:pt x="714375" y="1047750"/>
                </a:cubicBezTo>
                <a:cubicBezTo>
                  <a:pt x="711231" y="1047750"/>
                  <a:pt x="703516" y="1042606"/>
                  <a:pt x="697230" y="1036320"/>
                </a:cubicBezTo>
                <a:close/>
                <a:moveTo>
                  <a:pt x="1689639" y="1034166"/>
                </a:moveTo>
                <a:cubicBezTo>
                  <a:pt x="1680973" y="1011583"/>
                  <a:pt x="1693235" y="988776"/>
                  <a:pt x="1712089" y="992407"/>
                </a:cubicBezTo>
                <a:cubicBezTo>
                  <a:pt x="1722634" y="994438"/>
                  <a:pt x="1728787" y="1004302"/>
                  <a:pt x="1728787" y="1019175"/>
                </a:cubicBezTo>
                <a:cubicBezTo>
                  <a:pt x="1728787" y="1046327"/>
                  <a:pt x="1698723" y="1057839"/>
                  <a:pt x="1689639" y="1034166"/>
                </a:cubicBezTo>
                <a:close/>
                <a:moveTo>
                  <a:pt x="2111776" y="1022751"/>
                </a:moveTo>
                <a:cubicBezTo>
                  <a:pt x="2089154" y="1000129"/>
                  <a:pt x="2124490" y="954146"/>
                  <a:pt x="2151615" y="970910"/>
                </a:cubicBezTo>
                <a:cubicBezTo>
                  <a:pt x="2170565" y="982622"/>
                  <a:pt x="2160575" y="1023484"/>
                  <a:pt x="2137970" y="1026720"/>
                </a:cubicBezTo>
                <a:cubicBezTo>
                  <a:pt x="2127277" y="1028251"/>
                  <a:pt x="2115490" y="1026465"/>
                  <a:pt x="2111776" y="1022751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1486000" y="985958"/>
                </a:moveTo>
                <a:cubicBezTo>
                  <a:pt x="1470533" y="967322"/>
                  <a:pt x="1480520" y="942975"/>
                  <a:pt x="1503631" y="942975"/>
                </a:cubicBezTo>
                <a:cubicBezTo>
                  <a:pt x="1528015" y="942975"/>
                  <a:pt x="1536335" y="967378"/>
                  <a:pt x="1518152" y="985561"/>
                </a:cubicBezTo>
                <a:cubicBezTo>
                  <a:pt x="1500313" y="1003401"/>
                  <a:pt x="1500474" y="1003399"/>
                  <a:pt x="1486000" y="985958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603578" y="909466"/>
                </a:moveTo>
                <a:cubicBezTo>
                  <a:pt x="1595038" y="887210"/>
                  <a:pt x="1619457" y="836241"/>
                  <a:pt x="1635677" y="842465"/>
                </a:cubicBezTo>
                <a:cubicBezTo>
                  <a:pt x="1643215" y="845358"/>
                  <a:pt x="1653029" y="847725"/>
                  <a:pt x="1657487" y="847725"/>
                </a:cubicBezTo>
                <a:cubicBezTo>
                  <a:pt x="1671661" y="847725"/>
                  <a:pt x="1677844" y="884377"/>
                  <a:pt x="1667067" y="904515"/>
                </a:cubicBezTo>
                <a:cubicBezTo>
                  <a:pt x="1654790" y="927455"/>
                  <a:pt x="1611769" y="930810"/>
                  <a:pt x="1603578" y="909466"/>
                </a:cubicBezTo>
                <a:close/>
                <a:moveTo>
                  <a:pt x="2252662" y="895350"/>
                </a:moveTo>
                <a:cubicBezTo>
                  <a:pt x="2255900" y="890111"/>
                  <a:pt x="2267121" y="885825"/>
                  <a:pt x="2277599" y="885825"/>
                </a:cubicBezTo>
                <a:cubicBezTo>
                  <a:pt x="2288076" y="885825"/>
                  <a:pt x="2294000" y="890111"/>
                  <a:pt x="2290762" y="895350"/>
                </a:cubicBezTo>
                <a:cubicBezTo>
                  <a:pt x="2287524" y="900588"/>
                  <a:pt x="2276303" y="904875"/>
                  <a:pt x="2265825" y="904875"/>
                </a:cubicBezTo>
                <a:cubicBezTo>
                  <a:pt x="2255348" y="904875"/>
                  <a:pt x="2249424" y="900588"/>
                  <a:pt x="2252662" y="895350"/>
                </a:cubicBezTo>
                <a:close/>
                <a:moveTo>
                  <a:pt x="1298844" y="881062"/>
                </a:moveTo>
                <a:cubicBezTo>
                  <a:pt x="1290433" y="859144"/>
                  <a:pt x="1302942" y="836421"/>
                  <a:pt x="1321455" y="839986"/>
                </a:cubicBezTo>
                <a:cubicBezTo>
                  <a:pt x="1342122" y="843966"/>
                  <a:pt x="1349348" y="875960"/>
                  <a:pt x="1332055" y="886919"/>
                </a:cubicBezTo>
                <a:cubicBezTo>
                  <a:pt x="1313456" y="898706"/>
                  <a:pt x="1305045" y="897223"/>
                  <a:pt x="1298844" y="881062"/>
                </a:cubicBezTo>
                <a:close/>
                <a:moveTo>
                  <a:pt x="723900" y="866775"/>
                </a:moveTo>
                <a:cubicBezTo>
                  <a:pt x="723900" y="854652"/>
                  <a:pt x="730250" y="847725"/>
                  <a:pt x="741362" y="847725"/>
                </a:cubicBezTo>
                <a:cubicBezTo>
                  <a:pt x="763833" y="847725"/>
                  <a:pt x="771509" y="855731"/>
                  <a:pt x="765087" y="872468"/>
                </a:cubicBezTo>
                <a:cubicBezTo>
                  <a:pt x="757001" y="893539"/>
                  <a:pt x="723900" y="888963"/>
                  <a:pt x="723900" y="866775"/>
                </a:cubicBezTo>
                <a:close/>
                <a:moveTo>
                  <a:pt x="1137189" y="853191"/>
                </a:moveTo>
                <a:cubicBezTo>
                  <a:pt x="1128523" y="830608"/>
                  <a:pt x="1140785" y="807801"/>
                  <a:pt x="1159639" y="811432"/>
                </a:cubicBezTo>
                <a:cubicBezTo>
                  <a:pt x="1170184" y="813463"/>
                  <a:pt x="1176337" y="823327"/>
                  <a:pt x="1176337" y="838200"/>
                </a:cubicBezTo>
                <a:cubicBezTo>
                  <a:pt x="1176337" y="865352"/>
                  <a:pt x="1146273" y="876864"/>
                  <a:pt x="1137189" y="853191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1415659" y="814224"/>
                </a:moveTo>
                <a:cubicBezTo>
                  <a:pt x="1396221" y="794785"/>
                  <a:pt x="1396159" y="781496"/>
                  <a:pt x="1415383" y="754050"/>
                </a:cubicBezTo>
                <a:cubicBezTo>
                  <a:pt x="1447100" y="708767"/>
                  <a:pt x="1508623" y="744300"/>
                  <a:pt x="1490121" y="797216"/>
                </a:cubicBezTo>
                <a:cubicBezTo>
                  <a:pt x="1479012" y="828988"/>
                  <a:pt x="1439458" y="838023"/>
                  <a:pt x="1415659" y="814224"/>
                </a:cubicBezTo>
                <a:close/>
                <a:moveTo>
                  <a:pt x="1023827" y="758334"/>
                </a:moveTo>
                <a:cubicBezTo>
                  <a:pt x="1004436" y="744156"/>
                  <a:pt x="1007962" y="715715"/>
                  <a:pt x="1030902" y="701269"/>
                </a:cubicBezTo>
                <a:cubicBezTo>
                  <a:pt x="1053223" y="687213"/>
                  <a:pt x="1080820" y="713781"/>
                  <a:pt x="1072178" y="741007"/>
                </a:cubicBezTo>
                <a:cubicBezTo>
                  <a:pt x="1064231" y="766048"/>
                  <a:pt x="1044195" y="773228"/>
                  <a:pt x="1023827" y="758334"/>
                </a:cubicBezTo>
                <a:close/>
                <a:moveTo>
                  <a:pt x="1628775" y="715962"/>
                </a:moveTo>
                <a:cubicBezTo>
                  <a:pt x="1628775" y="693491"/>
                  <a:pt x="1636781" y="685815"/>
                  <a:pt x="1653518" y="692237"/>
                </a:cubicBezTo>
                <a:cubicBezTo>
                  <a:pt x="1674589" y="700323"/>
                  <a:pt x="1670013" y="733425"/>
                  <a:pt x="1647825" y="733425"/>
                </a:cubicBezTo>
                <a:cubicBezTo>
                  <a:pt x="1635702" y="733425"/>
                  <a:pt x="1628775" y="727075"/>
                  <a:pt x="1628775" y="715962"/>
                </a:cubicBezTo>
                <a:close/>
                <a:moveTo>
                  <a:pt x="1220024" y="687339"/>
                </a:moveTo>
                <a:cubicBezTo>
                  <a:pt x="1198004" y="646196"/>
                  <a:pt x="1246419" y="599857"/>
                  <a:pt x="1281236" y="628752"/>
                </a:cubicBezTo>
                <a:cubicBezTo>
                  <a:pt x="1298292" y="642907"/>
                  <a:pt x="1299760" y="677629"/>
                  <a:pt x="1283970" y="693420"/>
                </a:cubicBezTo>
                <a:cubicBezTo>
                  <a:pt x="1266788" y="710601"/>
                  <a:pt x="1230633" y="707164"/>
                  <a:pt x="1220024" y="687339"/>
                </a:cubicBezTo>
                <a:close/>
                <a:moveTo>
                  <a:pt x="1477834" y="654874"/>
                </a:moveTo>
                <a:cubicBezTo>
                  <a:pt x="1462867" y="639907"/>
                  <a:pt x="1464044" y="623786"/>
                  <a:pt x="1481137" y="609600"/>
                </a:cubicBezTo>
                <a:cubicBezTo>
                  <a:pt x="1497471" y="596043"/>
                  <a:pt x="1524000" y="611295"/>
                  <a:pt x="1524000" y="634243"/>
                </a:cubicBezTo>
                <a:cubicBezTo>
                  <a:pt x="1524000" y="653561"/>
                  <a:pt x="1491185" y="668225"/>
                  <a:pt x="1477834" y="654874"/>
                </a:cubicBezTo>
                <a:close/>
                <a:moveTo>
                  <a:pt x="1353268" y="558078"/>
                </a:moveTo>
                <a:cubicBezTo>
                  <a:pt x="1335310" y="536440"/>
                  <a:pt x="1349579" y="504825"/>
                  <a:pt x="1377303" y="504825"/>
                </a:cubicBezTo>
                <a:cubicBezTo>
                  <a:pt x="1404141" y="504825"/>
                  <a:pt x="1417336" y="528675"/>
                  <a:pt x="1403051" y="551363"/>
                </a:cubicBezTo>
                <a:cubicBezTo>
                  <a:pt x="1389875" y="572287"/>
                  <a:pt x="1367559" y="575297"/>
                  <a:pt x="1353268" y="558078"/>
                </a:cubicBezTo>
                <a:close/>
              </a:path>
            </a:pathLst>
          </a:custGeom>
          <a:solidFill>
            <a:srgbClr val="7A1732">
              <a:alpha val="60000"/>
            </a:srgbClr>
          </a:solidFill>
          <a:ln>
            <a:noFill/>
          </a:ln>
        </p:spPr>
      </p:sp>
      <p:pic>
        <p:nvPicPr>
          <p:cNvPr id="7" name="paper ball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7267575" y="3271838"/>
            <a:ext cx="2609850" cy="2409825"/>
          </a:xfrm>
          <a:prstGeom prst="rect">
            <a:avLst/>
          </a:prstGeom>
        </p:spPr>
      </p:pic>
      <p:sp>
        <p:nvSpPr>
          <p:cNvPr id="8" name="paper ball pattern"/>
          <p:cNvSpPr/>
          <p:nvPr/>
        </p:nvSpPr>
        <p:spPr>
          <a:xfrm rot="900000">
            <a:off x="7267575" y="3271837"/>
            <a:ext cx="2609850" cy="2409825"/>
          </a:xfrm>
          <a:custGeom>
            <a:avLst/>
            <a:gdLst/>
            <a:ahLst/>
            <a:cxnLst/>
            <a:rect l="0" t="0" r="r" b="b"/>
            <a:pathLst>
              <a:path w="2609850" h="2409825">
                <a:moveTo>
                  <a:pt x="1332706" y="1901096"/>
                </a:moveTo>
                <a:cubicBezTo>
                  <a:pt x="1330523" y="1898949"/>
                  <a:pt x="1305354" y="1895447"/>
                  <a:pt x="1276774" y="1893315"/>
                </a:cubicBezTo>
                <a:lnTo>
                  <a:pt x="1224812" y="1889439"/>
                </a:lnTo>
                <a:lnTo>
                  <a:pt x="1195812" y="1835454"/>
                </a:lnTo>
                <a:cubicBezTo>
                  <a:pt x="1163502" y="1775308"/>
                  <a:pt x="1130912" y="1761663"/>
                  <a:pt x="1120324" y="1803849"/>
                </a:cubicBezTo>
                <a:cubicBezTo>
                  <a:pt x="1115512" y="1823019"/>
                  <a:pt x="1103774" y="1829082"/>
                  <a:pt x="1044382" y="1843068"/>
                </a:cubicBezTo>
                <a:lnTo>
                  <a:pt x="974132" y="1859612"/>
                </a:lnTo>
                <a:lnTo>
                  <a:pt x="922834" y="1826595"/>
                </a:lnTo>
                <a:cubicBezTo>
                  <a:pt x="856188" y="1783699"/>
                  <a:pt x="771524" y="1716257"/>
                  <a:pt x="771525" y="1706063"/>
                </a:cubicBezTo>
                <a:cubicBezTo>
                  <a:pt x="771525" y="1701666"/>
                  <a:pt x="783312" y="1699965"/>
                  <a:pt x="797718" y="1702282"/>
                </a:cubicBezTo>
                <a:cubicBezTo>
                  <a:pt x="820058" y="1705875"/>
                  <a:pt x="921873" y="1705706"/>
                  <a:pt x="1138237" y="1701714"/>
                </a:cubicBezTo>
                <a:cubicBezTo>
                  <a:pt x="1255152" y="1699558"/>
                  <a:pt x="1493719" y="1709554"/>
                  <a:pt x="1489468" y="1716431"/>
                </a:cubicBezTo>
                <a:cubicBezTo>
                  <a:pt x="1482457" y="1727775"/>
                  <a:pt x="1499570" y="1725594"/>
                  <a:pt x="1511547" y="1713617"/>
                </a:cubicBezTo>
                <a:cubicBezTo>
                  <a:pt x="1519073" y="1706091"/>
                  <a:pt x="1527337" y="1706091"/>
                  <a:pt x="1541401" y="1713617"/>
                </a:cubicBezTo>
                <a:cubicBezTo>
                  <a:pt x="1565780" y="1726665"/>
                  <a:pt x="1574508" y="1726871"/>
                  <a:pt x="1566686" y="1714215"/>
                </a:cubicBezTo>
                <a:cubicBezTo>
                  <a:pt x="1562757" y="1707857"/>
                  <a:pt x="1577638" y="1705344"/>
                  <a:pt x="1608984" y="1707071"/>
                </a:cubicBezTo>
                <a:cubicBezTo>
                  <a:pt x="1637440" y="1708640"/>
                  <a:pt x="1657345" y="1714231"/>
                  <a:pt x="1657347" y="1720657"/>
                </a:cubicBezTo>
                <a:cubicBezTo>
                  <a:pt x="1657351" y="1738380"/>
                  <a:pt x="1595170" y="1787739"/>
                  <a:pt x="1556946" y="1800353"/>
                </a:cubicBezTo>
                <a:cubicBezTo>
                  <a:pt x="1537497" y="1806772"/>
                  <a:pt x="1503911" y="1823855"/>
                  <a:pt x="1482311" y="1838316"/>
                </a:cubicBezTo>
                <a:cubicBezTo>
                  <a:pt x="1419339" y="1880473"/>
                  <a:pt x="1343916" y="1912123"/>
                  <a:pt x="1332706" y="1901096"/>
                </a:cubicBezTo>
                <a:close/>
                <a:moveTo>
                  <a:pt x="633412" y="1571758"/>
                </a:moveTo>
                <a:cubicBezTo>
                  <a:pt x="595493" y="1559733"/>
                  <a:pt x="581594" y="1534858"/>
                  <a:pt x="573025" y="1463681"/>
                </a:cubicBezTo>
                <a:lnTo>
                  <a:pt x="565901" y="1404506"/>
                </a:lnTo>
                <a:lnTo>
                  <a:pt x="694907" y="1408342"/>
                </a:lnTo>
                <a:cubicBezTo>
                  <a:pt x="766333" y="1410467"/>
                  <a:pt x="879179" y="1406444"/>
                  <a:pt x="947737" y="1399331"/>
                </a:cubicBezTo>
                <a:cubicBezTo>
                  <a:pt x="1015841" y="1392264"/>
                  <a:pt x="1090850" y="1386895"/>
                  <a:pt x="1114425" y="1387400"/>
                </a:cubicBezTo>
                <a:cubicBezTo>
                  <a:pt x="1318808" y="1391777"/>
                  <a:pt x="1477898" y="1398911"/>
                  <a:pt x="1509258" y="1405106"/>
                </a:cubicBezTo>
                <a:cubicBezTo>
                  <a:pt x="1529963" y="1409196"/>
                  <a:pt x="1591953" y="1412974"/>
                  <a:pt x="1647015" y="1413502"/>
                </a:cubicBezTo>
                <a:lnTo>
                  <a:pt x="1747127" y="1414462"/>
                </a:lnTo>
                <a:lnTo>
                  <a:pt x="1760520" y="1461755"/>
                </a:lnTo>
                <a:cubicBezTo>
                  <a:pt x="1773592" y="1507908"/>
                  <a:pt x="1773371" y="1509399"/>
                  <a:pt x="1751351" y="1523667"/>
                </a:cubicBezTo>
                <a:cubicBezTo>
                  <a:pt x="1738941" y="1531708"/>
                  <a:pt x="1718858" y="1548021"/>
                  <a:pt x="1706723" y="1559919"/>
                </a:cubicBezTo>
                <a:lnTo>
                  <a:pt x="1684658" y="1581550"/>
                </a:lnTo>
                <a:lnTo>
                  <a:pt x="1449548" y="1575158"/>
                </a:lnTo>
                <a:cubicBezTo>
                  <a:pt x="1160918" y="1567311"/>
                  <a:pt x="937938" y="1567246"/>
                  <a:pt x="781050" y="1574964"/>
                </a:cubicBezTo>
                <a:cubicBezTo>
                  <a:pt x="713805" y="1578271"/>
                  <a:pt x="649551" y="1576877"/>
                  <a:pt x="633412" y="1571758"/>
                </a:cubicBezTo>
                <a:close/>
                <a:moveTo>
                  <a:pt x="1283953" y="1309353"/>
                </a:moveTo>
                <a:cubicBezTo>
                  <a:pt x="1272060" y="1297460"/>
                  <a:pt x="940671" y="1281240"/>
                  <a:pt x="740983" y="1282776"/>
                </a:cubicBezTo>
                <a:cubicBezTo>
                  <a:pt x="532663" y="1284379"/>
                  <a:pt x="524482" y="1283743"/>
                  <a:pt x="518686" y="1265482"/>
                </a:cubicBezTo>
                <a:cubicBezTo>
                  <a:pt x="512312" y="1245401"/>
                  <a:pt x="510220" y="1115379"/>
                  <a:pt x="516174" y="1109425"/>
                </a:cubicBezTo>
                <a:cubicBezTo>
                  <a:pt x="522246" y="1103353"/>
                  <a:pt x="592015" y="1103076"/>
                  <a:pt x="685800" y="1108752"/>
                </a:cubicBezTo>
                <a:cubicBezTo>
                  <a:pt x="735568" y="1111765"/>
                  <a:pt x="851296" y="1116329"/>
                  <a:pt x="942975" y="1118896"/>
                </a:cubicBezTo>
                <a:cubicBezTo>
                  <a:pt x="1034653" y="1121462"/>
                  <a:pt x="1151634" y="1130001"/>
                  <a:pt x="1202933" y="1137871"/>
                </a:cubicBezTo>
                <a:cubicBezTo>
                  <a:pt x="1341455" y="1159121"/>
                  <a:pt x="1401674" y="1162934"/>
                  <a:pt x="1433512" y="1152468"/>
                </a:cubicBezTo>
                <a:cubicBezTo>
                  <a:pt x="1461792" y="1143173"/>
                  <a:pt x="1461815" y="1143111"/>
                  <a:pt x="1435666" y="1146523"/>
                </a:cubicBezTo>
                <a:cubicBezTo>
                  <a:pt x="1421134" y="1148419"/>
                  <a:pt x="1406951" y="1146258"/>
                  <a:pt x="1404148" y="1141722"/>
                </a:cubicBezTo>
                <a:cubicBezTo>
                  <a:pt x="1401344" y="1137186"/>
                  <a:pt x="1421806" y="1133439"/>
                  <a:pt x="1449619" y="1133396"/>
                </a:cubicBezTo>
                <a:cubicBezTo>
                  <a:pt x="1477431" y="1133353"/>
                  <a:pt x="1536620" y="1129251"/>
                  <a:pt x="1581150" y="1124281"/>
                </a:cubicBezTo>
                <a:cubicBezTo>
                  <a:pt x="1715420" y="1109293"/>
                  <a:pt x="1982727" y="1103835"/>
                  <a:pt x="1997128" y="1115787"/>
                </a:cubicBezTo>
                <a:cubicBezTo>
                  <a:pt x="2004318" y="1121753"/>
                  <a:pt x="2009775" y="1145368"/>
                  <a:pt x="2009775" y="1170515"/>
                </a:cubicBezTo>
                <a:cubicBezTo>
                  <a:pt x="2009775" y="1214117"/>
                  <a:pt x="2009007" y="1215208"/>
                  <a:pt x="1956050" y="1246883"/>
                </a:cubicBezTo>
                <a:lnTo>
                  <a:pt x="1902325" y="1279017"/>
                </a:lnTo>
                <a:lnTo>
                  <a:pt x="1837078" y="1265008"/>
                </a:lnTo>
                <a:cubicBezTo>
                  <a:pt x="1774696" y="1251614"/>
                  <a:pt x="1771292" y="1251813"/>
                  <a:pt x="1759526" y="1269533"/>
                </a:cubicBezTo>
                <a:cubicBezTo>
                  <a:pt x="1749523" y="1284599"/>
                  <a:pt x="1726784" y="1290474"/>
                  <a:pt x="1637991" y="1300934"/>
                </a:cubicBezTo>
                <a:cubicBezTo>
                  <a:pt x="1530196" y="1313633"/>
                  <a:pt x="1293853" y="1319253"/>
                  <a:pt x="1283953" y="1309353"/>
                </a:cubicBezTo>
                <a:close/>
                <a:moveTo>
                  <a:pt x="1440656" y="1174377"/>
                </a:moveTo>
                <a:cubicBezTo>
                  <a:pt x="1428869" y="1172107"/>
                  <a:pt x="1409580" y="1172107"/>
                  <a:pt x="1397793" y="1174377"/>
                </a:cubicBezTo>
                <a:cubicBezTo>
                  <a:pt x="1386006" y="1176648"/>
                  <a:pt x="1395650" y="1178505"/>
                  <a:pt x="1419225" y="1178505"/>
                </a:cubicBezTo>
                <a:cubicBezTo>
                  <a:pt x="1442799" y="1178505"/>
                  <a:pt x="1452443" y="1176648"/>
                  <a:pt x="1440656" y="1174377"/>
                </a:cubicBezTo>
                <a:close/>
                <a:moveTo>
                  <a:pt x="1362075" y="1143000"/>
                </a:moveTo>
                <a:cubicBezTo>
                  <a:pt x="1350580" y="1135571"/>
                  <a:pt x="1352086" y="1133738"/>
                  <a:pt x="1369780" y="1133620"/>
                </a:cubicBezTo>
                <a:cubicBezTo>
                  <a:pt x="1382044" y="1133539"/>
                  <a:pt x="1389170" y="1137688"/>
                  <a:pt x="1385887" y="1143000"/>
                </a:cubicBezTo>
                <a:cubicBezTo>
                  <a:pt x="1378808" y="1154453"/>
                  <a:pt x="1379798" y="1154453"/>
                  <a:pt x="1362075" y="1143000"/>
                </a:cubicBezTo>
                <a:close/>
                <a:moveTo>
                  <a:pt x="571073" y="919984"/>
                </a:moveTo>
                <a:cubicBezTo>
                  <a:pt x="607414" y="849105"/>
                  <a:pt x="654948" y="810855"/>
                  <a:pt x="707704" y="810038"/>
                </a:cubicBezTo>
                <a:cubicBezTo>
                  <a:pt x="722370" y="809810"/>
                  <a:pt x="746891" y="803150"/>
                  <a:pt x="762194" y="795237"/>
                </a:cubicBezTo>
                <a:cubicBezTo>
                  <a:pt x="791879" y="779885"/>
                  <a:pt x="1169628" y="783534"/>
                  <a:pt x="1234209" y="799796"/>
                </a:cubicBezTo>
                <a:cubicBezTo>
                  <a:pt x="1252152" y="804314"/>
                  <a:pt x="1274283" y="802767"/>
                  <a:pt x="1291316" y="795805"/>
                </a:cubicBezTo>
                <a:cubicBezTo>
                  <a:pt x="1313169" y="786873"/>
                  <a:pt x="1335460" y="787188"/>
                  <a:pt x="1395369" y="797277"/>
                </a:cubicBezTo>
                <a:cubicBezTo>
                  <a:pt x="1437303" y="804339"/>
                  <a:pt x="1505902" y="809449"/>
                  <a:pt x="1547812" y="808634"/>
                </a:cubicBezTo>
                <a:cubicBezTo>
                  <a:pt x="1589722" y="807818"/>
                  <a:pt x="1629169" y="807708"/>
                  <a:pt x="1635473" y="808388"/>
                </a:cubicBezTo>
                <a:cubicBezTo>
                  <a:pt x="1641776" y="809068"/>
                  <a:pt x="1655918" y="829984"/>
                  <a:pt x="1666899" y="854868"/>
                </a:cubicBezTo>
                <a:cubicBezTo>
                  <a:pt x="1677880" y="879752"/>
                  <a:pt x="1702525" y="916185"/>
                  <a:pt x="1721665" y="935831"/>
                </a:cubicBezTo>
                <a:lnTo>
                  <a:pt x="1756466" y="971550"/>
                </a:lnTo>
                <a:lnTo>
                  <a:pt x="1731282" y="971550"/>
                </a:lnTo>
                <a:cubicBezTo>
                  <a:pt x="1717431" y="971550"/>
                  <a:pt x="1703659" y="975497"/>
                  <a:pt x="1700677" y="980321"/>
                </a:cubicBezTo>
                <a:cubicBezTo>
                  <a:pt x="1697452" y="985541"/>
                  <a:pt x="1460777" y="988434"/>
                  <a:pt x="1116283" y="987465"/>
                </a:cubicBezTo>
                <a:lnTo>
                  <a:pt x="537310" y="985837"/>
                </a:lnTo>
                <a:lnTo>
                  <a:pt x="571073" y="919984"/>
                </a:lnTo>
                <a:close/>
                <a:moveTo>
                  <a:pt x="1857388" y="966787"/>
                </a:moveTo>
                <a:cubicBezTo>
                  <a:pt x="1857559" y="938589"/>
                  <a:pt x="1896955" y="895771"/>
                  <a:pt x="1930738" y="887067"/>
                </a:cubicBezTo>
                <a:cubicBezTo>
                  <a:pt x="2119491" y="838434"/>
                  <a:pt x="2114997" y="838614"/>
                  <a:pt x="2077614" y="881191"/>
                </a:cubicBezTo>
                <a:cubicBezTo>
                  <a:pt x="2061453" y="899597"/>
                  <a:pt x="2041775" y="927141"/>
                  <a:pt x="2033884" y="942400"/>
                </a:cubicBezTo>
                <a:cubicBezTo>
                  <a:pt x="2019971" y="969306"/>
                  <a:pt x="2017089" y="970236"/>
                  <a:pt x="1938434" y="973228"/>
                </a:cubicBezTo>
                <a:cubicBezTo>
                  <a:pt x="1888633" y="975122"/>
                  <a:pt x="1857352" y="972636"/>
                  <a:pt x="1857388" y="966787"/>
                </a:cubicBezTo>
                <a:close/>
                <a:moveTo>
                  <a:pt x="1002245" y="685884"/>
                </a:moveTo>
                <a:lnTo>
                  <a:pt x="932927" y="681037"/>
                </a:lnTo>
                <a:lnTo>
                  <a:pt x="987957" y="622365"/>
                </a:lnTo>
                <a:cubicBezTo>
                  <a:pt x="1042273" y="564454"/>
                  <a:pt x="1043914" y="563551"/>
                  <a:pt x="1114425" y="552833"/>
                </a:cubicBezTo>
                <a:cubicBezTo>
                  <a:pt x="1153715" y="546860"/>
                  <a:pt x="1195735" y="535509"/>
                  <a:pt x="1207802" y="527608"/>
                </a:cubicBezTo>
                <a:cubicBezTo>
                  <a:pt x="1241423" y="505596"/>
                  <a:pt x="1325991" y="515863"/>
                  <a:pt x="1362232" y="546358"/>
                </a:cubicBezTo>
                <a:cubicBezTo>
                  <a:pt x="1378001" y="559627"/>
                  <a:pt x="1420708" y="580082"/>
                  <a:pt x="1457138" y="591815"/>
                </a:cubicBezTo>
                <a:cubicBezTo>
                  <a:pt x="1493568" y="603548"/>
                  <a:pt x="1535302" y="622911"/>
                  <a:pt x="1549881" y="634844"/>
                </a:cubicBezTo>
                <a:lnTo>
                  <a:pt x="1576387" y="656539"/>
                </a:lnTo>
                <a:lnTo>
                  <a:pt x="1532443" y="656882"/>
                </a:lnTo>
                <a:cubicBezTo>
                  <a:pt x="1508274" y="657070"/>
                  <a:pt x="1465412" y="661686"/>
                  <a:pt x="1437193" y="667138"/>
                </a:cubicBezTo>
                <a:cubicBezTo>
                  <a:pt x="1347711" y="684429"/>
                  <a:pt x="1121107" y="694195"/>
                  <a:pt x="1002245" y="685884"/>
                </a:cubicBezTo>
                <a:close/>
              </a:path>
            </a:pathLst>
          </a:custGeom>
          <a:solidFill>
            <a:srgbClr val="F9C9DF">
              <a:alpha val="60000"/>
            </a:srgbClr>
          </a:solidFill>
          <a:ln>
            <a:noFill/>
          </a:ln>
        </p:spPr>
      </p:sp>
      <p:sp>
        <p:nvSpPr>
          <p:cNvPr id="9" name="TEXT: [you lose your keys. again.]"/>
          <p:cNvSpPr/>
          <p:nvPr/>
        </p:nvSpPr>
        <p:spPr>
          <a:xfrm rot="21420000">
            <a:off x="1323975" y="1466850"/>
            <a:ext cx="535305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[you lose your</a:t>
            </a:r>
          </a:p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keys. again.]</a:t>
            </a:r>
          </a:p>
        </p:txBody>
      </p:sp>
      <p:sp>
        <p:nvSpPr>
          <p:cNvPr id="10" name="GUIDE (delete)"/>
          <p:cNvSpPr/>
          <p:nvPr/>
        </p:nvSpPr>
        <p:spPr>
          <a:xfrm>
            <a:off x="2371725" y="13063538"/>
            <a:ext cx="554355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Photo: click it, then Replace. Filters &gt; B&amp;W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torn notebook strip" descr="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-381000"/>
            <a:ext cx="11049000" cy="5524500"/>
          </a:xfrm>
          <a:prstGeom prst="rect">
            <a:avLst/>
          </a:prstGeom>
        </p:spPr>
      </p:pic>
      <p:sp>
        <p:nvSpPr>
          <p:cNvPr id="5" name="LETTERING: meet"/>
          <p:cNvSpPr txBox="1"/>
          <p:nvPr/>
        </p:nvSpPr>
        <p:spPr>
          <a:xfrm>
            <a:off x="2628900" y="523875"/>
            <a:ext cx="5029200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F9C9DF"/>
                </a:solidFill>
                <a:latin typeface="DM Serif Display"/>
              </a:rPr>
              <a:t>meet</a:t>
            </a:r>
          </a:p>
        </p:txBody>
      </p:sp>
      <p:sp>
        <p:nvSpPr>
          <p:cNvPr id="6" name="TEXT: [PRODUCT NAME]"/>
          <p:cNvSpPr/>
          <p:nvPr/>
        </p:nvSpPr>
        <p:spPr>
          <a:xfrm rot="120000">
            <a:off x="1576388" y="2809875"/>
            <a:ext cx="7134225" cy="10477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[PRODUCT NAME]</a:t>
            </a:r>
          </a:p>
        </p:txBody>
      </p:sp>
      <p:sp>
        <p:nvSpPr>
          <p:cNvPr id="7" name="arrow"/>
          <p:cNvSpPr/>
          <p:nvPr/>
        </p:nvSpPr>
        <p:spPr>
          <a:xfrm rot="0">
            <a:off x="666750" y="5086350"/>
            <a:ext cx="1905000" cy="1257300"/>
          </a:xfrm>
          <a:custGeom>
            <a:avLst/>
            <a:gdLst/>
            <a:ahLst/>
            <a:cxnLst/>
            <a:rect l="0" t="0" r="r" b="b"/>
            <a:pathLst>
              <a:path w="1905000" h="1257300">
                <a:moveTo>
                  <a:pt x="1495425" y="1248416"/>
                </a:moveTo>
                <a:cubicBezTo>
                  <a:pt x="1495425" y="1243531"/>
                  <a:pt x="1487924" y="1237108"/>
                  <a:pt x="1478756" y="1234145"/>
                </a:cubicBezTo>
                <a:cubicBezTo>
                  <a:pt x="1460360" y="1228198"/>
                  <a:pt x="1374987" y="1113961"/>
                  <a:pt x="1224457" y="893869"/>
                </a:cubicBezTo>
                <a:cubicBezTo>
                  <a:pt x="1182386" y="832357"/>
                  <a:pt x="1170823" y="800100"/>
                  <a:pt x="1190844" y="800100"/>
                </a:cubicBezTo>
                <a:cubicBezTo>
                  <a:pt x="1196204" y="800100"/>
                  <a:pt x="1193691" y="789572"/>
                  <a:pt x="1185261" y="776706"/>
                </a:cubicBezTo>
                <a:cubicBezTo>
                  <a:pt x="1169022" y="751922"/>
                  <a:pt x="1173431" y="733425"/>
                  <a:pt x="1195578" y="733424"/>
                </a:cubicBezTo>
                <a:cubicBezTo>
                  <a:pt x="1202923" y="733424"/>
                  <a:pt x="1217072" y="724688"/>
                  <a:pt x="1227019" y="714010"/>
                </a:cubicBezTo>
                <a:lnTo>
                  <a:pt x="1245106" y="694596"/>
                </a:lnTo>
                <a:lnTo>
                  <a:pt x="1261146" y="719076"/>
                </a:lnTo>
                <a:cubicBezTo>
                  <a:pt x="1269968" y="732540"/>
                  <a:pt x="1280818" y="741312"/>
                  <a:pt x="1285256" y="738569"/>
                </a:cubicBezTo>
                <a:cubicBezTo>
                  <a:pt x="1294596" y="732797"/>
                  <a:pt x="1342941" y="784409"/>
                  <a:pt x="1390786" y="851231"/>
                </a:cubicBezTo>
                <a:lnTo>
                  <a:pt x="1423987" y="897601"/>
                </a:lnTo>
                <a:lnTo>
                  <a:pt x="1431664" y="703594"/>
                </a:lnTo>
                <a:cubicBezTo>
                  <a:pt x="1444865" y="369976"/>
                  <a:pt x="1426011" y="266784"/>
                  <a:pt x="1344520" y="226639"/>
                </a:cubicBezTo>
                <a:cubicBezTo>
                  <a:pt x="1300863" y="205132"/>
                  <a:pt x="1294969" y="204787"/>
                  <a:pt x="971550" y="204787"/>
                </a:cubicBezTo>
                <a:cubicBezTo>
                  <a:pt x="790813" y="204787"/>
                  <a:pt x="515421" y="208007"/>
                  <a:pt x="359568" y="211943"/>
                </a:cubicBezTo>
                <a:cubicBezTo>
                  <a:pt x="171997" y="216680"/>
                  <a:pt x="76200" y="215875"/>
                  <a:pt x="76200" y="209562"/>
                </a:cubicBezTo>
                <a:cubicBezTo>
                  <a:pt x="76200" y="204316"/>
                  <a:pt x="91201" y="200025"/>
                  <a:pt x="109537" y="200025"/>
                </a:cubicBezTo>
                <a:cubicBezTo>
                  <a:pt x="127873" y="200025"/>
                  <a:pt x="142875" y="195738"/>
                  <a:pt x="142875" y="190500"/>
                </a:cubicBezTo>
                <a:cubicBezTo>
                  <a:pt x="142875" y="185261"/>
                  <a:pt x="130614" y="180974"/>
                  <a:pt x="115629" y="180974"/>
                </a:cubicBezTo>
                <a:cubicBezTo>
                  <a:pt x="65299" y="180974"/>
                  <a:pt x="391" y="168997"/>
                  <a:pt x="5544" y="160660"/>
                </a:cubicBezTo>
                <a:cubicBezTo>
                  <a:pt x="8351" y="156117"/>
                  <a:pt x="24326" y="152334"/>
                  <a:pt x="41043" y="152254"/>
                </a:cubicBezTo>
                <a:cubicBezTo>
                  <a:pt x="63525" y="152146"/>
                  <a:pt x="67787" y="149800"/>
                  <a:pt x="57416" y="143241"/>
                </a:cubicBezTo>
                <a:cubicBezTo>
                  <a:pt x="45554" y="135739"/>
                  <a:pt x="46126" y="133327"/>
                  <a:pt x="61134" y="127568"/>
                </a:cubicBezTo>
                <a:cubicBezTo>
                  <a:pt x="77820" y="121165"/>
                  <a:pt x="77896" y="120047"/>
                  <a:pt x="62419" y="108730"/>
                </a:cubicBezTo>
                <a:cubicBezTo>
                  <a:pt x="47887" y="98104"/>
                  <a:pt x="50791" y="95536"/>
                  <a:pt x="87276" y="86743"/>
                </a:cubicBezTo>
                <a:lnTo>
                  <a:pt x="128587" y="76787"/>
                </a:lnTo>
                <a:lnTo>
                  <a:pt x="78242" y="79890"/>
                </a:lnTo>
                <a:cubicBezTo>
                  <a:pt x="31254" y="82786"/>
                  <a:pt x="7850" y="65927"/>
                  <a:pt x="52931" y="61658"/>
                </a:cubicBezTo>
                <a:cubicBezTo>
                  <a:pt x="63109" y="60694"/>
                  <a:pt x="95011" y="53065"/>
                  <a:pt x="123825" y="44703"/>
                </a:cubicBezTo>
                <a:cubicBezTo>
                  <a:pt x="152638" y="36342"/>
                  <a:pt x="191214" y="29837"/>
                  <a:pt x="209550" y="30248"/>
                </a:cubicBezTo>
                <a:cubicBezTo>
                  <a:pt x="227885" y="30659"/>
                  <a:pt x="328612" y="26155"/>
                  <a:pt x="433387" y="20240"/>
                </a:cubicBezTo>
                <a:cubicBezTo>
                  <a:pt x="682990" y="6147"/>
                  <a:pt x="1252059" y="5250"/>
                  <a:pt x="1336870" y="18815"/>
                </a:cubicBezTo>
                <a:cubicBezTo>
                  <a:pt x="1455986" y="37866"/>
                  <a:pt x="1523987" y="88118"/>
                  <a:pt x="1577272" y="196469"/>
                </a:cubicBezTo>
                <a:cubicBezTo>
                  <a:pt x="1609601" y="262208"/>
                  <a:pt x="1620456" y="408702"/>
                  <a:pt x="1612649" y="673893"/>
                </a:cubicBezTo>
                <a:cubicBezTo>
                  <a:pt x="1609372" y="785217"/>
                  <a:pt x="1608872" y="876300"/>
                  <a:pt x="1611537" y="876300"/>
                </a:cubicBezTo>
                <a:cubicBezTo>
                  <a:pt x="1614202" y="876300"/>
                  <a:pt x="1645613" y="837305"/>
                  <a:pt x="1681338" y="789645"/>
                </a:cubicBezTo>
                <a:cubicBezTo>
                  <a:pt x="1743643" y="706525"/>
                  <a:pt x="1788799" y="666696"/>
                  <a:pt x="1836884" y="652448"/>
                </a:cubicBezTo>
                <a:cubicBezTo>
                  <a:pt x="1856011" y="646780"/>
                  <a:pt x="1858397" y="648523"/>
                  <a:pt x="1853336" y="664467"/>
                </a:cubicBezTo>
                <a:cubicBezTo>
                  <a:pt x="1843453" y="695607"/>
                  <a:pt x="1855797" y="715521"/>
                  <a:pt x="1876838" y="702381"/>
                </a:cubicBezTo>
                <a:cubicBezTo>
                  <a:pt x="1905643" y="684392"/>
                  <a:pt x="1908894" y="701014"/>
                  <a:pt x="1886099" y="749727"/>
                </a:cubicBezTo>
                <a:cubicBezTo>
                  <a:pt x="1860421" y="804601"/>
                  <a:pt x="1620582" y="1156558"/>
                  <a:pt x="1568703" y="1215495"/>
                </a:cubicBezTo>
                <a:cubicBezTo>
                  <a:pt x="1535507" y="1253207"/>
                  <a:pt x="1495425" y="1271215"/>
                  <a:pt x="1495425" y="1248416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pic>
        <p:nvPicPr>
          <p:cNvPr id="8" name="butterfly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6981825" y="3471862"/>
            <a:ext cx="3181350" cy="2581275"/>
          </a:xfrm>
          <a:prstGeom prst="rect">
            <a:avLst/>
          </a:prstGeom>
        </p:spPr>
      </p:pic>
      <p:sp>
        <p:nvSpPr>
          <p:cNvPr id="9" name="butterfly pattern"/>
          <p:cNvSpPr/>
          <p:nvPr/>
        </p:nvSpPr>
        <p:spPr>
          <a:xfrm rot="-1200000">
            <a:off x="6981825" y="3471862"/>
            <a:ext cx="3181350" cy="2581275"/>
          </a:xfrm>
          <a:custGeom>
            <a:avLst/>
            <a:gdLst/>
            <a:ahLst/>
            <a:cxnLst/>
            <a:rect l="0" t="0" r="r" b="b"/>
            <a:pathLst>
              <a:path w="3181350" h="2581275">
                <a:moveTo>
                  <a:pt x="1910394" y="2067898"/>
                </a:moveTo>
                <a:cubicBezTo>
                  <a:pt x="1897177" y="2062722"/>
                  <a:pt x="1895289" y="2058639"/>
                  <a:pt x="1903707" y="2053436"/>
                </a:cubicBezTo>
                <a:cubicBezTo>
                  <a:pt x="1917949" y="2044634"/>
                  <a:pt x="1943100" y="2053055"/>
                  <a:pt x="1943100" y="2066626"/>
                </a:cubicBezTo>
                <a:cubicBezTo>
                  <a:pt x="1943100" y="2077843"/>
                  <a:pt x="1936451" y="2078102"/>
                  <a:pt x="1910394" y="2067898"/>
                </a:cubicBezTo>
                <a:close/>
                <a:moveTo>
                  <a:pt x="1251475" y="2043780"/>
                </a:moveTo>
                <a:cubicBezTo>
                  <a:pt x="1241992" y="2019066"/>
                  <a:pt x="1255284" y="1998639"/>
                  <a:pt x="1278688" y="2001963"/>
                </a:cubicBezTo>
                <a:cubicBezTo>
                  <a:pt x="1294430" y="2004198"/>
                  <a:pt x="1300162" y="2011368"/>
                  <a:pt x="1300162" y="2028825"/>
                </a:cubicBezTo>
                <a:cubicBezTo>
                  <a:pt x="1300162" y="2056941"/>
                  <a:pt x="1261127" y="2068932"/>
                  <a:pt x="1251475" y="2043780"/>
                </a:cubicBezTo>
                <a:close/>
                <a:moveTo>
                  <a:pt x="2177714" y="2003089"/>
                </a:moveTo>
                <a:cubicBezTo>
                  <a:pt x="2165532" y="1990907"/>
                  <a:pt x="2172185" y="1954476"/>
                  <a:pt x="2187678" y="1948531"/>
                </a:cubicBezTo>
                <a:cubicBezTo>
                  <a:pt x="2206385" y="1941353"/>
                  <a:pt x="2234060" y="1965063"/>
                  <a:pt x="2224684" y="1980234"/>
                </a:cubicBezTo>
                <a:cubicBezTo>
                  <a:pt x="2215416" y="1995230"/>
                  <a:pt x="2184768" y="2010143"/>
                  <a:pt x="2177714" y="2003089"/>
                </a:cubicBezTo>
                <a:close/>
                <a:moveTo>
                  <a:pt x="1076798" y="1963034"/>
                </a:moveTo>
                <a:cubicBezTo>
                  <a:pt x="1062217" y="1935789"/>
                  <a:pt x="1096041" y="1895315"/>
                  <a:pt x="1118095" y="1913618"/>
                </a:cubicBezTo>
                <a:cubicBezTo>
                  <a:pt x="1136276" y="1928707"/>
                  <a:pt x="1138039" y="1953775"/>
                  <a:pt x="1122045" y="1969770"/>
                </a:cubicBezTo>
                <a:cubicBezTo>
                  <a:pt x="1105417" y="1986397"/>
                  <a:pt x="1087907" y="1983791"/>
                  <a:pt x="1076798" y="1963034"/>
                </a:cubicBezTo>
                <a:close/>
                <a:moveTo>
                  <a:pt x="1777005" y="1953772"/>
                </a:moveTo>
                <a:cubicBezTo>
                  <a:pt x="1755928" y="1913013"/>
                  <a:pt x="1758267" y="1903290"/>
                  <a:pt x="1788318" y="1906748"/>
                </a:cubicBezTo>
                <a:cubicBezTo>
                  <a:pt x="1818826" y="1910258"/>
                  <a:pt x="1830075" y="1950853"/>
                  <a:pt x="1806062" y="1970783"/>
                </a:cubicBezTo>
                <a:cubicBezTo>
                  <a:pt x="1794274" y="1980566"/>
                  <a:pt x="1789379" y="1977701"/>
                  <a:pt x="1777005" y="1953772"/>
                </a:cubicBezTo>
                <a:close/>
                <a:moveTo>
                  <a:pt x="2003681" y="1947827"/>
                </a:moveTo>
                <a:cubicBezTo>
                  <a:pt x="1995580" y="1926718"/>
                  <a:pt x="2024642" y="1897007"/>
                  <a:pt x="2039175" y="1911540"/>
                </a:cubicBezTo>
                <a:cubicBezTo>
                  <a:pt x="2053997" y="1926362"/>
                  <a:pt x="2046037" y="1956563"/>
                  <a:pt x="2026305" y="1960363"/>
                </a:cubicBezTo>
                <a:cubicBezTo>
                  <a:pt x="2017182" y="1962120"/>
                  <a:pt x="2007001" y="1956479"/>
                  <a:pt x="2003681" y="1947827"/>
                </a:cubicBezTo>
                <a:close/>
                <a:moveTo>
                  <a:pt x="877472" y="1928139"/>
                </a:moveTo>
                <a:cubicBezTo>
                  <a:pt x="855660" y="1900410"/>
                  <a:pt x="858316" y="1885950"/>
                  <a:pt x="885220" y="1885950"/>
                </a:cubicBezTo>
                <a:cubicBezTo>
                  <a:pt x="907229" y="1885950"/>
                  <a:pt x="926444" y="1908730"/>
                  <a:pt x="922330" y="1929946"/>
                </a:cubicBezTo>
                <a:cubicBezTo>
                  <a:pt x="917240" y="1956194"/>
                  <a:pt x="898960" y="1955457"/>
                  <a:pt x="877472" y="1928139"/>
                </a:cubicBezTo>
                <a:close/>
                <a:moveTo>
                  <a:pt x="1263538" y="1897106"/>
                </a:moveTo>
                <a:cubicBezTo>
                  <a:pt x="1241557" y="1872817"/>
                  <a:pt x="1243876" y="1850843"/>
                  <a:pt x="1270245" y="1833566"/>
                </a:cubicBezTo>
                <a:cubicBezTo>
                  <a:pt x="1316603" y="1803191"/>
                  <a:pt x="1357982" y="1862139"/>
                  <a:pt x="1314830" y="1897082"/>
                </a:cubicBezTo>
                <a:cubicBezTo>
                  <a:pt x="1288035" y="1918779"/>
                  <a:pt x="1283154" y="1918781"/>
                  <a:pt x="1263538" y="1897106"/>
                </a:cubicBezTo>
                <a:close/>
                <a:moveTo>
                  <a:pt x="2311400" y="1879599"/>
                </a:moveTo>
                <a:cubicBezTo>
                  <a:pt x="2300141" y="1868341"/>
                  <a:pt x="2304635" y="1841001"/>
                  <a:pt x="2319815" y="1828403"/>
                </a:cubicBezTo>
                <a:cubicBezTo>
                  <a:pt x="2345920" y="1806738"/>
                  <a:pt x="2371356" y="1840994"/>
                  <a:pt x="2348180" y="1866603"/>
                </a:cubicBezTo>
                <a:cubicBezTo>
                  <a:pt x="2329637" y="1887093"/>
                  <a:pt x="2321698" y="1889898"/>
                  <a:pt x="2311400" y="1879599"/>
                </a:cubicBezTo>
                <a:close/>
                <a:moveTo>
                  <a:pt x="1889154" y="1842460"/>
                </a:moveTo>
                <a:cubicBezTo>
                  <a:pt x="1880898" y="1820946"/>
                  <a:pt x="1897800" y="1795462"/>
                  <a:pt x="1920325" y="1795462"/>
                </a:cubicBezTo>
                <a:cubicBezTo>
                  <a:pt x="1948869" y="1795462"/>
                  <a:pt x="1945642" y="1851575"/>
                  <a:pt x="1916863" y="1855661"/>
                </a:cubicBezTo>
                <a:cubicBezTo>
                  <a:pt x="1903392" y="1857574"/>
                  <a:pt x="1893066" y="1852655"/>
                  <a:pt x="1889154" y="1842460"/>
                </a:cubicBezTo>
                <a:close/>
                <a:moveTo>
                  <a:pt x="984519" y="1833562"/>
                </a:moveTo>
                <a:cubicBezTo>
                  <a:pt x="976160" y="1811778"/>
                  <a:pt x="987870" y="1790700"/>
                  <a:pt x="1008331" y="1790700"/>
                </a:cubicBezTo>
                <a:cubicBezTo>
                  <a:pt x="1030860" y="1790700"/>
                  <a:pt x="1042427" y="1817021"/>
                  <a:pt x="1027698" y="1834769"/>
                </a:cubicBezTo>
                <a:cubicBezTo>
                  <a:pt x="1013367" y="1852036"/>
                  <a:pt x="991372" y="1851422"/>
                  <a:pt x="984519" y="1833562"/>
                </a:cubicBezTo>
                <a:close/>
                <a:moveTo>
                  <a:pt x="1695785" y="1791326"/>
                </a:moveTo>
                <a:cubicBezTo>
                  <a:pt x="1674910" y="1752321"/>
                  <a:pt x="1691654" y="1726823"/>
                  <a:pt x="1726406" y="1744697"/>
                </a:cubicBezTo>
                <a:cubicBezTo>
                  <a:pt x="1745633" y="1754585"/>
                  <a:pt x="1748280" y="1781684"/>
                  <a:pt x="1731645" y="1798320"/>
                </a:cubicBezTo>
                <a:cubicBezTo>
                  <a:pt x="1715673" y="1814291"/>
                  <a:pt x="1707190" y="1812637"/>
                  <a:pt x="1695785" y="1791326"/>
                </a:cubicBezTo>
                <a:close/>
                <a:moveTo>
                  <a:pt x="2135072" y="1794469"/>
                </a:moveTo>
                <a:cubicBezTo>
                  <a:pt x="2109065" y="1776253"/>
                  <a:pt x="2108629" y="1738777"/>
                  <a:pt x="2134216" y="1720855"/>
                </a:cubicBezTo>
                <a:cubicBezTo>
                  <a:pt x="2159102" y="1703424"/>
                  <a:pt x="2190075" y="1711149"/>
                  <a:pt x="2199944" y="1737250"/>
                </a:cubicBezTo>
                <a:cubicBezTo>
                  <a:pt x="2215762" y="1779086"/>
                  <a:pt x="2170326" y="1819162"/>
                  <a:pt x="2135072" y="1794469"/>
                </a:cubicBezTo>
                <a:close/>
                <a:moveTo>
                  <a:pt x="1184568" y="1766951"/>
                </a:moveTo>
                <a:cubicBezTo>
                  <a:pt x="1181269" y="1758353"/>
                  <a:pt x="1183137" y="1746752"/>
                  <a:pt x="1188720" y="1741170"/>
                </a:cubicBezTo>
                <a:cubicBezTo>
                  <a:pt x="1203232" y="1726657"/>
                  <a:pt x="1230729" y="1739921"/>
                  <a:pt x="1226938" y="1759605"/>
                </a:cubicBezTo>
                <a:cubicBezTo>
                  <a:pt x="1222715" y="1781530"/>
                  <a:pt x="1192194" y="1786822"/>
                  <a:pt x="1184568" y="1766951"/>
                </a:cubicBezTo>
                <a:close/>
                <a:moveTo>
                  <a:pt x="879461" y="1728048"/>
                </a:moveTo>
                <a:cubicBezTo>
                  <a:pt x="876289" y="1719784"/>
                  <a:pt x="880972" y="1705854"/>
                  <a:pt x="889867" y="1697092"/>
                </a:cubicBezTo>
                <a:cubicBezTo>
                  <a:pt x="904990" y="1682195"/>
                  <a:pt x="906917" y="1682347"/>
                  <a:pt x="919583" y="1699431"/>
                </a:cubicBezTo>
                <a:cubicBezTo>
                  <a:pt x="929620" y="1712969"/>
                  <a:pt x="930400" y="1720984"/>
                  <a:pt x="922597" y="1730387"/>
                </a:cubicBezTo>
                <a:cubicBezTo>
                  <a:pt x="908330" y="1747577"/>
                  <a:pt x="886500" y="1746393"/>
                  <a:pt x="879461" y="1728048"/>
                </a:cubicBezTo>
                <a:close/>
                <a:moveTo>
                  <a:pt x="1336968" y="1709801"/>
                </a:moveTo>
                <a:cubicBezTo>
                  <a:pt x="1333669" y="1701203"/>
                  <a:pt x="1335537" y="1689602"/>
                  <a:pt x="1341120" y="1684020"/>
                </a:cubicBezTo>
                <a:cubicBezTo>
                  <a:pt x="1355632" y="1669507"/>
                  <a:pt x="1383129" y="1682771"/>
                  <a:pt x="1379338" y="1702455"/>
                </a:cubicBezTo>
                <a:cubicBezTo>
                  <a:pt x="1375115" y="1724380"/>
                  <a:pt x="1344594" y="1729672"/>
                  <a:pt x="1336968" y="1709801"/>
                </a:cubicBezTo>
                <a:close/>
                <a:moveTo>
                  <a:pt x="1497806" y="1694061"/>
                </a:moveTo>
                <a:cubicBezTo>
                  <a:pt x="1481855" y="1678057"/>
                  <a:pt x="1482800" y="1662254"/>
                  <a:pt x="1500591" y="1647489"/>
                </a:cubicBezTo>
                <a:cubicBezTo>
                  <a:pt x="1522311" y="1629464"/>
                  <a:pt x="1533994" y="1647802"/>
                  <a:pt x="1520855" y="1679297"/>
                </a:cubicBezTo>
                <a:cubicBezTo>
                  <a:pt x="1511928" y="1700695"/>
                  <a:pt x="1507344" y="1703631"/>
                  <a:pt x="1497806" y="1694061"/>
                </a:cubicBezTo>
                <a:close/>
                <a:moveTo>
                  <a:pt x="1968500" y="1689099"/>
                </a:moveTo>
                <a:cubicBezTo>
                  <a:pt x="1955561" y="1676161"/>
                  <a:pt x="1962720" y="1638664"/>
                  <a:pt x="1979884" y="1629479"/>
                </a:cubicBezTo>
                <a:cubicBezTo>
                  <a:pt x="2007319" y="1614796"/>
                  <a:pt x="2033330" y="1638100"/>
                  <a:pt x="2025285" y="1670155"/>
                </a:cubicBezTo>
                <a:cubicBezTo>
                  <a:pt x="2019141" y="1694637"/>
                  <a:pt x="1985320" y="1705920"/>
                  <a:pt x="1968500" y="1689099"/>
                </a:cubicBezTo>
                <a:close/>
                <a:moveTo>
                  <a:pt x="2329719" y="1687311"/>
                </a:moveTo>
                <a:cubicBezTo>
                  <a:pt x="2320261" y="1672008"/>
                  <a:pt x="2334984" y="1646689"/>
                  <a:pt x="2351492" y="1649869"/>
                </a:cubicBezTo>
                <a:cubicBezTo>
                  <a:pt x="2371786" y="1653777"/>
                  <a:pt x="2371532" y="1689546"/>
                  <a:pt x="2351181" y="1693465"/>
                </a:cubicBezTo>
                <a:cubicBezTo>
                  <a:pt x="2342502" y="1695137"/>
                  <a:pt x="2332844" y="1692367"/>
                  <a:pt x="2329719" y="1687311"/>
                </a:cubicBezTo>
                <a:close/>
                <a:moveTo>
                  <a:pt x="729774" y="1671101"/>
                </a:moveTo>
                <a:cubicBezTo>
                  <a:pt x="721329" y="1649093"/>
                  <a:pt x="722533" y="1600200"/>
                  <a:pt x="731520" y="1600200"/>
                </a:cubicBezTo>
                <a:cubicBezTo>
                  <a:pt x="759480" y="1600200"/>
                  <a:pt x="772305" y="1655989"/>
                  <a:pt x="748824" y="1675476"/>
                </a:cubicBezTo>
                <a:cubicBezTo>
                  <a:pt x="738627" y="1683940"/>
                  <a:pt x="734322" y="1682951"/>
                  <a:pt x="729774" y="1671101"/>
                </a:cubicBezTo>
                <a:close/>
                <a:moveTo>
                  <a:pt x="1047852" y="1652711"/>
                </a:moveTo>
                <a:cubicBezTo>
                  <a:pt x="1030261" y="1631514"/>
                  <a:pt x="1043897" y="1592004"/>
                  <a:pt x="1071166" y="1585160"/>
                </a:cubicBezTo>
                <a:cubicBezTo>
                  <a:pt x="1098959" y="1578185"/>
                  <a:pt x="1110505" y="1584182"/>
                  <a:pt x="1116984" y="1608960"/>
                </a:cubicBezTo>
                <a:cubicBezTo>
                  <a:pt x="1127877" y="1650613"/>
                  <a:pt x="1074268" y="1684540"/>
                  <a:pt x="1047852" y="1652711"/>
                </a:cubicBezTo>
                <a:close/>
                <a:moveTo>
                  <a:pt x="1787854" y="1660854"/>
                </a:moveTo>
                <a:cubicBezTo>
                  <a:pt x="1776303" y="1649303"/>
                  <a:pt x="1780575" y="1622080"/>
                  <a:pt x="1795940" y="1609328"/>
                </a:cubicBezTo>
                <a:cubicBezTo>
                  <a:pt x="1817443" y="1591482"/>
                  <a:pt x="1847575" y="1621493"/>
                  <a:pt x="1832380" y="1645622"/>
                </a:cubicBezTo>
                <a:cubicBezTo>
                  <a:pt x="1821024" y="1663654"/>
                  <a:pt x="1798395" y="1671395"/>
                  <a:pt x="1787854" y="1660854"/>
                </a:cubicBezTo>
                <a:close/>
                <a:moveTo>
                  <a:pt x="2435537" y="1654104"/>
                </a:moveTo>
                <a:cubicBezTo>
                  <a:pt x="2432842" y="1647081"/>
                  <a:pt x="2434461" y="1635294"/>
                  <a:pt x="2439135" y="1627911"/>
                </a:cubicBezTo>
                <a:cubicBezTo>
                  <a:pt x="2445319" y="1618141"/>
                  <a:pt x="2447672" y="1621618"/>
                  <a:pt x="2447779" y="1640681"/>
                </a:cubicBezTo>
                <a:cubicBezTo>
                  <a:pt x="2447937" y="1669125"/>
                  <a:pt x="2443266" y="1674246"/>
                  <a:pt x="2435537" y="1654104"/>
                </a:cubicBezTo>
                <a:close/>
                <a:moveTo>
                  <a:pt x="1252448" y="1625125"/>
                </a:moveTo>
                <a:cubicBezTo>
                  <a:pt x="1239891" y="1615943"/>
                  <a:pt x="1237141" y="1605913"/>
                  <a:pt x="1241940" y="1586793"/>
                </a:cubicBezTo>
                <a:cubicBezTo>
                  <a:pt x="1251190" y="1549939"/>
                  <a:pt x="1298711" y="1554306"/>
                  <a:pt x="1303114" y="1592415"/>
                </a:cubicBezTo>
                <a:cubicBezTo>
                  <a:pt x="1306892" y="1625115"/>
                  <a:pt x="1277970" y="1643787"/>
                  <a:pt x="1252448" y="1625125"/>
                </a:cubicBezTo>
                <a:close/>
                <a:moveTo>
                  <a:pt x="1615963" y="1582781"/>
                </a:moveTo>
                <a:cubicBezTo>
                  <a:pt x="1586154" y="1549842"/>
                  <a:pt x="1600935" y="1514108"/>
                  <a:pt x="1646565" y="1508795"/>
                </a:cubicBezTo>
                <a:cubicBezTo>
                  <a:pt x="1683861" y="1504453"/>
                  <a:pt x="1697058" y="1538927"/>
                  <a:pt x="1672467" y="1576456"/>
                </a:cubicBezTo>
                <a:cubicBezTo>
                  <a:pt x="1653991" y="1604655"/>
                  <a:pt x="1637436" y="1606508"/>
                  <a:pt x="1615963" y="1582781"/>
                </a:cubicBezTo>
                <a:close/>
                <a:moveTo>
                  <a:pt x="2118439" y="1587072"/>
                </a:moveTo>
                <a:cubicBezTo>
                  <a:pt x="2110730" y="1566982"/>
                  <a:pt x="2121551" y="1552575"/>
                  <a:pt x="2144349" y="1552575"/>
                </a:cubicBezTo>
                <a:cubicBezTo>
                  <a:pt x="2158739" y="1552575"/>
                  <a:pt x="2162743" y="1557878"/>
                  <a:pt x="2160456" y="1573908"/>
                </a:cubicBezTo>
                <a:cubicBezTo>
                  <a:pt x="2156904" y="1598807"/>
                  <a:pt x="2126587" y="1608305"/>
                  <a:pt x="2118439" y="1587072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2243817" y="1547132"/>
                </a:moveTo>
                <a:cubicBezTo>
                  <a:pt x="2224193" y="1527508"/>
                  <a:pt x="2224908" y="1511469"/>
                  <a:pt x="2246268" y="1492138"/>
                </a:cubicBezTo>
                <a:cubicBezTo>
                  <a:pt x="2285743" y="1456414"/>
                  <a:pt x="2329937" y="1494372"/>
                  <a:pt x="2300744" y="1538926"/>
                </a:cubicBezTo>
                <a:cubicBezTo>
                  <a:pt x="2283187" y="1565722"/>
                  <a:pt x="2265026" y="1568340"/>
                  <a:pt x="2243817" y="1547132"/>
                </a:cubicBezTo>
                <a:close/>
                <a:moveTo>
                  <a:pt x="1860573" y="1518597"/>
                </a:moveTo>
                <a:cubicBezTo>
                  <a:pt x="1853699" y="1500683"/>
                  <a:pt x="1870555" y="1481148"/>
                  <a:pt x="1885120" y="1490149"/>
                </a:cubicBezTo>
                <a:cubicBezTo>
                  <a:pt x="1900820" y="1499852"/>
                  <a:pt x="1897535" y="1533525"/>
                  <a:pt x="1880888" y="1533525"/>
                </a:cubicBezTo>
                <a:cubicBezTo>
                  <a:pt x="1872866" y="1533525"/>
                  <a:pt x="1863724" y="1526807"/>
                  <a:pt x="1860573" y="1518597"/>
                </a:cubicBezTo>
                <a:close/>
                <a:moveTo>
                  <a:pt x="1400279" y="1509838"/>
                </a:moveTo>
                <a:cubicBezTo>
                  <a:pt x="1390578" y="1498149"/>
                  <a:pt x="1390271" y="1489545"/>
                  <a:pt x="1398879" y="1470652"/>
                </a:cubicBezTo>
                <a:cubicBezTo>
                  <a:pt x="1411181" y="1443653"/>
                  <a:pt x="1434980" y="1443010"/>
                  <a:pt x="1451492" y="1469231"/>
                </a:cubicBezTo>
                <a:cubicBezTo>
                  <a:pt x="1472638" y="1502809"/>
                  <a:pt x="1425479" y="1540202"/>
                  <a:pt x="1400279" y="1509838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2002155" y="1464945"/>
                </a:moveTo>
                <a:cubicBezTo>
                  <a:pt x="1974101" y="1436891"/>
                  <a:pt x="1995014" y="1381125"/>
                  <a:pt x="2033587" y="1381125"/>
                </a:cubicBezTo>
                <a:cubicBezTo>
                  <a:pt x="2060543" y="1381125"/>
                  <a:pt x="2076450" y="1398798"/>
                  <a:pt x="2076450" y="1428750"/>
                </a:cubicBezTo>
                <a:cubicBezTo>
                  <a:pt x="2076450" y="1458701"/>
                  <a:pt x="2060543" y="1476375"/>
                  <a:pt x="2033587" y="1476375"/>
                </a:cubicBezTo>
                <a:cubicBezTo>
                  <a:pt x="2022586" y="1476375"/>
                  <a:pt x="2008441" y="1471231"/>
                  <a:pt x="2002155" y="146494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49493" y="1394059"/>
                </a:moveTo>
                <a:cubicBezTo>
                  <a:pt x="1228430" y="1356422"/>
                  <a:pt x="1272706" y="1316249"/>
                  <a:pt x="1302459" y="1346002"/>
                </a:cubicBezTo>
                <a:cubicBezTo>
                  <a:pt x="1324568" y="1368111"/>
                  <a:pt x="1310821" y="1409700"/>
                  <a:pt x="1281404" y="1409700"/>
                </a:cubicBezTo>
                <a:cubicBezTo>
                  <a:pt x="1268667" y="1409700"/>
                  <a:pt x="1254307" y="1402661"/>
                  <a:pt x="1249493" y="1394059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2202656" y="1374165"/>
                </a:moveTo>
                <a:cubicBezTo>
                  <a:pt x="2187852" y="1369001"/>
                  <a:pt x="2187131" y="1340928"/>
                  <a:pt x="2201435" y="1326624"/>
                </a:cubicBezTo>
                <a:cubicBezTo>
                  <a:pt x="2217271" y="1310788"/>
                  <a:pt x="2238375" y="1322878"/>
                  <a:pt x="2238375" y="1347787"/>
                </a:cubicBezTo>
                <a:cubicBezTo>
                  <a:pt x="2238375" y="1370312"/>
                  <a:pt x="2223372" y="1381391"/>
                  <a:pt x="2202656" y="1374165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806" y="1302183"/>
                </a:moveTo>
                <a:cubicBezTo>
                  <a:pt x="1885253" y="1282502"/>
                  <a:pt x="1900001" y="1264465"/>
                  <a:pt x="1920428" y="1268399"/>
                </a:cubicBezTo>
                <a:cubicBezTo>
                  <a:pt x="1945735" y="1273273"/>
                  <a:pt x="1943872" y="1308897"/>
                  <a:pt x="1918118" y="1312572"/>
                </a:cubicBezTo>
                <a:cubicBezTo>
                  <a:pt x="1906998" y="1314159"/>
                  <a:pt x="1895607" y="1309484"/>
                  <a:pt x="1892806" y="1302183"/>
                </a:cubicBezTo>
                <a:close/>
                <a:moveTo>
                  <a:pt x="904875" y="1287041"/>
                </a:moveTo>
                <a:cubicBezTo>
                  <a:pt x="904875" y="1275034"/>
                  <a:pt x="932835" y="1253510"/>
                  <a:pt x="939619" y="1260294"/>
                </a:cubicBezTo>
                <a:cubicBezTo>
                  <a:pt x="949373" y="1270048"/>
                  <a:pt x="934816" y="1295400"/>
                  <a:pt x="919461" y="1295400"/>
                </a:cubicBezTo>
                <a:cubicBezTo>
                  <a:pt x="911438" y="1295400"/>
                  <a:pt x="904875" y="1291638"/>
                  <a:pt x="904875" y="1287041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2013219" y="1233487"/>
                </a:moveTo>
                <a:cubicBezTo>
                  <a:pt x="2005673" y="1213823"/>
                  <a:pt x="2015904" y="1190625"/>
                  <a:pt x="2032122" y="1190625"/>
                </a:cubicBezTo>
                <a:cubicBezTo>
                  <a:pt x="2051619" y="1190625"/>
                  <a:pt x="2068207" y="1214300"/>
                  <a:pt x="2061307" y="1232280"/>
                </a:cubicBezTo>
                <a:cubicBezTo>
                  <a:pt x="2053840" y="1251739"/>
                  <a:pt x="2020544" y="1252575"/>
                  <a:pt x="2013219" y="1233487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2348026" y="1190984"/>
                </a:moveTo>
                <a:cubicBezTo>
                  <a:pt x="2339258" y="1163358"/>
                  <a:pt x="2359076" y="1133475"/>
                  <a:pt x="2386166" y="1133475"/>
                </a:cubicBezTo>
                <a:cubicBezTo>
                  <a:pt x="2413806" y="1133475"/>
                  <a:pt x="2428686" y="1172661"/>
                  <a:pt x="2409722" y="1195511"/>
                </a:cubicBezTo>
                <a:cubicBezTo>
                  <a:pt x="2392612" y="1216127"/>
                  <a:pt x="2355134" y="1213378"/>
                  <a:pt x="2348026" y="1190984"/>
                </a:cubicBezTo>
                <a:close/>
                <a:moveTo>
                  <a:pt x="2165889" y="1177041"/>
                </a:moveTo>
                <a:cubicBezTo>
                  <a:pt x="2157223" y="1154458"/>
                  <a:pt x="2169485" y="1131651"/>
                  <a:pt x="2188339" y="1135282"/>
                </a:cubicBezTo>
                <a:cubicBezTo>
                  <a:pt x="2198884" y="1137313"/>
                  <a:pt x="2205037" y="1147177"/>
                  <a:pt x="2205037" y="1162050"/>
                </a:cubicBezTo>
                <a:cubicBezTo>
                  <a:pt x="2205037" y="1189202"/>
                  <a:pt x="2174973" y="1200714"/>
                  <a:pt x="2165889" y="1177041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1520825" y="1155700"/>
                </a:moveTo>
                <a:cubicBezTo>
                  <a:pt x="1517332" y="1152207"/>
                  <a:pt x="1514626" y="1138277"/>
                  <a:pt x="1514812" y="1124743"/>
                </a:cubicBezTo>
                <a:lnTo>
                  <a:pt x="1515150" y="1100137"/>
                </a:lnTo>
                <a:lnTo>
                  <a:pt x="1527935" y="1123215"/>
                </a:lnTo>
                <a:cubicBezTo>
                  <a:pt x="1540257" y="1145458"/>
                  <a:pt x="1540943" y="1145593"/>
                  <a:pt x="1546863" y="1126938"/>
                </a:cubicBezTo>
                <a:cubicBezTo>
                  <a:pt x="1550242" y="1116293"/>
                  <a:pt x="1550308" y="1100550"/>
                  <a:pt x="1547009" y="1091954"/>
                </a:cubicBezTo>
                <a:cubicBezTo>
                  <a:pt x="1539892" y="1073408"/>
                  <a:pt x="1562016" y="1070526"/>
                  <a:pt x="1579245" y="1087755"/>
                </a:cubicBezTo>
                <a:cubicBezTo>
                  <a:pt x="1606084" y="1114594"/>
                  <a:pt x="1585804" y="1162050"/>
                  <a:pt x="1547495" y="1162050"/>
                </a:cubicBezTo>
                <a:cubicBezTo>
                  <a:pt x="1536319" y="1162050"/>
                  <a:pt x="1524317" y="1159192"/>
                  <a:pt x="1520825" y="1155700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959768" y="1113662"/>
                </a:moveTo>
                <a:cubicBezTo>
                  <a:pt x="1921687" y="1091482"/>
                  <a:pt x="1952188" y="1022165"/>
                  <a:pt x="1993378" y="1037279"/>
                </a:cubicBezTo>
                <a:cubicBezTo>
                  <a:pt x="2021083" y="1047444"/>
                  <a:pt x="2027773" y="1094197"/>
                  <a:pt x="2004009" y="1111574"/>
                </a:cubicBezTo>
                <a:cubicBezTo>
                  <a:pt x="1983998" y="1126205"/>
                  <a:pt x="1981506" y="1126323"/>
                  <a:pt x="1959768" y="1113662"/>
                </a:cubicBezTo>
                <a:close/>
                <a:moveTo>
                  <a:pt x="2266650" y="1080726"/>
                </a:moveTo>
                <a:cubicBezTo>
                  <a:pt x="2256429" y="1068411"/>
                  <a:pt x="2256875" y="1063267"/>
                  <a:pt x="2269235" y="1050907"/>
                </a:cubicBezTo>
                <a:cubicBezTo>
                  <a:pt x="2285209" y="1034933"/>
                  <a:pt x="2305050" y="1040765"/>
                  <a:pt x="2305050" y="1061433"/>
                </a:cubicBezTo>
                <a:cubicBezTo>
                  <a:pt x="2305050" y="1084817"/>
                  <a:pt x="2280346" y="1097229"/>
                  <a:pt x="2266650" y="1080726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697230" y="1036320"/>
                </a:moveTo>
                <a:cubicBezTo>
                  <a:pt x="673776" y="1012866"/>
                  <a:pt x="696867" y="974954"/>
                  <a:pt x="727455" y="986692"/>
                </a:cubicBezTo>
                <a:cubicBezTo>
                  <a:pt x="751860" y="996057"/>
                  <a:pt x="740786" y="1047750"/>
                  <a:pt x="714375" y="1047750"/>
                </a:cubicBezTo>
                <a:cubicBezTo>
                  <a:pt x="711231" y="1047750"/>
                  <a:pt x="703516" y="1042606"/>
                  <a:pt x="697230" y="1036320"/>
                </a:cubicBezTo>
                <a:close/>
                <a:moveTo>
                  <a:pt x="1695450" y="1043059"/>
                </a:moveTo>
                <a:cubicBezTo>
                  <a:pt x="1695450" y="1029640"/>
                  <a:pt x="1715779" y="1000125"/>
                  <a:pt x="1725022" y="1000125"/>
                </a:cubicBezTo>
                <a:cubicBezTo>
                  <a:pt x="1741762" y="1000125"/>
                  <a:pt x="1729807" y="1042598"/>
                  <a:pt x="1712118" y="1045969"/>
                </a:cubicBezTo>
                <a:cubicBezTo>
                  <a:pt x="1702950" y="1047717"/>
                  <a:pt x="1695450" y="1046407"/>
                  <a:pt x="1695450" y="1043059"/>
                </a:cubicBezTo>
                <a:close/>
                <a:moveTo>
                  <a:pt x="2111776" y="1022751"/>
                </a:moveTo>
                <a:cubicBezTo>
                  <a:pt x="2089154" y="1000129"/>
                  <a:pt x="2124490" y="954146"/>
                  <a:pt x="2151615" y="970910"/>
                </a:cubicBezTo>
                <a:cubicBezTo>
                  <a:pt x="2170565" y="982622"/>
                  <a:pt x="2160575" y="1023484"/>
                  <a:pt x="2137970" y="1026720"/>
                </a:cubicBezTo>
                <a:cubicBezTo>
                  <a:pt x="2127277" y="1028251"/>
                  <a:pt x="2115490" y="1026465"/>
                  <a:pt x="2111776" y="1022751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2409925" y="995483"/>
                </a:moveTo>
                <a:cubicBezTo>
                  <a:pt x="2385290" y="965800"/>
                  <a:pt x="2427084" y="927577"/>
                  <a:pt x="2454355" y="954848"/>
                </a:cubicBezTo>
                <a:cubicBezTo>
                  <a:pt x="2465797" y="966290"/>
                  <a:pt x="2466571" y="973556"/>
                  <a:pt x="2458044" y="989488"/>
                </a:cubicBezTo>
                <a:cubicBezTo>
                  <a:pt x="2445418" y="1013081"/>
                  <a:pt x="2426487" y="1015439"/>
                  <a:pt x="2409925" y="995483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829588" y="953972"/>
                </a:moveTo>
                <a:cubicBezTo>
                  <a:pt x="1822817" y="941320"/>
                  <a:pt x="1824209" y="930644"/>
                  <a:pt x="1834555" y="915872"/>
                </a:cubicBezTo>
                <a:cubicBezTo>
                  <a:pt x="1852391" y="890407"/>
                  <a:pt x="1872663" y="889574"/>
                  <a:pt x="1885614" y="913773"/>
                </a:cubicBezTo>
                <a:cubicBezTo>
                  <a:pt x="1898366" y="937601"/>
                  <a:pt x="1898214" y="938874"/>
                  <a:pt x="1880507" y="956582"/>
                </a:cubicBezTo>
                <a:cubicBezTo>
                  <a:pt x="1860593" y="976495"/>
                  <a:pt x="1841107" y="975497"/>
                  <a:pt x="1829588" y="953972"/>
                </a:cubicBezTo>
                <a:close/>
                <a:moveTo>
                  <a:pt x="2238477" y="890711"/>
                </a:moveTo>
                <a:cubicBezTo>
                  <a:pt x="2224427" y="873782"/>
                  <a:pt x="2232710" y="832886"/>
                  <a:pt x="2251661" y="825614"/>
                </a:cubicBezTo>
                <a:cubicBezTo>
                  <a:pt x="2273296" y="817312"/>
                  <a:pt x="2303958" y="829279"/>
                  <a:pt x="2310024" y="848393"/>
                </a:cubicBezTo>
                <a:cubicBezTo>
                  <a:pt x="2323727" y="891568"/>
                  <a:pt x="2267023" y="925106"/>
                  <a:pt x="2238477" y="890711"/>
                </a:cubicBezTo>
                <a:close/>
                <a:moveTo>
                  <a:pt x="1298844" y="881062"/>
                </a:moveTo>
                <a:cubicBezTo>
                  <a:pt x="1291377" y="861603"/>
                  <a:pt x="1302368" y="835760"/>
                  <a:pt x="1316155" y="840356"/>
                </a:cubicBezTo>
                <a:cubicBezTo>
                  <a:pt x="1338159" y="847690"/>
                  <a:pt x="1348964" y="876092"/>
                  <a:pt x="1333500" y="885950"/>
                </a:cubicBezTo>
                <a:cubicBezTo>
                  <a:pt x="1313464" y="898722"/>
                  <a:pt x="1305172" y="897552"/>
                  <a:pt x="1298844" y="881062"/>
                </a:cubicBezTo>
                <a:close/>
                <a:moveTo>
                  <a:pt x="723900" y="867337"/>
                </a:moveTo>
                <a:cubicBezTo>
                  <a:pt x="723900" y="843322"/>
                  <a:pt x="740231" y="833611"/>
                  <a:pt x="757088" y="847601"/>
                </a:cubicBezTo>
                <a:cubicBezTo>
                  <a:pt x="774431" y="861994"/>
                  <a:pt x="764981" y="885825"/>
                  <a:pt x="741930" y="885825"/>
                </a:cubicBezTo>
                <a:cubicBezTo>
                  <a:pt x="730432" y="885825"/>
                  <a:pt x="723900" y="879126"/>
                  <a:pt x="723900" y="867337"/>
                </a:cubicBezTo>
                <a:close/>
                <a:moveTo>
                  <a:pt x="2051292" y="871466"/>
                </a:moveTo>
                <a:cubicBezTo>
                  <a:pt x="2047980" y="862835"/>
                  <a:pt x="2051524" y="849518"/>
                  <a:pt x="2059168" y="841873"/>
                </a:cubicBezTo>
                <a:cubicBezTo>
                  <a:pt x="2078227" y="822815"/>
                  <a:pt x="2106813" y="835145"/>
                  <a:pt x="2103147" y="860843"/>
                </a:cubicBezTo>
                <a:cubicBezTo>
                  <a:pt x="2099534" y="886162"/>
                  <a:pt x="2060036" y="894254"/>
                  <a:pt x="2051292" y="871466"/>
                </a:cubicBezTo>
                <a:close/>
                <a:moveTo>
                  <a:pt x="1137189" y="853191"/>
                </a:moveTo>
                <a:cubicBezTo>
                  <a:pt x="1128523" y="830608"/>
                  <a:pt x="1140785" y="807801"/>
                  <a:pt x="1159639" y="811432"/>
                </a:cubicBezTo>
                <a:cubicBezTo>
                  <a:pt x="1170184" y="813463"/>
                  <a:pt x="1176337" y="823327"/>
                  <a:pt x="1176337" y="838200"/>
                </a:cubicBezTo>
                <a:cubicBezTo>
                  <a:pt x="1176337" y="865352"/>
                  <a:pt x="1146273" y="876864"/>
                  <a:pt x="1137189" y="853191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2470406" y="814352"/>
                </a:moveTo>
                <a:cubicBezTo>
                  <a:pt x="2462305" y="793243"/>
                  <a:pt x="2491367" y="763532"/>
                  <a:pt x="2505900" y="778065"/>
                </a:cubicBezTo>
                <a:cubicBezTo>
                  <a:pt x="2520722" y="792887"/>
                  <a:pt x="2512762" y="823088"/>
                  <a:pt x="2493030" y="826888"/>
                </a:cubicBezTo>
                <a:cubicBezTo>
                  <a:pt x="2483907" y="828645"/>
                  <a:pt x="2473726" y="823004"/>
                  <a:pt x="2470406" y="814352"/>
                </a:cubicBezTo>
                <a:close/>
                <a:moveTo>
                  <a:pt x="1928334" y="780275"/>
                </a:moveTo>
                <a:cubicBezTo>
                  <a:pt x="1921116" y="768597"/>
                  <a:pt x="1969159" y="714375"/>
                  <a:pt x="1986725" y="714375"/>
                </a:cubicBezTo>
                <a:cubicBezTo>
                  <a:pt x="2006117" y="714375"/>
                  <a:pt x="2011012" y="744405"/>
                  <a:pt x="1995483" y="768104"/>
                </a:cubicBezTo>
                <a:cubicBezTo>
                  <a:pt x="1980119" y="791553"/>
                  <a:pt x="1939818" y="798858"/>
                  <a:pt x="1928334" y="780275"/>
                </a:cubicBezTo>
                <a:close/>
                <a:moveTo>
                  <a:pt x="634836" y="767038"/>
                </a:moveTo>
                <a:cubicBezTo>
                  <a:pt x="631879" y="759331"/>
                  <a:pt x="636319" y="746166"/>
                  <a:pt x="644702" y="737782"/>
                </a:cubicBezTo>
                <a:cubicBezTo>
                  <a:pt x="663669" y="718816"/>
                  <a:pt x="690299" y="739191"/>
                  <a:pt x="680368" y="765071"/>
                </a:cubicBezTo>
                <a:cubicBezTo>
                  <a:pt x="672805" y="784779"/>
                  <a:pt x="642152" y="786103"/>
                  <a:pt x="634836" y="767038"/>
                </a:cubicBezTo>
                <a:close/>
                <a:moveTo>
                  <a:pt x="780815" y="756955"/>
                </a:moveTo>
                <a:cubicBezTo>
                  <a:pt x="764804" y="737663"/>
                  <a:pt x="783146" y="695325"/>
                  <a:pt x="807515" y="695325"/>
                </a:cubicBezTo>
                <a:cubicBezTo>
                  <a:pt x="844267" y="695325"/>
                  <a:pt x="858780" y="730533"/>
                  <a:pt x="832757" y="756557"/>
                </a:cubicBezTo>
                <a:cubicBezTo>
                  <a:pt x="813855" y="775459"/>
                  <a:pt x="796284" y="775593"/>
                  <a:pt x="780815" y="756955"/>
                </a:cubicBezTo>
                <a:close/>
                <a:moveTo>
                  <a:pt x="1023827" y="758334"/>
                </a:moveTo>
                <a:cubicBezTo>
                  <a:pt x="1004436" y="744156"/>
                  <a:pt x="1007962" y="715715"/>
                  <a:pt x="1030902" y="701269"/>
                </a:cubicBezTo>
                <a:cubicBezTo>
                  <a:pt x="1053223" y="687213"/>
                  <a:pt x="1080820" y="713781"/>
                  <a:pt x="1072178" y="741007"/>
                </a:cubicBezTo>
                <a:cubicBezTo>
                  <a:pt x="1064231" y="766048"/>
                  <a:pt x="1044195" y="773228"/>
                  <a:pt x="1023827" y="758334"/>
                </a:cubicBezTo>
                <a:close/>
                <a:moveTo>
                  <a:pt x="2174081" y="745776"/>
                </a:moveTo>
                <a:cubicBezTo>
                  <a:pt x="2158348" y="739943"/>
                  <a:pt x="2158924" y="719405"/>
                  <a:pt x="2175198" y="705898"/>
                </a:cubicBezTo>
                <a:cubicBezTo>
                  <a:pt x="2195140" y="689348"/>
                  <a:pt x="2218416" y="719692"/>
                  <a:pt x="2199456" y="737523"/>
                </a:cubicBezTo>
                <a:cubicBezTo>
                  <a:pt x="2192048" y="744490"/>
                  <a:pt x="2180629" y="748204"/>
                  <a:pt x="2174081" y="745776"/>
                </a:cubicBezTo>
                <a:close/>
                <a:moveTo>
                  <a:pt x="539375" y="721411"/>
                </a:moveTo>
                <a:cubicBezTo>
                  <a:pt x="528463" y="680700"/>
                  <a:pt x="531719" y="663022"/>
                  <a:pt x="547687" y="676275"/>
                </a:cubicBezTo>
                <a:cubicBezTo>
                  <a:pt x="563262" y="689201"/>
                  <a:pt x="567075" y="729148"/>
                  <a:pt x="553532" y="737518"/>
                </a:cubicBezTo>
                <a:cubicBezTo>
                  <a:pt x="548889" y="740387"/>
                  <a:pt x="542518" y="733139"/>
                  <a:pt x="539375" y="721411"/>
                </a:cubicBezTo>
                <a:close/>
                <a:moveTo>
                  <a:pt x="2349500" y="717550"/>
                </a:moveTo>
                <a:cubicBezTo>
                  <a:pt x="2327278" y="695328"/>
                  <a:pt x="2358502" y="642219"/>
                  <a:pt x="2388239" y="651657"/>
                </a:cubicBezTo>
                <a:cubicBezTo>
                  <a:pt x="2413345" y="659626"/>
                  <a:pt x="2422112" y="681890"/>
                  <a:pt x="2409455" y="705540"/>
                </a:cubicBezTo>
                <a:cubicBezTo>
                  <a:pt x="2400001" y="723204"/>
                  <a:pt x="2362639" y="730689"/>
                  <a:pt x="2349500" y="717550"/>
                </a:cubicBezTo>
                <a:close/>
                <a:moveTo>
                  <a:pt x="2602230" y="693420"/>
                </a:moveTo>
                <a:cubicBezTo>
                  <a:pt x="2576433" y="667623"/>
                  <a:pt x="2596603" y="628650"/>
                  <a:pt x="2635748" y="628650"/>
                </a:cubicBezTo>
                <a:cubicBezTo>
                  <a:pt x="2657926" y="628650"/>
                  <a:pt x="2659112" y="639638"/>
                  <a:pt x="2642690" y="692943"/>
                </a:cubicBezTo>
                <a:cubicBezTo>
                  <a:pt x="2638038" y="708044"/>
                  <a:pt x="2617101" y="708291"/>
                  <a:pt x="2602230" y="693420"/>
                </a:cubicBezTo>
                <a:close/>
                <a:moveTo>
                  <a:pt x="892011" y="633688"/>
                </a:moveTo>
                <a:cubicBezTo>
                  <a:pt x="889054" y="625981"/>
                  <a:pt x="893494" y="612816"/>
                  <a:pt x="901877" y="604432"/>
                </a:cubicBezTo>
                <a:cubicBezTo>
                  <a:pt x="920596" y="585714"/>
                  <a:pt x="949560" y="607275"/>
                  <a:pt x="939813" y="632673"/>
                </a:cubicBezTo>
                <a:cubicBezTo>
                  <a:pt x="932542" y="651623"/>
                  <a:pt x="899165" y="652332"/>
                  <a:pt x="892011" y="633688"/>
                </a:cubicBezTo>
                <a:close/>
                <a:moveTo>
                  <a:pt x="689244" y="604837"/>
                </a:moveTo>
                <a:cubicBezTo>
                  <a:pt x="680885" y="583053"/>
                  <a:pt x="692595" y="561975"/>
                  <a:pt x="713056" y="561975"/>
                </a:cubicBezTo>
                <a:cubicBezTo>
                  <a:pt x="723138" y="561975"/>
                  <a:pt x="733854" y="568404"/>
                  <a:pt x="736869" y="576262"/>
                </a:cubicBezTo>
                <a:cubicBezTo>
                  <a:pt x="745228" y="598046"/>
                  <a:pt x="733518" y="619125"/>
                  <a:pt x="713056" y="619125"/>
                </a:cubicBezTo>
                <a:cubicBezTo>
                  <a:pt x="702975" y="619125"/>
                  <a:pt x="692259" y="612695"/>
                  <a:pt x="689244" y="604837"/>
                </a:cubicBezTo>
                <a:close/>
                <a:moveTo>
                  <a:pt x="2211705" y="588645"/>
                </a:moveTo>
                <a:cubicBezTo>
                  <a:pt x="2194246" y="571186"/>
                  <a:pt x="2197630" y="564760"/>
                  <a:pt x="2230271" y="553381"/>
                </a:cubicBezTo>
                <a:cubicBezTo>
                  <a:pt x="2280558" y="535851"/>
                  <a:pt x="2295208" y="551593"/>
                  <a:pt x="2259056" y="584311"/>
                </a:cubicBezTo>
                <a:cubicBezTo>
                  <a:pt x="2238364" y="603036"/>
                  <a:pt x="2227125" y="604065"/>
                  <a:pt x="2211705" y="588645"/>
                </a:cubicBezTo>
                <a:close/>
                <a:moveTo>
                  <a:pt x="556319" y="541480"/>
                </a:moveTo>
                <a:cubicBezTo>
                  <a:pt x="548237" y="528402"/>
                  <a:pt x="577553" y="504825"/>
                  <a:pt x="601895" y="504825"/>
                </a:cubicBezTo>
                <a:cubicBezTo>
                  <a:pt x="621551" y="504825"/>
                  <a:pt x="624636" y="524078"/>
                  <a:pt x="607695" y="541020"/>
                </a:cubicBezTo>
                <a:cubicBezTo>
                  <a:pt x="593185" y="555529"/>
                  <a:pt x="565157" y="555780"/>
                  <a:pt x="556319" y="541480"/>
                </a:cubicBezTo>
                <a:close/>
                <a:moveTo>
                  <a:pt x="2444749" y="546100"/>
                </a:moveTo>
                <a:cubicBezTo>
                  <a:pt x="2426811" y="528161"/>
                  <a:pt x="2439377" y="504825"/>
                  <a:pt x="2466975" y="504825"/>
                </a:cubicBezTo>
                <a:cubicBezTo>
                  <a:pt x="2496053" y="504825"/>
                  <a:pt x="2500064" y="510553"/>
                  <a:pt x="2489768" y="537383"/>
                </a:cubicBezTo>
                <a:cubicBezTo>
                  <a:pt x="2483942" y="552565"/>
                  <a:pt x="2456524" y="557874"/>
                  <a:pt x="2444749" y="546100"/>
                </a:cubicBezTo>
                <a:close/>
              </a:path>
            </a:pathLst>
          </a:custGeom>
          <a:solidFill>
            <a:srgbClr val="F9C9DF">
              <a:alpha val="75000"/>
            </a:srgbClr>
          </a:solid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tring"/>
          <p:cNvSpPr/>
          <p:nvPr/>
        </p:nvSpPr>
        <p:spPr>
          <a:xfrm rot="0">
            <a:off x="4476750" y="8524875"/>
            <a:ext cx="1333500" cy="5286375"/>
          </a:xfrm>
          <a:custGeom>
            <a:avLst/>
            <a:gdLst/>
            <a:ahLst/>
            <a:cxnLst/>
            <a:rect l="0" t="0" r="r" b="b"/>
            <a:pathLst>
              <a:path w="1333500" h="5286375">
                <a:moveTo>
                  <a:pt x="847779" y="5188743"/>
                </a:moveTo>
                <a:cubicBezTo>
                  <a:pt x="847810" y="5182195"/>
                  <a:pt x="856645" y="4992528"/>
                  <a:pt x="867413" y="4767262"/>
                </a:cubicBezTo>
                <a:cubicBezTo>
                  <a:pt x="909101" y="3895185"/>
                  <a:pt x="877474" y="2725520"/>
                  <a:pt x="795557" y="2109787"/>
                </a:cubicBezTo>
                <a:cubicBezTo>
                  <a:pt x="787890" y="2052161"/>
                  <a:pt x="777079" y="1957863"/>
                  <a:pt x="771532" y="1900237"/>
                </a:cubicBezTo>
                <a:cubicBezTo>
                  <a:pt x="754043" y="1718549"/>
                  <a:pt x="705918" y="1373704"/>
                  <a:pt x="671838" y="1185862"/>
                </a:cubicBezTo>
                <a:cubicBezTo>
                  <a:pt x="653780" y="1086326"/>
                  <a:pt x="619265" y="893445"/>
                  <a:pt x="595140" y="757237"/>
                </a:cubicBezTo>
                <a:cubicBezTo>
                  <a:pt x="571015" y="621029"/>
                  <a:pt x="541227" y="466725"/>
                  <a:pt x="528944" y="414337"/>
                </a:cubicBezTo>
                <a:cubicBezTo>
                  <a:pt x="516661" y="361950"/>
                  <a:pt x="499662" y="280511"/>
                  <a:pt x="491168" y="233362"/>
                </a:cubicBezTo>
                <a:cubicBezTo>
                  <a:pt x="482674" y="186213"/>
                  <a:pt x="473358" y="135850"/>
                  <a:pt x="470467" y="121443"/>
                </a:cubicBezTo>
                <a:cubicBezTo>
                  <a:pt x="466134" y="99847"/>
                  <a:pt x="468555" y="95250"/>
                  <a:pt x="484261" y="95250"/>
                </a:cubicBezTo>
                <a:cubicBezTo>
                  <a:pt x="504955" y="95250"/>
                  <a:pt x="503836" y="91805"/>
                  <a:pt x="529160" y="233362"/>
                </a:cubicBezTo>
                <a:cubicBezTo>
                  <a:pt x="537595" y="280511"/>
                  <a:pt x="554759" y="362983"/>
                  <a:pt x="567303" y="416634"/>
                </a:cubicBezTo>
                <a:cubicBezTo>
                  <a:pt x="579847" y="470285"/>
                  <a:pt x="609684" y="624590"/>
                  <a:pt x="633607" y="759534"/>
                </a:cubicBezTo>
                <a:cubicBezTo>
                  <a:pt x="657531" y="894478"/>
                  <a:pt x="691890" y="1086326"/>
                  <a:pt x="709962" y="1185862"/>
                </a:cubicBezTo>
                <a:cubicBezTo>
                  <a:pt x="743795" y="1372209"/>
                  <a:pt x="791586" y="1715517"/>
                  <a:pt x="809409" y="1900237"/>
                </a:cubicBezTo>
                <a:cubicBezTo>
                  <a:pt x="814969" y="1957863"/>
                  <a:pt x="825791" y="2052161"/>
                  <a:pt x="833457" y="2109787"/>
                </a:cubicBezTo>
                <a:cubicBezTo>
                  <a:pt x="915355" y="2725369"/>
                  <a:pt x="946939" y="3888646"/>
                  <a:pt x="905481" y="4762482"/>
                </a:cubicBezTo>
                <a:cubicBezTo>
                  <a:pt x="894670" y="4990358"/>
                  <a:pt x="885825" y="5182167"/>
                  <a:pt x="885825" y="5188726"/>
                </a:cubicBezTo>
                <a:cubicBezTo>
                  <a:pt x="885825" y="5195284"/>
                  <a:pt x="877252" y="5200650"/>
                  <a:pt x="866775" y="5200650"/>
                </a:cubicBezTo>
                <a:cubicBezTo>
                  <a:pt x="856297" y="5200650"/>
                  <a:pt x="847749" y="5195292"/>
                  <a:pt x="847779" y="5188743"/>
                </a:cubicBezTo>
                <a:close/>
              </a:path>
            </a:pathLst>
          </a:custGeom>
          <a:solidFill>
            <a:srgbClr val="786C64"/>
          </a:solidFill>
          <a:ln>
            <a:noFill/>
          </a:ln>
        </p:spPr>
      </p:sp>
      <p:sp>
        <p:nvSpPr>
          <p:cNvPr id="4" name="string"/>
          <p:cNvSpPr/>
          <p:nvPr/>
        </p:nvSpPr>
        <p:spPr>
          <a:xfrm rot="0">
            <a:off x="5334000" y="10477500"/>
            <a:ext cx="3143250" cy="3333750"/>
          </a:xfrm>
          <a:custGeom>
            <a:avLst/>
            <a:gdLst/>
            <a:ahLst/>
            <a:cxnLst/>
            <a:rect l="0" t="0" r="r" b="b"/>
            <a:pathLst>
              <a:path w="3143250" h="3333750">
                <a:moveTo>
                  <a:pt x="388256" y="3239714"/>
                </a:moveTo>
                <a:cubicBezTo>
                  <a:pt x="367627" y="3232055"/>
                  <a:pt x="545040" y="2917906"/>
                  <a:pt x="715486" y="2660279"/>
                </a:cubicBezTo>
                <a:cubicBezTo>
                  <a:pt x="775121" y="2570143"/>
                  <a:pt x="857165" y="2445842"/>
                  <a:pt x="897808" y="2384054"/>
                </a:cubicBezTo>
                <a:cubicBezTo>
                  <a:pt x="938450" y="2322266"/>
                  <a:pt x="998458" y="2234291"/>
                  <a:pt x="1031158" y="2188554"/>
                </a:cubicBezTo>
                <a:cubicBezTo>
                  <a:pt x="1063858" y="2142818"/>
                  <a:pt x="1131331" y="2046547"/>
                  <a:pt x="1181100" y="1974620"/>
                </a:cubicBezTo>
                <a:cubicBezTo>
                  <a:pt x="1230868" y="1902692"/>
                  <a:pt x="1314450" y="1789417"/>
                  <a:pt x="1366837" y="1722896"/>
                </a:cubicBezTo>
                <a:cubicBezTo>
                  <a:pt x="1419225" y="1656376"/>
                  <a:pt x="1515027" y="1532953"/>
                  <a:pt x="1579731" y="1448624"/>
                </a:cubicBezTo>
                <a:cubicBezTo>
                  <a:pt x="1758047" y="1216223"/>
                  <a:pt x="2045504" y="868615"/>
                  <a:pt x="2210111" y="686334"/>
                </a:cubicBezTo>
                <a:cubicBezTo>
                  <a:pt x="2260050" y="631033"/>
                  <a:pt x="2353744" y="524431"/>
                  <a:pt x="2418321" y="449441"/>
                </a:cubicBezTo>
                <a:cubicBezTo>
                  <a:pt x="2610391" y="226397"/>
                  <a:pt x="2752608" y="83296"/>
                  <a:pt x="2768827" y="96756"/>
                </a:cubicBezTo>
                <a:cubicBezTo>
                  <a:pt x="2780136" y="106142"/>
                  <a:pt x="2766389" y="124349"/>
                  <a:pt x="2687814" y="204048"/>
                </a:cubicBezTo>
                <a:cubicBezTo>
                  <a:pt x="2635766" y="256842"/>
                  <a:pt x="2572665" y="325755"/>
                  <a:pt x="2547590" y="357187"/>
                </a:cubicBezTo>
                <a:cubicBezTo>
                  <a:pt x="2461294" y="465362"/>
                  <a:pt x="2314984" y="633431"/>
                  <a:pt x="2297819" y="644103"/>
                </a:cubicBezTo>
                <a:cubicBezTo>
                  <a:pt x="2288362" y="649984"/>
                  <a:pt x="2255109" y="686417"/>
                  <a:pt x="2223925" y="725066"/>
                </a:cubicBezTo>
                <a:cubicBezTo>
                  <a:pt x="2192740" y="763715"/>
                  <a:pt x="2130354" y="838200"/>
                  <a:pt x="2085288" y="890587"/>
                </a:cubicBezTo>
                <a:cubicBezTo>
                  <a:pt x="1945655" y="1052903"/>
                  <a:pt x="1646823" y="1424147"/>
                  <a:pt x="1506417" y="1609725"/>
                </a:cubicBezTo>
                <a:cubicBezTo>
                  <a:pt x="1452908" y="1680448"/>
                  <a:pt x="1380098" y="1775629"/>
                  <a:pt x="1344615" y="1821239"/>
                </a:cubicBezTo>
                <a:cubicBezTo>
                  <a:pt x="1309132" y="1866849"/>
                  <a:pt x="1241752" y="1960232"/>
                  <a:pt x="1194881" y="2028756"/>
                </a:cubicBezTo>
                <a:cubicBezTo>
                  <a:pt x="1148011" y="2097279"/>
                  <a:pt x="1078386" y="2196346"/>
                  <a:pt x="1040161" y="2248905"/>
                </a:cubicBezTo>
                <a:cubicBezTo>
                  <a:pt x="1001935" y="2301463"/>
                  <a:pt x="912433" y="2435252"/>
                  <a:pt x="841268" y="2546213"/>
                </a:cubicBezTo>
                <a:cubicBezTo>
                  <a:pt x="770104" y="2657175"/>
                  <a:pt x="691442" y="2776232"/>
                  <a:pt x="666466" y="2810784"/>
                </a:cubicBezTo>
                <a:cubicBezTo>
                  <a:pt x="641489" y="2845335"/>
                  <a:pt x="574955" y="2954635"/>
                  <a:pt x="518613" y="3053671"/>
                </a:cubicBezTo>
                <a:cubicBezTo>
                  <a:pt x="401174" y="3260099"/>
                  <a:pt x="409841" y="3247729"/>
                  <a:pt x="388256" y="3239714"/>
                </a:cubicBezTo>
                <a:close/>
              </a:path>
            </a:pathLst>
          </a:custGeom>
          <a:solidFill>
            <a:srgbClr val="786C64"/>
          </a:solidFill>
          <a:ln>
            <a:noFill/>
          </a:ln>
        </p:spPr>
      </p:sp>
      <p:pic>
        <p:nvPicPr>
          <p:cNvPr id="5" name="round paper" descr="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667000"/>
            <a:ext cx="6477000" cy="6477000"/>
          </a:xfrm>
          <a:prstGeom prst="rect">
            <a:avLst/>
          </a:prstGeom>
        </p:spPr>
      </p:pic>
      <p:sp>
        <p:nvSpPr>
          <p:cNvPr id="6" name="PHOTO: Your product, close up"/>
          <p:cNvSpPr/>
          <p:nvPr/>
        </p:nvSpPr>
        <p:spPr>
          <a:xfrm rot="0">
            <a:off x="2286000" y="3238500"/>
            <a:ext cx="5334000" cy="5334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7" name="gift" descr="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6276975" y="7600950"/>
            <a:ext cx="3638550" cy="3467100"/>
          </a:xfrm>
          <a:prstGeom prst="rect">
            <a:avLst/>
          </a:prstGeom>
        </p:spPr>
      </p:pic>
      <p:sp>
        <p:nvSpPr>
          <p:cNvPr id="8" name="gift pattern"/>
          <p:cNvSpPr/>
          <p:nvPr/>
        </p:nvSpPr>
        <p:spPr>
          <a:xfrm rot="-480000">
            <a:off x="6276975" y="7600950"/>
            <a:ext cx="3638550" cy="3467100"/>
          </a:xfrm>
          <a:custGeom>
            <a:avLst/>
            <a:gdLst/>
            <a:ahLst/>
            <a:cxnLst/>
            <a:rect l="0" t="0" r="r" b="b"/>
            <a:pathLst>
              <a:path w="3638550" h="3467100">
                <a:moveTo>
                  <a:pt x="1526506" y="2902151"/>
                </a:moveTo>
                <a:cubicBezTo>
                  <a:pt x="1491231" y="2878309"/>
                  <a:pt x="1489807" y="2874002"/>
                  <a:pt x="1510392" y="2853417"/>
                </a:cubicBezTo>
                <a:cubicBezTo>
                  <a:pt x="1529527" y="2834282"/>
                  <a:pt x="1536183" y="2834599"/>
                  <a:pt x="1562480" y="2855892"/>
                </a:cubicBezTo>
                <a:cubicBezTo>
                  <a:pt x="1579155" y="2869395"/>
                  <a:pt x="1582580" y="2879078"/>
                  <a:pt x="1577641" y="2898755"/>
                </a:cubicBezTo>
                <a:cubicBezTo>
                  <a:pt x="1570054" y="2928986"/>
                  <a:pt x="1566552" y="2929219"/>
                  <a:pt x="1526506" y="2902151"/>
                </a:cubicBezTo>
                <a:close/>
                <a:moveTo>
                  <a:pt x="1843450" y="2809287"/>
                </a:moveTo>
                <a:cubicBezTo>
                  <a:pt x="1853348" y="2793273"/>
                  <a:pt x="1897440" y="2779455"/>
                  <a:pt x="1907272" y="2789287"/>
                </a:cubicBezTo>
                <a:cubicBezTo>
                  <a:pt x="1912516" y="2794531"/>
                  <a:pt x="1903775" y="2802233"/>
                  <a:pt x="1885250" y="2808691"/>
                </a:cubicBezTo>
                <a:cubicBezTo>
                  <a:pt x="1846857" y="2822075"/>
                  <a:pt x="1835446" y="2822238"/>
                  <a:pt x="1843450" y="2809287"/>
                </a:cubicBezTo>
                <a:close/>
                <a:moveTo>
                  <a:pt x="1330213" y="2763881"/>
                </a:moveTo>
                <a:cubicBezTo>
                  <a:pt x="1300744" y="2731317"/>
                  <a:pt x="1325058" y="2667000"/>
                  <a:pt x="1366837" y="2667000"/>
                </a:cubicBezTo>
                <a:cubicBezTo>
                  <a:pt x="1383244" y="2667000"/>
                  <a:pt x="1419225" y="2700139"/>
                  <a:pt x="1419225" y="2715251"/>
                </a:cubicBezTo>
                <a:cubicBezTo>
                  <a:pt x="1419225" y="2766925"/>
                  <a:pt x="1361506" y="2798459"/>
                  <a:pt x="1330213" y="2763881"/>
                </a:cubicBezTo>
                <a:close/>
                <a:moveTo>
                  <a:pt x="1675737" y="2756689"/>
                </a:moveTo>
                <a:cubicBezTo>
                  <a:pt x="1659997" y="2737723"/>
                  <a:pt x="1675099" y="2709862"/>
                  <a:pt x="1701120" y="2709862"/>
                </a:cubicBezTo>
                <a:cubicBezTo>
                  <a:pt x="1722477" y="2709862"/>
                  <a:pt x="1730229" y="2738534"/>
                  <a:pt x="1714120" y="2757945"/>
                </a:cubicBezTo>
                <a:cubicBezTo>
                  <a:pt x="1699430" y="2775644"/>
                  <a:pt x="1691247" y="2775377"/>
                  <a:pt x="1675737" y="2756689"/>
                </a:cubicBezTo>
                <a:close/>
                <a:moveTo>
                  <a:pt x="2011680" y="2674620"/>
                </a:moveTo>
                <a:cubicBezTo>
                  <a:pt x="1993568" y="2656508"/>
                  <a:pt x="1997792" y="2611835"/>
                  <a:pt x="2018673" y="2600660"/>
                </a:cubicBezTo>
                <a:cubicBezTo>
                  <a:pt x="2059996" y="2578545"/>
                  <a:pt x="2085975" y="2593160"/>
                  <a:pt x="2085975" y="2638523"/>
                </a:cubicBezTo>
                <a:cubicBezTo>
                  <a:pt x="2085975" y="2675934"/>
                  <a:pt x="2036857" y="2699797"/>
                  <a:pt x="2011680" y="2674620"/>
                </a:cubicBezTo>
                <a:close/>
                <a:moveTo>
                  <a:pt x="1163390" y="2644803"/>
                </a:moveTo>
                <a:cubicBezTo>
                  <a:pt x="1150581" y="2629369"/>
                  <a:pt x="1157416" y="2604141"/>
                  <a:pt x="1176377" y="2596865"/>
                </a:cubicBezTo>
                <a:cubicBezTo>
                  <a:pt x="1193108" y="2590444"/>
                  <a:pt x="1212159" y="2613727"/>
                  <a:pt x="1207970" y="2635476"/>
                </a:cubicBezTo>
                <a:cubicBezTo>
                  <a:pt x="1203813" y="2657063"/>
                  <a:pt x="1178040" y="2662455"/>
                  <a:pt x="1163390" y="2644803"/>
                </a:cubicBezTo>
                <a:close/>
                <a:moveTo>
                  <a:pt x="1543485" y="2605611"/>
                </a:moveTo>
                <a:cubicBezTo>
                  <a:pt x="1516393" y="2572968"/>
                  <a:pt x="1553758" y="2517784"/>
                  <a:pt x="1588293" y="2539433"/>
                </a:cubicBezTo>
                <a:cubicBezTo>
                  <a:pt x="1622282" y="2560740"/>
                  <a:pt x="1610056" y="2619375"/>
                  <a:pt x="1571625" y="2619375"/>
                </a:cubicBezTo>
                <a:cubicBezTo>
                  <a:pt x="1562430" y="2619375"/>
                  <a:pt x="1549767" y="2613181"/>
                  <a:pt x="1543485" y="2605611"/>
                </a:cubicBezTo>
                <a:close/>
                <a:moveTo>
                  <a:pt x="2405062" y="2609850"/>
                </a:moveTo>
                <a:cubicBezTo>
                  <a:pt x="2408300" y="2604611"/>
                  <a:pt x="2418197" y="2600390"/>
                  <a:pt x="2427055" y="2600470"/>
                </a:cubicBezTo>
                <a:cubicBezTo>
                  <a:pt x="2440936" y="2600596"/>
                  <a:pt x="2441187" y="2601892"/>
                  <a:pt x="2428875" y="2609850"/>
                </a:cubicBezTo>
                <a:cubicBezTo>
                  <a:pt x="2410221" y="2621904"/>
                  <a:pt x="2397612" y="2621904"/>
                  <a:pt x="2405062" y="2609850"/>
                </a:cubicBezTo>
                <a:close/>
                <a:moveTo>
                  <a:pt x="1768363" y="2592431"/>
                </a:moveTo>
                <a:cubicBezTo>
                  <a:pt x="1747414" y="2569283"/>
                  <a:pt x="1748472" y="2547302"/>
                  <a:pt x="1771650" y="2524125"/>
                </a:cubicBezTo>
                <a:cubicBezTo>
                  <a:pt x="1804112" y="2491662"/>
                  <a:pt x="1847850" y="2510341"/>
                  <a:pt x="1847850" y="2556666"/>
                </a:cubicBezTo>
                <a:cubicBezTo>
                  <a:pt x="1847850" y="2601263"/>
                  <a:pt x="1797044" y="2624122"/>
                  <a:pt x="1768363" y="2592431"/>
                </a:cubicBezTo>
                <a:close/>
                <a:moveTo>
                  <a:pt x="1321593" y="2504312"/>
                </a:moveTo>
                <a:cubicBezTo>
                  <a:pt x="1285675" y="2483391"/>
                  <a:pt x="1306602" y="2419350"/>
                  <a:pt x="1349357" y="2419350"/>
                </a:cubicBezTo>
                <a:cubicBezTo>
                  <a:pt x="1388329" y="2419350"/>
                  <a:pt x="1401766" y="2465383"/>
                  <a:pt x="1371600" y="2495550"/>
                </a:cubicBezTo>
                <a:cubicBezTo>
                  <a:pt x="1350072" y="2517077"/>
                  <a:pt x="1345028" y="2517961"/>
                  <a:pt x="1321593" y="2504312"/>
                </a:cubicBezTo>
                <a:close/>
                <a:moveTo>
                  <a:pt x="2211705" y="2503170"/>
                </a:moveTo>
                <a:cubicBezTo>
                  <a:pt x="2194357" y="2485822"/>
                  <a:pt x="2198031" y="2443382"/>
                  <a:pt x="2218482" y="2424874"/>
                </a:cubicBezTo>
                <a:cubicBezTo>
                  <a:pt x="2265552" y="2382277"/>
                  <a:pt x="2327065" y="2436719"/>
                  <a:pt x="2292122" y="2490049"/>
                </a:cubicBezTo>
                <a:cubicBezTo>
                  <a:pt x="2274653" y="2516709"/>
                  <a:pt x="2232175" y="2523640"/>
                  <a:pt x="2211705" y="2503170"/>
                </a:cubicBezTo>
                <a:close/>
                <a:moveTo>
                  <a:pt x="1039162" y="2470369"/>
                </a:moveTo>
                <a:cubicBezTo>
                  <a:pt x="1004838" y="2446327"/>
                  <a:pt x="1014521" y="2396449"/>
                  <a:pt x="1054260" y="2392599"/>
                </a:cubicBezTo>
                <a:cubicBezTo>
                  <a:pt x="1077143" y="2390383"/>
                  <a:pt x="1087206" y="2394561"/>
                  <a:pt x="1095269" y="2409628"/>
                </a:cubicBezTo>
                <a:cubicBezTo>
                  <a:pt x="1118369" y="2452789"/>
                  <a:pt x="1077394" y="2497148"/>
                  <a:pt x="1039162" y="2470369"/>
                </a:cubicBezTo>
                <a:close/>
                <a:moveTo>
                  <a:pt x="2544317" y="2469110"/>
                </a:moveTo>
                <a:cubicBezTo>
                  <a:pt x="2524776" y="2432598"/>
                  <a:pt x="2573288" y="2401060"/>
                  <a:pt x="2599819" y="2433028"/>
                </a:cubicBezTo>
                <a:cubicBezTo>
                  <a:pt x="2608246" y="2443181"/>
                  <a:pt x="2608460" y="2451773"/>
                  <a:pt x="2600650" y="2466366"/>
                </a:cubicBezTo>
                <a:cubicBezTo>
                  <a:pt x="2587740" y="2490488"/>
                  <a:pt x="2556571" y="2492006"/>
                  <a:pt x="2544317" y="2469110"/>
                </a:cubicBezTo>
                <a:close/>
                <a:moveTo>
                  <a:pt x="2776537" y="2476500"/>
                </a:moveTo>
                <a:cubicBezTo>
                  <a:pt x="2779775" y="2471261"/>
                  <a:pt x="2789672" y="2467040"/>
                  <a:pt x="2798530" y="2467120"/>
                </a:cubicBezTo>
                <a:cubicBezTo>
                  <a:pt x="2812411" y="2467246"/>
                  <a:pt x="2812662" y="2468542"/>
                  <a:pt x="2800350" y="2476500"/>
                </a:cubicBezTo>
                <a:cubicBezTo>
                  <a:pt x="2781696" y="2488554"/>
                  <a:pt x="2769087" y="2488554"/>
                  <a:pt x="2776537" y="2476500"/>
                </a:cubicBezTo>
                <a:close/>
                <a:moveTo>
                  <a:pt x="1986246" y="2438859"/>
                </a:moveTo>
                <a:cubicBezTo>
                  <a:pt x="1974113" y="2419227"/>
                  <a:pt x="1991283" y="2389510"/>
                  <a:pt x="2012974" y="2392600"/>
                </a:cubicBezTo>
                <a:cubicBezTo>
                  <a:pt x="2042066" y="2396745"/>
                  <a:pt x="2042134" y="2441944"/>
                  <a:pt x="2013055" y="2446088"/>
                </a:cubicBezTo>
                <a:cubicBezTo>
                  <a:pt x="2001762" y="2447697"/>
                  <a:pt x="1989698" y="2444444"/>
                  <a:pt x="1986246" y="2438859"/>
                </a:cubicBezTo>
                <a:close/>
                <a:moveTo>
                  <a:pt x="1559718" y="2409062"/>
                </a:moveTo>
                <a:cubicBezTo>
                  <a:pt x="1538514" y="2396711"/>
                  <a:pt x="1537442" y="2340592"/>
                  <a:pt x="1558017" y="2320017"/>
                </a:cubicBezTo>
                <a:cubicBezTo>
                  <a:pt x="1579257" y="2298777"/>
                  <a:pt x="1625825" y="2300790"/>
                  <a:pt x="1637964" y="2323473"/>
                </a:cubicBezTo>
                <a:cubicBezTo>
                  <a:pt x="1668730" y="2380959"/>
                  <a:pt x="1614088" y="2440729"/>
                  <a:pt x="1559718" y="2409062"/>
                </a:cubicBezTo>
                <a:close/>
                <a:moveTo>
                  <a:pt x="1835038" y="2354306"/>
                </a:moveTo>
                <a:cubicBezTo>
                  <a:pt x="1814550" y="2331666"/>
                  <a:pt x="1815079" y="2311799"/>
                  <a:pt x="1836693" y="2292238"/>
                </a:cubicBezTo>
                <a:cubicBezTo>
                  <a:pt x="1860032" y="2271117"/>
                  <a:pt x="1872472" y="2272374"/>
                  <a:pt x="1890172" y="2297644"/>
                </a:cubicBezTo>
                <a:cubicBezTo>
                  <a:pt x="1909254" y="2324887"/>
                  <a:pt x="1908881" y="2329743"/>
                  <a:pt x="1885950" y="2352675"/>
                </a:cubicBezTo>
                <a:cubicBezTo>
                  <a:pt x="1862451" y="2376173"/>
                  <a:pt x="1855042" y="2376410"/>
                  <a:pt x="1835038" y="2354306"/>
                </a:cubicBezTo>
                <a:close/>
                <a:moveTo>
                  <a:pt x="872693" y="2347707"/>
                </a:moveTo>
                <a:cubicBezTo>
                  <a:pt x="853138" y="2328153"/>
                  <a:pt x="852943" y="2301191"/>
                  <a:pt x="872217" y="2281917"/>
                </a:cubicBezTo>
                <a:cubicBezTo>
                  <a:pt x="892352" y="2261783"/>
                  <a:pt x="907942" y="2263076"/>
                  <a:pt x="929276" y="2286650"/>
                </a:cubicBezTo>
                <a:cubicBezTo>
                  <a:pt x="963172" y="2324105"/>
                  <a:pt x="908300" y="2383315"/>
                  <a:pt x="872693" y="2347707"/>
                </a:cubicBezTo>
                <a:close/>
                <a:moveTo>
                  <a:pt x="2396155" y="2334307"/>
                </a:moveTo>
                <a:cubicBezTo>
                  <a:pt x="2367857" y="2303038"/>
                  <a:pt x="2398738" y="2249599"/>
                  <a:pt x="2437920" y="2262035"/>
                </a:cubicBezTo>
                <a:cubicBezTo>
                  <a:pt x="2465464" y="2270777"/>
                  <a:pt x="2473457" y="2310674"/>
                  <a:pt x="2452340" y="2334008"/>
                </a:cubicBezTo>
                <a:cubicBezTo>
                  <a:pt x="2431084" y="2357496"/>
                  <a:pt x="2417207" y="2357570"/>
                  <a:pt x="2396155" y="2334307"/>
                </a:cubicBezTo>
                <a:close/>
                <a:moveTo>
                  <a:pt x="654640" y="2322842"/>
                </a:moveTo>
                <a:cubicBezTo>
                  <a:pt x="634582" y="2311618"/>
                  <a:pt x="632835" y="2286000"/>
                  <a:pt x="652127" y="2286000"/>
                </a:cubicBezTo>
                <a:cubicBezTo>
                  <a:pt x="667901" y="2286000"/>
                  <a:pt x="689807" y="2320499"/>
                  <a:pt x="678478" y="2327500"/>
                </a:cubicBezTo>
                <a:cubicBezTo>
                  <a:pt x="674423" y="2330006"/>
                  <a:pt x="663696" y="2327910"/>
                  <a:pt x="654640" y="2322842"/>
                </a:cubicBezTo>
                <a:close/>
                <a:moveTo>
                  <a:pt x="1184536" y="2319316"/>
                </a:moveTo>
                <a:cubicBezTo>
                  <a:pt x="1173579" y="2290762"/>
                  <a:pt x="1189602" y="2257425"/>
                  <a:pt x="1214283" y="2257425"/>
                </a:cubicBezTo>
                <a:cubicBezTo>
                  <a:pt x="1244216" y="2257425"/>
                  <a:pt x="1262062" y="2287878"/>
                  <a:pt x="1247775" y="2314575"/>
                </a:cubicBezTo>
                <a:cubicBezTo>
                  <a:pt x="1235716" y="2337106"/>
                  <a:pt x="1192603" y="2340339"/>
                  <a:pt x="1184536" y="2319316"/>
                </a:cubicBezTo>
                <a:close/>
                <a:moveTo>
                  <a:pt x="2116455" y="2274570"/>
                </a:moveTo>
                <a:cubicBezTo>
                  <a:pt x="2090173" y="2248288"/>
                  <a:pt x="2113971" y="2190558"/>
                  <a:pt x="2150949" y="2190895"/>
                </a:cubicBezTo>
                <a:cubicBezTo>
                  <a:pt x="2190487" y="2191256"/>
                  <a:pt x="2208388" y="2238982"/>
                  <a:pt x="2181249" y="2271683"/>
                </a:cubicBezTo>
                <a:cubicBezTo>
                  <a:pt x="2166984" y="2288870"/>
                  <a:pt x="2132301" y="2290416"/>
                  <a:pt x="2116455" y="2274570"/>
                </a:cubicBezTo>
                <a:close/>
                <a:moveTo>
                  <a:pt x="2711338" y="2259056"/>
                </a:moveTo>
                <a:cubicBezTo>
                  <a:pt x="2690415" y="2235936"/>
                  <a:pt x="2691289" y="2188055"/>
                  <a:pt x="2712993" y="2168413"/>
                </a:cubicBezTo>
                <a:cubicBezTo>
                  <a:pt x="2750503" y="2134468"/>
                  <a:pt x="2809875" y="2160450"/>
                  <a:pt x="2809875" y="2210811"/>
                </a:cubicBezTo>
                <a:cubicBezTo>
                  <a:pt x="2809875" y="2267542"/>
                  <a:pt x="2746915" y="2298368"/>
                  <a:pt x="2711338" y="2259056"/>
                </a:cubicBezTo>
                <a:close/>
                <a:moveTo>
                  <a:pt x="1451457" y="2234168"/>
                </a:moveTo>
                <a:cubicBezTo>
                  <a:pt x="1442212" y="2210074"/>
                  <a:pt x="1452129" y="2186077"/>
                  <a:pt x="1472543" y="2183146"/>
                </a:cubicBezTo>
                <a:cubicBezTo>
                  <a:pt x="1501054" y="2179052"/>
                  <a:pt x="1518637" y="2203275"/>
                  <a:pt x="1505275" y="2228241"/>
                </a:cubicBezTo>
                <a:cubicBezTo>
                  <a:pt x="1493202" y="2250799"/>
                  <a:pt x="1459273" y="2254536"/>
                  <a:pt x="1451457" y="2234168"/>
                </a:cubicBezTo>
                <a:close/>
                <a:moveTo>
                  <a:pt x="1053192" y="2185307"/>
                </a:moveTo>
                <a:cubicBezTo>
                  <a:pt x="1035485" y="2167599"/>
                  <a:pt x="1035333" y="2166326"/>
                  <a:pt x="1048085" y="2142498"/>
                </a:cubicBezTo>
                <a:cubicBezTo>
                  <a:pt x="1064148" y="2112483"/>
                  <a:pt x="1114425" y="2124714"/>
                  <a:pt x="1114425" y="2158637"/>
                </a:cubicBezTo>
                <a:cubicBezTo>
                  <a:pt x="1114425" y="2172006"/>
                  <a:pt x="1088558" y="2200275"/>
                  <a:pt x="1076325" y="2200275"/>
                </a:cubicBezTo>
                <a:cubicBezTo>
                  <a:pt x="1071834" y="2200275"/>
                  <a:pt x="1061425" y="2193539"/>
                  <a:pt x="1053192" y="2185307"/>
                </a:cubicBezTo>
                <a:close/>
                <a:moveTo>
                  <a:pt x="639119" y="2150268"/>
                </a:moveTo>
                <a:cubicBezTo>
                  <a:pt x="628167" y="2120806"/>
                  <a:pt x="636144" y="2105025"/>
                  <a:pt x="661987" y="2105025"/>
                </a:cubicBezTo>
                <a:cubicBezTo>
                  <a:pt x="687973" y="2105025"/>
                  <a:pt x="699059" y="2127873"/>
                  <a:pt x="685430" y="2153340"/>
                </a:cubicBezTo>
                <a:cubicBezTo>
                  <a:pt x="672185" y="2178088"/>
                  <a:pt x="648886" y="2176542"/>
                  <a:pt x="639119" y="2150268"/>
                </a:cubicBezTo>
                <a:close/>
                <a:moveTo>
                  <a:pt x="1656687" y="2156614"/>
                </a:moveTo>
                <a:cubicBezTo>
                  <a:pt x="1639766" y="2136225"/>
                  <a:pt x="1656786" y="2109787"/>
                  <a:pt x="1686832" y="2109787"/>
                </a:cubicBezTo>
                <a:cubicBezTo>
                  <a:pt x="1712750" y="2109787"/>
                  <a:pt x="1722530" y="2136259"/>
                  <a:pt x="1704595" y="2157870"/>
                </a:cubicBezTo>
                <a:cubicBezTo>
                  <a:pt x="1689657" y="2175869"/>
                  <a:pt x="1672289" y="2175413"/>
                  <a:pt x="1656687" y="2156614"/>
                </a:cubicBezTo>
                <a:close/>
                <a:moveTo>
                  <a:pt x="1868805" y="2131695"/>
                </a:moveTo>
                <a:cubicBezTo>
                  <a:pt x="1844638" y="2107528"/>
                  <a:pt x="1864965" y="2057400"/>
                  <a:pt x="1898930" y="2057400"/>
                </a:cubicBezTo>
                <a:cubicBezTo>
                  <a:pt x="1908882" y="2057400"/>
                  <a:pt x="1933575" y="2087950"/>
                  <a:pt x="1933575" y="2100262"/>
                </a:cubicBezTo>
                <a:cubicBezTo>
                  <a:pt x="1933575" y="2132154"/>
                  <a:pt x="1890276" y="2153166"/>
                  <a:pt x="1868805" y="2131695"/>
                </a:cubicBezTo>
                <a:close/>
                <a:moveTo>
                  <a:pt x="2492374" y="2127250"/>
                </a:moveTo>
                <a:cubicBezTo>
                  <a:pt x="2469062" y="2103937"/>
                  <a:pt x="2496085" y="2038350"/>
                  <a:pt x="2529003" y="2038350"/>
                </a:cubicBezTo>
                <a:cubicBezTo>
                  <a:pt x="2566030" y="2038350"/>
                  <a:pt x="2588094" y="2078910"/>
                  <a:pt x="2567863" y="2109787"/>
                </a:cubicBezTo>
                <a:cubicBezTo>
                  <a:pt x="2552831" y="2132728"/>
                  <a:pt x="2508182" y="2143057"/>
                  <a:pt x="2492374" y="2127250"/>
                </a:cubicBezTo>
                <a:close/>
                <a:moveTo>
                  <a:pt x="796813" y="2106656"/>
                </a:moveTo>
                <a:cubicBezTo>
                  <a:pt x="788143" y="2097075"/>
                  <a:pt x="781050" y="2079736"/>
                  <a:pt x="781050" y="2068123"/>
                </a:cubicBezTo>
                <a:cubicBezTo>
                  <a:pt x="781050" y="2046318"/>
                  <a:pt x="819840" y="2000250"/>
                  <a:pt x="838200" y="2000250"/>
                </a:cubicBezTo>
                <a:cubicBezTo>
                  <a:pt x="853221" y="2000250"/>
                  <a:pt x="895350" y="2044622"/>
                  <a:pt x="895350" y="2060445"/>
                </a:cubicBezTo>
                <a:cubicBezTo>
                  <a:pt x="895350" y="2108300"/>
                  <a:pt x="827218" y="2140252"/>
                  <a:pt x="796813" y="2106656"/>
                </a:cubicBezTo>
                <a:close/>
                <a:moveTo>
                  <a:pt x="1272267" y="2080532"/>
                </a:moveTo>
                <a:cubicBezTo>
                  <a:pt x="1239378" y="2047642"/>
                  <a:pt x="1266681" y="1981200"/>
                  <a:pt x="1313085" y="1981200"/>
                </a:cubicBezTo>
                <a:cubicBezTo>
                  <a:pt x="1347272" y="1981200"/>
                  <a:pt x="1362075" y="1997159"/>
                  <a:pt x="1362075" y="2034016"/>
                </a:cubicBezTo>
                <a:cubicBezTo>
                  <a:pt x="1362075" y="2085915"/>
                  <a:pt x="1306458" y="2114722"/>
                  <a:pt x="1272267" y="2080532"/>
                </a:cubicBezTo>
                <a:close/>
                <a:moveTo>
                  <a:pt x="2259330" y="2084070"/>
                </a:moveTo>
                <a:cubicBezTo>
                  <a:pt x="2233877" y="2058617"/>
                  <a:pt x="2252442" y="2009775"/>
                  <a:pt x="2287569" y="2009775"/>
                </a:cubicBezTo>
                <a:cubicBezTo>
                  <a:pt x="2315394" y="2009775"/>
                  <a:pt x="2328176" y="2044996"/>
                  <a:pt x="2310269" y="2072326"/>
                </a:cubicBezTo>
                <a:cubicBezTo>
                  <a:pt x="2293592" y="2097778"/>
                  <a:pt x="2276889" y="2101629"/>
                  <a:pt x="2259330" y="2084070"/>
                </a:cubicBezTo>
                <a:close/>
                <a:moveTo>
                  <a:pt x="1535430" y="2036445"/>
                </a:moveTo>
                <a:cubicBezTo>
                  <a:pt x="1521387" y="2022402"/>
                  <a:pt x="1520743" y="1995557"/>
                  <a:pt x="1533860" y="1971048"/>
                </a:cubicBezTo>
                <a:cubicBezTo>
                  <a:pt x="1548820" y="1943094"/>
                  <a:pt x="1597703" y="1946250"/>
                  <a:pt x="1611280" y="1976047"/>
                </a:cubicBezTo>
                <a:cubicBezTo>
                  <a:pt x="1632345" y="2022280"/>
                  <a:pt x="1570506" y="2071521"/>
                  <a:pt x="1535430" y="2036445"/>
                </a:cubicBezTo>
                <a:close/>
                <a:moveTo>
                  <a:pt x="2696048" y="1991609"/>
                </a:moveTo>
                <a:cubicBezTo>
                  <a:pt x="2688698" y="1977876"/>
                  <a:pt x="2690380" y="1968437"/>
                  <a:pt x="2702940" y="1952926"/>
                </a:cubicBezTo>
                <a:cubicBezTo>
                  <a:pt x="2731258" y="1917955"/>
                  <a:pt x="2773896" y="1951165"/>
                  <a:pt x="2752355" y="1991415"/>
                </a:cubicBezTo>
                <a:cubicBezTo>
                  <a:pt x="2739756" y="2014957"/>
                  <a:pt x="2708601" y="2015064"/>
                  <a:pt x="2696048" y="1991609"/>
                </a:cubicBezTo>
                <a:close/>
                <a:moveTo>
                  <a:pt x="2025538" y="1982831"/>
                </a:moveTo>
                <a:cubicBezTo>
                  <a:pt x="2006149" y="1961406"/>
                  <a:pt x="2004946" y="1911339"/>
                  <a:pt x="2023451" y="1895981"/>
                </a:cubicBezTo>
                <a:cubicBezTo>
                  <a:pt x="2040948" y="1881460"/>
                  <a:pt x="2103288" y="1875434"/>
                  <a:pt x="2110770" y="1887541"/>
                </a:cubicBezTo>
                <a:cubicBezTo>
                  <a:pt x="2148527" y="1948632"/>
                  <a:pt x="2072008" y="2034180"/>
                  <a:pt x="2025538" y="1982831"/>
                </a:cubicBezTo>
                <a:close/>
                <a:moveTo>
                  <a:pt x="1052112" y="1967638"/>
                </a:moveTo>
                <a:cubicBezTo>
                  <a:pt x="1022072" y="1921791"/>
                  <a:pt x="1075787" y="1861399"/>
                  <a:pt x="1120529" y="1890716"/>
                </a:cubicBezTo>
                <a:cubicBezTo>
                  <a:pt x="1148369" y="1908957"/>
                  <a:pt x="1149921" y="1945703"/>
                  <a:pt x="1123950" y="1971675"/>
                </a:cubicBezTo>
                <a:cubicBezTo>
                  <a:pt x="1098364" y="1997260"/>
                  <a:pt x="1070495" y="1995694"/>
                  <a:pt x="1052112" y="1967638"/>
                </a:cubicBezTo>
                <a:close/>
                <a:moveTo>
                  <a:pt x="2356389" y="1900941"/>
                </a:moveTo>
                <a:cubicBezTo>
                  <a:pt x="2347723" y="1878358"/>
                  <a:pt x="2359985" y="1855551"/>
                  <a:pt x="2378839" y="1859182"/>
                </a:cubicBezTo>
                <a:cubicBezTo>
                  <a:pt x="2401490" y="1863544"/>
                  <a:pt x="2401490" y="1908355"/>
                  <a:pt x="2378839" y="1912717"/>
                </a:cubicBezTo>
                <a:cubicBezTo>
                  <a:pt x="2369656" y="1914485"/>
                  <a:pt x="2359553" y="1909186"/>
                  <a:pt x="2356389" y="1900941"/>
                </a:cubicBezTo>
                <a:close/>
                <a:moveTo>
                  <a:pt x="1738279" y="1882473"/>
                </a:moveTo>
                <a:cubicBezTo>
                  <a:pt x="1708427" y="1836914"/>
                  <a:pt x="1752639" y="1785577"/>
                  <a:pt x="1796804" y="1814516"/>
                </a:cubicBezTo>
                <a:cubicBezTo>
                  <a:pt x="1823798" y="1832203"/>
                  <a:pt x="1826167" y="1867235"/>
                  <a:pt x="1801856" y="1889236"/>
                </a:cubicBezTo>
                <a:cubicBezTo>
                  <a:pt x="1777552" y="1911230"/>
                  <a:pt x="1755590" y="1908894"/>
                  <a:pt x="1738279" y="1882473"/>
                </a:cubicBezTo>
                <a:close/>
                <a:moveTo>
                  <a:pt x="788193" y="1856612"/>
                </a:moveTo>
                <a:cubicBezTo>
                  <a:pt x="760959" y="1840749"/>
                  <a:pt x="779820" y="1781175"/>
                  <a:pt x="812075" y="1781175"/>
                </a:cubicBezTo>
                <a:cubicBezTo>
                  <a:pt x="822835" y="1781175"/>
                  <a:pt x="847725" y="1811100"/>
                  <a:pt x="847725" y="1824037"/>
                </a:cubicBezTo>
                <a:cubicBezTo>
                  <a:pt x="847725" y="1837568"/>
                  <a:pt x="822467" y="1867109"/>
                  <a:pt x="811325" y="1866610"/>
                </a:cubicBezTo>
                <a:cubicBezTo>
                  <a:pt x="807771" y="1866451"/>
                  <a:pt x="797361" y="1861951"/>
                  <a:pt x="788193" y="1856612"/>
                </a:cubicBezTo>
                <a:close/>
                <a:moveTo>
                  <a:pt x="1368826" y="1841901"/>
                </a:moveTo>
                <a:cubicBezTo>
                  <a:pt x="1347059" y="1820134"/>
                  <a:pt x="1375542" y="1775975"/>
                  <a:pt x="1404245" y="1786989"/>
                </a:cubicBezTo>
                <a:cubicBezTo>
                  <a:pt x="1427576" y="1795942"/>
                  <a:pt x="1420321" y="1842248"/>
                  <a:pt x="1395020" y="1845870"/>
                </a:cubicBezTo>
                <a:cubicBezTo>
                  <a:pt x="1384327" y="1847401"/>
                  <a:pt x="1372540" y="1845615"/>
                  <a:pt x="1368826" y="1841901"/>
                </a:cubicBezTo>
                <a:close/>
                <a:moveTo>
                  <a:pt x="2557462" y="1836468"/>
                </a:moveTo>
                <a:cubicBezTo>
                  <a:pt x="2497562" y="1802501"/>
                  <a:pt x="2519064" y="1714500"/>
                  <a:pt x="2587263" y="1714500"/>
                </a:cubicBezTo>
                <a:cubicBezTo>
                  <a:pt x="2624857" y="1714500"/>
                  <a:pt x="2638425" y="1729978"/>
                  <a:pt x="2638425" y="1772863"/>
                </a:cubicBezTo>
                <a:cubicBezTo>
                  <a:pt x="2638425" y="1799873"/>
                  <a:pt x="2632421" y="1813089"/>
                  <a:pt x="2613327" y="1828108"/>
                </a:cubicBezTo>
                <a:cubicBezTo>
                  <a:pt x="2584512" y="1850774"/>
                  <a:pt x="2583072" y="1850990"/>
                  <a:pt x="2557462" y="1836468"/>
                </a:cubicBezTo>
                <a:close/>
                <a:moveTo>
                  <a:pt x="994314" y="1796166"/>
                </a:moveTo>
                <a:cubicBezTo>
                  <a:pt x="985648" y="1773583"/>
                  <a:pt x="997910" y="1750776"/>
                  <a:pt x="1016764" y="1754407"/>
                </a:cubicBezTo>
                <a:cubicBezTo>
                  <a:pt x="1027309" y="1756438"/>
                  <a:pt x="1033462" y="1766302"/>
                  <a:pt x="1033462" y="1781175"/>
                </a:cubicBezTo>
                <a:cubicBezTo>
                  <a:pt x="1033462" y="1808327"/>
                  <a:pt x="1003398" y="1819839"/>
                  <a:pt x="994314" y="1796166"/>
                </a:cubicBezTo>
                <a:close/>
                <a:moveTo>
                  <a:pt x="1562100" y="1754647"/>
                </a:moveTo>
                <a:cubicBezTo>
                  <a:pt x="1529284" y="1743384"/>
                  <a:pt x="1522823" y="1689037"/>
                  <a:pt x="1551242" y="1663318"/>
                </a:cubicBezTo>
                <a:cubicBezTo>
                  <a:pt x="1573211" y="1643436"/>
                  <a:pt x="1614445" y="1655782"/>
                  <a:pt x="1623725" y="1685019"/>
                </a:cubicBezTo>
                <a:cubicBezTo>
                  <a:pt x="1634996" y="1720533"/>
                  <a:pt x="1594854" y="1765888"/>
                  <a:pt x="1562100" y="1754647"/>
                </a:cubicBezTo>
                <a:close/>
                <a:moveTo>
                  <a:pt x="2209800" y="1743075"/>
                </a:moveTo>
                <a:cubicBezTo>
                  <a:pt x="2186061" y="1719336"/>
                  <a:pt x="2185802" y="1703670"/>
                  <a:pt x="2208681" y="1675416"/>
                </a:cubicBezTo>
                <a:cubicBezTo>
                  <a:pt x="2224506" y="1655872"/>
                  <a:pt x="2229539" y="1654606"/>
                  <a:pt x="2251543" y="1664632"/>
                </a:cubicBezTo>
                <a:cubicBezTo>
                  <a:pt x="2284632" y="1679708"/>
                  <a:pt x="2289191" y="1727496"/>
                  <a:pt x="2259708" y="1750218"/>
                </a:cubicBezTo>
                <a:cubicBezTo>
                  <a:pt x="2238839" y="1766301"/>
                  <a:pt x="2232055" y="1765330"/>
                  <a:pt x="2209800" y="1743075"/>
                </a:cubicBezTo>
                <a:close/>
                <a:moveTo>
                  <a:pt x="1202055" y="1741170"/>
                </a:moveTo>
                <a:cubicBezTo>
                  <a:pt x="1183642" y="1722757"/>
                  <a:pt x="1188194" y="1678370"/>
                  <a:pt x="1209675" y="1666875"/>
                </a:cubicBezTo>
                <a:cubicBezTo>
                  <a:pt x="1238422" y="1651489"/>
                  <a:pt x="1266825" y="1670424"/>
                  <a:pt x="1266825" y="1704975"/>
                </a:cubicBezTo>
                <a:cubicBezTo>
                  <a:pt x="1266825" y="1743510"/>
                  <a:pt x="1226775" y="1765890"/>
                  <a:pt x="1202055" y="1741170"/>
                </a:cubicBezTo>
                <a:close/>
                <a:moveTo>
                  <a:pt x="1968829" y="1737054"/>
                </a:moveTo>
                <a:cubicBezTo>
                  <a:pt x="1957278" y="1725503"/>
                  <a:pt x="1961550" y="1698280"/>
                  <a:pt x="1976915" y="1685528"/>
                </a:cubicBezTo>
                <a:cubicBezTo>
                  <a:pt x="1998418" y="1667682"/>
                  <a:pt x="2028550" y="1697693"/>
                  <a:pt x="2013355" y="1721822"/>
                </a:cubicBezTo>
                <a:cubicBezTo>
                  <a:pt x="2001999" y="1739854"/>
                  <a:pt x="1979370" y="1747595"/>
                  <a:pt x="1968829" y="1737054"/>
                </a:cubicBezTo>
                <a:close/>
                <a:moveTo>
                  <a:pt x="652373" y="1710850"/>
                </a:moveTo>
                <a:cubicBezTo>
                  <a:pt x="639816" y="1701668"/>
                  <a:pt x="637066" y="1691638"/>
                  <a:pt x="641865" y="1672518"/>
                </a:cubicBezTo>
                <a:cubicBezTo>
                  <a:pt x="651115" y="1635664"/>
                  <a:pt x="698636" y="1640031"/>
                  <a:pt x="703039" y="1678140"/>
                </a:cubicBezTo>
                <a:cubicBezTo>
                  <a:pt x="706817" y="1710840"/>
                  <a:pt x="677895" y="1729512"/>
                  <a:pt x="652373" y="1710850"/>
                </a:cubicBezTo>
                <a:close/>
                <a:moveTo>
                  <a:pt x="2794482" y="1691243"/>
                </a:moveTo>
                <a:cubicBezTo>
                  <a:pt x="2780033" y="1653588"/>
                  <a:pt x="2817162" y="1612643"/>
                  <a:pt x="2842347" y="1638461"/>
                </a:cubicBezTo>
                <a:cubicBezTo>
                  <a:pt x="2864192" y="1660854"/>
                  <a:pt x="2851194" y="1704975"/>
                  <a:pt x="2822753" y="1704975"/>
                </a:cubicBezTo>
                <a:cubicBezTo>
                  <a:pt x="2810102" y="1704975"/>
                  <a:pt x="2797381" y="1698795"/>
                  <a:pt x="2794482" y="1691243"/>
                </a:cubicBezTo>
                <a:close/>
                <a:moveTo>
                  <a:pt x="3049905" y="1693545"/>
                </a:moveTo>
                <a:cubicBezTo>
                  <a:pt x="3036531" y="1680171"/>
                  <a:pt x="3034659" y="1641782"/>
                  <a:pt x="3047007" y="1634150"/>
                </a:cubicBezTo>
                <a:cubicBezTo>
                  <a:pt x="3051700" y="1631250"/>
                  <a:pt x="3065130" y="1636642"/>
                  <a:pt x="3076850" y="1646133"/>
                </a:cubicBezTo>
                <a:cubicBezTo>
                  <a:pt x="3094988" y="1660819"/>
                  <a:pt x="3096504" y="1666484"/>
                  <a:pt x="3087032" y="1684181"/>
                </a:cubicBezTo>
                <a:cubicBezTo>
                  <a:pt x="3074382" y="1707819"/>
                  <a:pt x="3066234" y="1709874"/>
                  <a:pt x="3049905" y="1693545"/>
                </a:cubicBezTo>
                <a:close/>
                <a:moveTo>
                  <a:pt x="845298" y="1612106"/>
                </a:moveTo>
                <a:cubicBezTo>
                  <a:pt x="820957" y="1584883"/>
                  <a:pt x="820211" y="1543349"/>
                  <a:pt x="843642" y="1519917"/>
                </a:cubicBezTo>
                <a:cubicBezTo>
                  <a:pt x="865672" y="1497887"/>
                  <a:pt x="930205" y="1500140"/>
                  <a:pt x="942639" y="1523373"/>
                </a:cubicBezTo>
                <a:cubicBezTo>
                  <a:pt x="977333" y="1588200"/>
                  <a:pt x="892812" y="1665246"/>
                  <a:pt x="845298" y="1612106"/>
                </a:cubicBezTo>
                <a:close/>
                <a:moveTo>
                  <a:pt x="1785309" y="1605849"/>
                </a:moveTo>
                <a:cubicBezTo>
                  <a:pt x="1771896" y="1552409"/>
                  <a:pt x="1824415" y="1522842"/>
                  <a:pt x="1853776" y="1567304"/>
                </a:cubicBezTo>
                <a:cubicBezTo>
                  <a:pt x="1864726" y="1583886"/>
                  <a:pt x="1864453" y="1589928"/>
                  <a:pt x="1851946" y="1607785"/>
                </a:cubicBezTo>
                <a:cubicBezTo>
                  <a:pt x="1831571" y="1636874"/>
                  <a:pt x="1792813" y="1635748"/>
                  <a:pt x="1785309" y="1605849"/>
                </a:cubicBezTo>
                <a:close/>
                <a:moveTo>
                  <a:pt x="2401060" y="1615404"/>
                </a:moveTo>
                <a:cubicBezTo>
                  <a:pt x="2386770" y="1598185"/>
                  <a:pt x="2395219" y="1566087"/>
                  <a:pt x="2416157" y="1558053"/>
                </a:cubicBezTo>
                <a:cubicBezTo>
                  <a:pt x="2438322" y="1549547"/>
                  <a:pt x="2458841" y="1571075"/>
                  <a:pt x="2455550" y="1599384"/>
                </a:cubicBezTo>
                <a:cubicBezTo>
                  <a:pt x="2452202" y="1628185"/>
                  <a:pt x="2419618" y="1637765"/>
                  <a:pt x="2401060" y="1615404"/>
                </a:cubicBezTo>
                <a:close/>
                <a:moveTo>
                  <a:pt x="1082675" y="1593849"/>
                </a:moveTo>
                <a:cubicBezTo>
                  <a:pt x="1071849" y="1583024"/>
                  <a:pt x="1075673" y="1555447"/>
                  <a:pt x="1089603" y="1543887"/>
                </a:cubicBezTo>
                <a:cubicBezTo>
                  <a:pt x="1109991" y="1526966"/>
                  <a:pt x="1136888" y="1556974"/>
                  <a:pt x="1123595" y="1581811"/>
                </a:cubicBezTo>
                <a:cubicBezTo>
                  <a:pt x="1113757" y="1600195"/>
                  <a:pt x="1094643" y="1605818"/>
                  <a:pt x="1082675" y="1593849"/>
                </a:cubicBezTo>
                <a:close/>
                <a:moveTo>
                  <a:pt x="2057629" y="1567466"/>
                </a:moveTo>
                <a:cubicBezTo>
                  <a:pt x="2038928" y="1518277"/>
                  <a:pt x="2080193" y="1471940"/>
                  <a:pt x="2122525" y="1494595"/>
                </a:cubicBezTo>
                <a:cubicBezTo>
                  <a:pt x="2166151" y="1517943"/>
                  <a:pt x="2148748" y="1583937"/>
                  <a:pt x="2097657" y="1588897"/>
                </a:cubicBezTo>
                <a:cubicBezTo>
                  <a:pt x="2072079" y="1591381"/>
                  <a:pt x="2065352" y="1587779"/>
                  <a:pt x="2057629" y="1567466"/>
                </a:cubicBezTo>
                <a:close/>
                <a:moveTo>
                  <a:pt x="1373719" y="1566322"/>
                </a:moveTo>
                <a:cubicBezTo>
                  <a:pt x="1330963" y="1536375"/>
                  <a:pt x="1350310" y="1466850"/>
                  <a:pt x="1401399" y="1466850"/>
                </a:cubicBezTo>
                <a:cubicBezTo>
                  <a:pt x="1455894" y="1466850"/>
                  <a:pt x="1474075" y="1517640"/>
                  <a:pt x="1433945" y="1557770"/>
                </a:cubicBezTo>
                <a:cubicBezTo>
                  <a:pt x="1406468" y="1585247"/>
                  <a:pt x="1401704" y="1585924"/>
                  <a:pt x="1373719" y="1566322"/>
                </a:cubicBezTo>
                <a:close/>
                <a:moveTo>
                  <a:pt x="2564606" y="1536741"/>
                </a:moveTo>
                <a:cubicBezTo>
                  <a:pt x="2546690" y="1529512"/>
                  <a:pt x="2550027" y="1478817"/>
                  <a:pt x="2569122" y="1468130"/>
                </a:cubicBezTo>
                <a:cubicBezTo>
                  <a:pt x="2591999" y="1455328"/>
                  <a:pt x="2619375" y="1471937"/>
                  <a:pt x="2619375" y="1498617"/>
                </a:cubicBezTo>
                <a:cubicBezTo>
                  <a:pt x="2619375" y="1533430"/>
                  <a:pt x="2596265" y="1549516"/>
                  <a:pt x="2564606" y="1536741"/>
                </a:cubicBezTo>
                <a:close/>
                <a:moveTo>
                  <a:pt x="1546494" y="1490662"/>
                </a:moveTo>
                <a:cubicBezTo>
                  <a:pt x="1538948" y="1470998"/>
                  <a:pt x="1549179" y="1447800"/>
                  <a:pt x="1565397" y="1447800"/>
                </a:cubicBezTo>
                <a:cubicBezTo>
                  <a:pt x="1584894" y="1447800"/>
                  <a:pt x="1601482" y="1471475"/>
                  <a:pt x="1594582" y="1489455"/>
                </a:cubicBezTo>
                <a:cubicBezTo>
                  <a:pt x="1587115" y="1508914"/>
                  <a:pt x="1553819" y="1509750"/>
                  <a:pt x="1546494" y="1490662"/>
                </a:cubicBezTo>
                <a:close/>
                <a:moveTo>
                  <a:pt x="2762685" y="1453086"/>
                </a:moveTo>
                <a:cubicBezTo>
                  <a:pt x="2735815" y="1420710"/>
                  <a:pt x="2773148" y="1364122"/>
                  <a:pt x="2804314" y="1389987"/>
                </a:cubicBezTo>
                <a:cubicBezTo>
                  <a:pt x="2825134" y="1407266"/>
                  <a:pt x="2823250" y="1445068"/>
                  <a:pt x="2800976" y="1456989"/>
                </a:cubicBezTo>
                <a:cubicBezTo>
                  <a:pt x="2777390" y="1469612"/>
                  <a:pt x="2776308" y="1469502"/>
                  <a:pt x="2762685" y="1453086"/>
                </a:cubicBezTo>
                <a:close/>
                <a:moveTo>
                  <a:pt x="1169193" y="1437512"/>
                </a:moveTo>
                <a:cubicBezTo>
                  <a:pt x="1138695" y="1419748"/>
                  <a:pt x="1155372" y="1352550"/>
                  <a:pt x="1190279" y="1352550"/>
                </a:cubicBezTo>
                <a:cubicBezTo>
                  <a:pt x="1233312" y="1352550"/>
                  <a:pt x="1250393" y="1397556"/>
                  <a:pt x="1219200" y="1428750"/>
                </a:cubicBezTo>
                <a:cubicBezTo>
                  <a:pt x="1197672" y="1450277"/>
                  <a:pt x="1192628" y="1451161"/>
                  <a:pt x="1169193" y="1437512"/>
                </a:cubicBezTo>
                <a:close/>
                <a:moveTo>
                  <a:pt x="634092" y="1423307"/>
                </a:moveTo>
                <a:cubicBezTo>
                  <a:pt x="603438" y="1392652"/>
                  <a:pt x="625252" y="1333500"/>
                  <a:pt x="667210" y="1333500"/>
                </a:cubicBezTo>
                <a:cubicBezTo>
                  <a:pt x="714917" y="1333500"/>
                  <a:pt x="721973" y="1404292"/>
                  <a:pt x="676682" y="1428531"/>
                </a:cubicBezTo>
                <a:cubicBezTo>
                  <a:pt x="653095" y="1441155"/>
                  <a:pt x="651779" y="1440993"/>
                  <a:pt x="634092" y="1423307"/>
                </a:cubicBezTo>
                <a:close/>
                <a:moveTo>
                  <a:pt x="1907119" y="1413922"/>
                </a:moveTo>
                <a:cubicBezTo>
                  <a:pt x="1871992" y="1389318"/>
                  <a:pt x="1880840" y="1329067"/>
                  <a:pt x="1921872" y="1313467"/>
                </a:cubicBezTo>
                <a:cubicBezTo>
                  <a:pt x="1977263" y="1292407"/>
                  <a:pt x="2015358" y="1366016"/>
                  <a:pt x="1971675" y="1409700"/>
                </a:cubicBezTo>
                <a:cubicBezTo>
                  <a:pt x="1948749" y="1432625"/>
                  <a:pt x="1935097" y="1433518"/>
                  <a:pt x="1907119" y="1413922"/>
                </a:cubicBezTo>
                <a:close/>
                <a:moveTo>
                  <a:pt x="1697355" y="1398270"/>
                </a:moveTo>
                <a:cubicBezTo>
                  <a:pt x="1681713" y="1382628"/>
                  <a:pt x="1682976" y="1347804"/>
                  <a:pt x="1699688" y="1333935"/>
                </a:cubicBezTo>
                <a:cubicBezTo>
                  <a:pt x="1719728" y="1317302"/>
                  <a:pt x="1754120" y="1325555"/>
                  <a:pt x="1762755" y="1349068"/>
                </a:cubicBezTo>
                <a:cubicBezTo>
                  <a:pt x="1777590" y="1389462"/>
                  <a:pt x="1726775" y="1427690"/>
                  <a:pt x="1697355" y="1398270"/>
                </a:cubicBezTo>
                <a:close/>
                <a:moveTo>
                  <a:pt x="2230755" y="1398270"/>
                </a:moveTo>
                <a:cubicBezTo>
                  <a:pt x="2205084" y="1372599"/>
                  <a:pt x="2223919" y="1323975"/>
                  <a:pt x="2259534" y="1323975"/>
                </a:cubicBezTo>
                <a:cubicBezTo>
                  <a:pt x="2288043" y="1323975"/>
                  <a:pt x="2302227" y="1367455"/>
                  <a:pt x="2281272" y="1390611"/>
                </a:cubicBezTo>
                <a:cubicBezTo>
                  <a:pt x="2261511" y="1412447"/>
                  <a:pt x="2247114" y="1414629"/>
                  <a:pt x="2230755" y="1398270"/>
                </a:cubicBezTo>
                <a:close/>
                <a:moveTo>
                  <a:pt x="949726" y="1375176"/>
                </a:moveTo>
                <a:cubicBezTo>
                  <a:pt x="927959" y="1353409"/>
                  <a:pt x="956442" y="1309250"/>
                  <a:pt x="985145" y="1320264"/>
                </a:cubicBezTo>
                <a:cubicBezTo>
                  <a:pt x="1008476" y="1329217"/>
                  <a:pt x="1001221" y="1375523"/>
                  <a:pt x="975920" y="1379145"/>
                </a:cubicBezTo>
                <a:cubicBezTo>
                  <a:pt x="965227" y="1380676"/>
                  <a:pt x="953440" y="1378890"/>
                  <a:pt x="949726" y="1375176"/>
                </a:cubicBezTo>
                <a:close/>
                <a:moveTo>
                  <a:pt x="2479300" y="1346691"/>
                </a:moveTo>
                <a:cubicBezTo>
                  <a:pt x="2439090" y="1306481"/>
                  <a:pt x="2470840" y="1239860"/>
                  <a:pt x="2524125" y="1252634"/>
                </a:cubicBezTo>
                <a:cubicBezTo>
                  <a:pt x="2556628" y="1260426"/>
                  <a:pt x="2573887" y="1285495"/>
                  <a:pt x="2566646" y="1314396"/>
                </a:cubicBezTo>
                <a:cubicBezTo>
                  <a:pt x="2553321" y="1367580"/>
                  <a:pt x="2514531" y="1381922"/>
                  <a:pt x="2479300" y="1346691"/>
                </a:cubicBezTo>
                <a:close/>
                <a:moveTo>
                  <a:pt x="1463563" y="1277981"/>
                </a:moveTo>
                <a:cubicBezTo>
                  <a:pt x="1443621" y="1255945"/>
                  <a:pt x="1443187" y="1206123"/>
                  <a:pt x="1462767" y="1186542"/>
                </a:cubicBezTo>
                <a:cubicBezTo>
                  <a:pt x="1485533" y="1163776"/>
                  <a:pt x="1538976" y="1167301"/>
                  <a:pt x="1556797" y="1192744"/>
                </a:cubicBezTo>
                <a:cubicBezTo>
                  <a:pt x="1599596" y="1253849"/>
                  <a:pt x="1513203" y="1332832"/>
                  <a:pt x="1463563" y="1277981"/>
                </a:cubicBezTo>
                <a:close/>
                <a:moveTo>
                  <a:pt x="807243" y="1256537"/>
                </a:moveTo>
                <a:cubicBezTo>
                  <a:pt x="773131" y="1236668"/>
                  <a:pt x="798709" y="1173328"/>
                  <a:pt x="836057" y="1185182"/>
                </a:cubicBezTo>
                <a:cubicBezTo>
                  <a:pt x="864380" y="1194171"/>
                  <a:pt x="872303" y="1225878"/>
                  <a:pt x="851869" y="1248457"/>
                </a:cubicBezTo>
                <a:cubicBezTo>
                  <a:pt x="832934" y="1269380"/>
                  <a:pt x="830157" y="1269883"/>
                  <a:pt x="807243" y="1256537"/>
                </a:cubicBezTo>
                <a:close/>
                <a:moveTo>
                  <a:pt x="2123840" y="1252255"/>
                </a:moveTo>
                <a:cubicBezTo>
                  <a:pt x="2107587" y="1232671"/>
                  <a:pt x="2126307" y="1190625"/>
                  <a:pt x="2151279" y="1190625"/>
                </a:cubicBezTo>
                <a:cubicBezTo>
                  <a:pt x="2180564" y="1190625"/>
                  <a:pt x="2195481" y="1215526"/>
                  <a:pt x="2182829" y="1243294"/>
                </a:cubicBezTo>
                <a:cubicBezTo>
                  <a:pt x="2170746" y="1269813"/>
                  <a:pt x="2142033" y="1274175"/>
                  <a:pt x="2123840" y="1252255"/>
                </a:cubicBezTo>
                <a:close/>
                <a:moveTo>
                  <a:pt x="2685405" y="1227520"/>
                </a:moveTo>
                <a:cubicBezTo>
                  <a:pt x="2677536" y="1212817"/>
                  <a:pt x="2677388" y="1201068"/>
                  <a:pt x="2684865" y="1184657"/>
                </a:cubicBezTo>
                <a:cubicBezTo>
                  <a:pt x="2697275" y="1157420"/>
                  <a:pt x="2714592" y="1156019"/>
                  <a:pt x="2744046" y="1179869"/>
                </a:cubicBezTo>
                <a:cubicBezTo>
                  <a:pt x="2765360" y="1197128"/>
                  <a:pt x="2765536" y="1198478"/>
                  <a:pt x="2749644" y="1222732"/>
                </a:cubicBezTo>
                <a:cubicBezTo>
                  <a:pt x="2729830" y="1252971"/>
                  <a:pt x="2700207" y="1255179"/>
                  <a:pt x="2685405" y="1227520"/>
                </a:cubicBezTo>
                <a:close/>
                <a:moveTo>
                  <a:pt x="1034142" y="1204232"/>
                </a:moveTo>
                <a:cubicBezTo>
                  <a:pt x="1015080" y="1185169"/>
                  <a:pt x="1015022" y="1153167"/>
                  <a:pt x="1034002" y="1126069"/>
                </a:cubicBezTo>
                <a:cubicBezTo>
                  <a:pt x="1051986" y="1100393"/>
                  <a:pt x="1086753" y="1098636"/>
                  <a:pt x="1108186" y="1122318"/>
                </a:cubicBezTo>
                <a:cubicBezTo>
                  <a:pt x="1154289" y="1173262"/>
                  <a:pt x="1082544" y="1252633"/>
                  <a:pt x="1034142" y="1204232"/>
                </a:cubicBezTo>
                <a:close/>
                <a:moveTo>
                  <a:pt x="1849310" y="1183481"/>
                </a:moveTo>
                <a:cubicBezTo>
                  <a:pt x="1836888" y="1159774"/>
                  <a:pt x="1852818" y="1123950"/>
                  <a:pt x="1875782" y="1123950"/>
                </a:cubicBezTo>
                <a:cubicBezTo>
                  <a:pt x="1901830" y="1123950"/>
                  <a:pt x="1918321" y="1156208"/>
                  <a:pt x="1905000" y="1181100"/>
                </a:cubicBezTo>
                <a:cubicBezTo>
                  <a:pt x="1892425" y="1204595"/>
                  <a:pt x="1861077" y="1205935"/>
                  <a:pt x="1849310" y="1183481"/>
                </a:cubicBezTo>
                <a:close/>
                <a:moveTo>
                  <a:pt x="1262742" y="1156607"/>
                </a:moveTo>
                <a:cubicBezTo>
                  <a:pt x="1245035" y="1138899"/>
                  <a:pt x="1244883" y="1137626"/>
                  <a:pt x="1257635" y="1113798"/>
                </a:cubicBezTo>
                <a:cubicBezTo>
                  <a:pt x="1275566" y="1080293"/>
                  <a:pt x="1323975" y="1094723"/>
                  <a:pt x="1323975" y="1133573"/>
                </a:cubicBezTo>
                <a:cubicBezTo>
                  <a:pt x="1323975" y="1144077"/>
                  <a:pt x="1296406" y="1171575"/>
                  <a:pt x="1285875" y="1171575"/>
                </a:cubicBezTo>
                <a:cubicBezTo>
                  <a:pt x="1281384" y="1171575"/>
                  <a:pt x="1270975" y="1164839"/>
                  <a:pt x="1262742" y="1156607"/>
                </a:cubicBezTo>
                <a:close/>
                <a:moveTo>
                  <a:pt x="2331250" y="1164631"/>
                </a:moveTo>
                <a:cubicBezTo>
                  <a:pt x="2311147" y="1159834"/>
                  <a:pt x="2298656" y="1117165"/>
                  <a:pt x="2311427" y="1096918"/>
                </a:cubicBezTo>
                <a:cubicBezTo>
                  <a:pt x="2340543" y="1050759"/>
                  <a:pt x="2386012" y="1061356"/>
                  <a:pt x="2386012" y="1114301"/>
                </a:cubicBezTo>
                <a:cubicBezTo>
                  <a:pt x="2386012" y="1148238"/>
                  <a:pt x="2360566" y="1171625"/>
                  <a:pt x="2331250" y="1164631"/>
                </a:cubicBezTo>
                <a:close/>
                <a:moveTo>
                  <a:pt x="614576" y="1124296"/>
                </a:moveTo>
                <a:cubicBezTo>
                  <a:pt x="607690" y="1113154"/>
                  <a:pt x="674361" y="1080761"/>
                  <a:pt x="684111" y="1090511"/>
                </a:cubicBezTo>
                <a:cubicBezTo>
                  <a:pt x="687288" y="1093688"/>
                  <a:pt x="685321" y="1103584"/>
                  <a:pt x="679739" y="1112500"/>
                </a:cubicBezTo>
                <a:cubicBezTo>
                  <a:pt x="667942" y="1131345"/>
                  <a:pt x="623864" y="1139324"/>
                  <a:pt x="614576" y="1124296"/>
                </a:cubicBezTo>
                <a:close/>
                <a:moveTo>
                  <a:pt x="2016130" y="1085233"/>
                </a:moveTo>
                <a:cubicBezTo>
                  <a:pt x="2000472" y="1062879"/>
                  <a:pt x="2003486" y="1043134"/>
                  <a:pt x="2027378" y="1011522"/>
                </a:cubicBezTo>
                <a:cubicBezTo>
                  <a:pt x="2064477" y="962438"/>
                  <a:pt x="2125780" y="1028941"/>
                  <a:pt x="2091567" y="1081156"/>
                </a:cubicBezTo>
                <a:cubicBezTo>
                  <a:pt x="2072396" y="1110416"/>
                  <a:pt x="2035177" y="1112427"/>
                  <a:pt x="2016130" y="1085233"/>
                </a:cubicBezTo>
                <a:close/>
                <a:moveTo>
                  <a:pt x="1605642" y="1051832"/>
                </a:moveTo>
                <a:cubicBezTo>
                  <a:pt x="1587935" y="1034124"/>
                  <a:pt x="1587783" y="1032851"/>
                  <a:pt x="1600535" y="1009023"/>
                </a:cubicBezTo>
                <a:cubicBezTo>
                  <a:pt x="1618466" y="975518"/>
                  <a:pt x="1666875" y="989948"/>
                  <a:pt x="1666875" y="1028798"/>
                </a:cubicBezTo>
                <a:cubicBezTo>
                  <a:pt x="1666875" y="1039302"/>
                  <a:pt x="1639306" y="1066800"/>
                  <a:pt x="1628775" y="1066800"/>
                </a:cubicBezTo>
                <a:cubicBezTo>
                  <a:pt x="1624284" y="1066800"/>
                  <a:pt x="1613875" y="1060064"/>
                  <a:pt x="1605642" y="1051832"/>
                </a:cubicBezTo>
                <a:close/>
                <a:moveTo>
                  <a:pt x="841743" y="1043244"/>
                </a:moveTo>
                <a:cubicBezTo>
                  <a:pt x="834477" y="1024310"/>
                  <a:pt x="836320" y="1022400"/>
                  <a:pt x="870000" y="1013947"/>
                </a:cubicBezTo>
                <a:cubicBezTo>
                  <a:pt x="894474" y="1007804"/>
                  <a:pt x="896699" y="1009291"/>
                  <a:pt x="893793" y="1029841"/>
                </a:cubicBezTo>
                <a:cubicBezTo>
                  <a:pt x="889933" y="1057139"/>
                  <a:pt x="850929" y="1067182"/>
                  <a:pt x="841743" y="1043244"/>
                </a:cubicBezTo>
                <a:close/>
                <a:moveTo>
                  <a:pt x="1391029" y="1014870"/>
                </a:moveTo>
                <a:cubicBezTo>
                  <a:pt x="1365810" y="984482"/>
                  <a:pt x="1403020" y="936718"/>
                  <a:pt x="1432714" y="961362"/>
                </a:cubicBezTo>
                <a:cubicBezTo>
                  <a:pt x="1450632" y="976233"/>
                  <a:pt x="1452275" y="1001364"/>
                  <a:pt x="1436370" y="1017270"/>
                </a:cubicBezTo>
                <a:cubicBezTo>
                  <a:pt x="1421098" y="1032541"/>
                  <a:pt x="1404987" y="1031688"/>
                  <a:pt x="1391029" y="1014870"/>
                </a:cubicBezTo>
                <a:close/>
                <a:moveTo>
                  <a:pt x="1101725" y="1003300"/>
                </a:moveTo>
                <a:cubicBezTo>
                  <a:pt x="1090819" y="992394"/>
                  <a:pt x="1094786" y="954292"/>
                  <a:pt x="1107281" y="949934"/>
                </a:cubicBezTo>
                <a:cubicBezTo>
                  <a:pt x="1140062" y="938499"/>
                  <a:pt x="1160333" y="991435"/>
                  <a:pt x="1127933" y="1003868"/>
                </a:cubicBezTo>
                <a:cubicBezTo>
                  <a:pt x="1109277" y="1011027"/>
                  <a:pt x="1109456" y="1011031"/>
                  <a:pt x="1101725" y="1003300"/>
                </a:cubicBezTo>
                <a:close/>
                <a:moveTo>
                  <a:pt x="1762125" y="962025"/>
                </a:moveTo>
                <a:cubicBezTo>
                  <a:pt x="1721486" y="921386"/>
                  <a:pt x="1751226" y="847725"/>
                  <a:pt x="1808273" y="847725"/>
                </a:cubicBezTo>
                <a:cubicBezTo>
                  <a:pt x="1864325" y="847725"/>
                  <a:pt x="1887802" y="920017"/>
                  <a:pt x="1844854" y="960364"/>
                </a:cubicBezTo>
                <a:cubicBezTo>
                  <a:pt x="1817355" y="986198"/>
                  <a:pt x="1786909" y="986809"/>
                  <a:pt x="1762125" y="962025"/>
                </a:cubicBezTo>
                <a:close/>
                <a:moveTo>
                  <a:pt x="2250281" y="927141"/>
                </a:moveTo>
                <a:cubicBezTo>
                  <a:pt x="2243732" y="924499"/>
                  <a:pt x="2238375" y="913971"/>
                  <a:pt x="2238375" y="903746"/>
                </a:cubicBezTo>
                <a:cubicBezTo>
                  <a:pt x="2238375" y="889124"/>
                  <a:pt x="2241933" y="886985"/>
                  <a:pt x="2255043" y="893727"/>
                </a:cubicBezTo>
                <a:cubicBezTo>
                  <a:pt x="2264211" y="898442"/>
                  <a:pt x="2277070" y="900379"/>
                  <a:pt x="2283618" y="898031"/>
                </a:cubicBezTo>
                <a:cubicBezTo>
                  <a:pt x="2301220" y="891720"/>
                  <a:pt x="2298109" y="920894"/>
                  <a:pt x="2280458" y="927668"/>
                </a:cubicBezTo>
                <a:cubicBezTo>
                  <a:pt x="2272171" y="930848"/>
                  <a:pt x="2264670" y="933111"/>
                  <a:pt x="2263789" y="932698"/>
                </a:cubicBezTo>
                <a:cubicBezTo>
                  <a:pt x="2262908" y="932284"/>
                  <a:pt x="2256829" y="929784"/>
                  <a:pt x="2250281" y="927141"/>
                </a:cubicBezTo>
                <a:close/>
                <a:moveTo>
                  <a:pt x="1257300" y="888688"/>
                </a:moveTo>
                <a:cubicBezTo>
                  <a:pt x="1265158" y="885851"/>
                  <a:pt x="1278993" y="874402"/>
                  <a:pt x="1288044" y="863246"/>
                </a:cubicBezTo>
                <a:cubicBezTo>
                  <a:pt x="1297095" y="852090"/>
                  <a:pt x="1304596" y="848014"/>
                  <a:pt x="1304713" y="854188"/>
                </a:cubicBezTo>
                <a:cubicBezTo>
                  <a:pt x="1305028" y="870913"/>
                  <a:pt x="1277264" y="895456"/>
                  <a:pt x="1259000" y="894598"/>
                </a:cubicBezTo>
                <a:cubicBezTo>
                  <a:pt x="1245972" y="893985"/>
                  <a:pt x="1245657" y="892891"/>
                  <a:pt x="1257300" y="888688"/>
                </a:cubicBezTo>
                <a:close/>
                <a:moveTo>
                  <a:pt x="972722" y="832206"/>
                </a:moveTo>
                <a:cubicBezTo>
                  <a:pt x="966446" y="818432"/>
                  <a:pt x="963511" y="804963"/>
                  <a:pt x="966200" y="802274"/>
                </a:cubicBezTo>
                <a:cubicBezTo>
                  <a:pt x="974965" y="793509"/>
                  <a:pt x="1000125" y="821018"/>
                  <a:pt x="1000125" y="839366"/>
                </a:cubicBezTo>
                <a:cubicBezTo>
                  <a:pt x="1000125" y="865069"/>
                  <a:pt x="986016" y="861383"/>
                  <a:pt x="972722" y="832206"/>
                </a:cubicBezTo>
                <a:close/>
                <a:moveTo>
                  <a:pt x="2049780" y="845820"/>
                </a:moveTo>
                <a:cubicBezTo>
                  <a:pt x="2024364" y="820404"/>
                  <a:pt x="2053904" y="777436"/>
                  <a:pt x="2081212" y="800100"/>
                </a:cubicBezTo>
                <a:cubicBezTo>
                  <a:pt x="2099924" y="815629"/>
                  <a:pt x="2099491" y="844155"/>
                  <a:pt x="2080433" y="851468"/>
                </a:cubicBezTo>
                <a:cubicBezTo>
                  <a:pt x="2061250" y="858829"/>
                  <a:pt x="2063137" y="859177"/>
                  <a:pt x="2049780" y="845820"/>
                </a:cubicBezTo>
                <a:close/>
                <a:moveTo>
                  <a:pt x="1505641" y="794052"/>
                </a:moveTo>
                <a:cubicBezTo>
                  <a:pt x="1469905" y="748621"/>
                  <a:pt x="1486685" y="717518"/>
                  <a:pt x="1524954" y="758253"/>
                </a:cubicBezTo>
                <a:cubicBezTo>
                  <a:pt x="1542381" y="776804"/>
                  <a:pt x="1553942" y="781252"/>
                  <a:pt x="1574196" y="777201"/>
                </a:cubicBezTo>
                <a:cubicBezTo>
                  <a:pt x="1597693" y="772502"/>
                  <a:pt x="1599599" y="773899"/>
                  <a:pt x="1591172" y="789646"/>
                </a:cubicBezTo>
                <a:cubicBezTo>
                  <a:pt x="1571573" y="826265"/>
                  <a:pt x="1532561" y="828275"/>
                  <a:pt x="1505641" y="794052"/>
                </a:cubicBezTo>
                <a:close/>
                <a:moveTo>
                  <a:pt x="1835150" y="746125"/>
                </a:moveTo>
                <a:cubicBezTo>
                  <a:pt x="1817922" y="728897"/>
                  <a:pt x="1830311" y="706776"/>
                  <a:pt x="1859756" y="702190"/>
                </a:cubicBezTo>
                <a:cubicBezTo>
                  <a:pt x="1898067" y="696222"/>
                  <a:pt x="1910045" y="706200"/>
                  <a:pt x="1896022" y="732402"/>
                </a:cubicBezTo>
                <a:cubicBezTo>
                  <a:pt x="1885746" y="751603"/>
                  <a:pt x="1848928" y="759903"/>
                  <a:pt x="1835150" y="746125"/>
                </a:cubicBezTo>
                <a:close/>
                <a:moveTo>
                  <a:pt x="2180566" y="713144"/>
                </a:moveTo>
                <a:cubicBezTo>
                  <a:pt x="2171213" y="695667"/>
                  <a:pt x="2173471" y="689768"/>
                  <a:pt x="2196899" y="670485"/>
                </a:cubicBezTo>
                <a:cubicBezTo>
                  <a:pt x="2230983" y="642431"/>
                  <a:pt x="2251798" y="645163"/>
                  <a:pt x="2255623" y="678193"/>
                </a:cubicBezTo>
                <a:cubicBezTo>
                  <a:pt x="2257972" y="698472"/>
                  <a:pt x="2252652" y="706828"/>
                  <a:pt x="2229903" y="718592"/>
                </a:cubicBezTo>
                <a:cubicBezTo>
                  <a:pt x="2193568" y="737382"/>
                  <a:pt x="2193536" y="737378"/>
                  <a:pt x="2180566" y="713144"/>
                </a:cubicBezTo>
                <a:close/>
                <a:moveTo>
                  <a:pt x="2625724" y="698500"/>
                </a:moveTo>
                <a:cubicBezTo>
                  <a:pt x="2615844" y="688619"/>
                  <a:pt x="2618258" y="657225"/>
                  <a:pt x="2628900" y="657225"/>
                </a:cubicBezTo>
                <a:cubicBezTo>
                  <a:pt x="2634138" y="657225"/>
                  <a:pt x="2638425" y="661160"/>
                  <a:pt x="2638425" y="665970"/>
                </a:cubicBezTo>
                <a:cubicBezTo>
                  <a:pt x="2638425" y="670781"/>
                  <a:pt x="2641026" y="681496"/>
                  <a:pt x="2644206" y="689783"/>
                </a:cubicBezTo>
                <a:cubicBezTo>
                  <a:pt x="2649971" y="704805"/>
                  <a:pt x="2637780" y="710555"/>
                  <a:pt x="2625724" y="698500"/>
                </a:cubicBezTo>
                <a:close/>
                <a:moveTo>
                  <a:pt x="1300162" y="646623"/>
                </a:moveTo>
                <a:cubicBezTo>
                  <a:pt x="1284446" y="636320"/>
                  <a:pt x="1265741" y="624402"/>
                  <a:pt x="1258596" y="620140"/>
                </a:cubicBezTo>
                <a:cubicBezTo>
                  <a:pt x="1242002" y="610241"/>
                  <a:pt x="1253162" y="571500"/>
                  <a:pt x="1272608" y="571500"/>
                </a:cubicBezTo>
                <a:cubicBezTo>
                  <a:pt x="1293675" y="571500"/>
                  <a:pt x="1362075" y="608537"/>
                  <a:pt x="1362075" y="619944"/>
                </a:cubicBezTo>
                <a:cubicBezTo>
                  <a:pt x="1362075" y="634524"/>
                  <a:pt x="1343468" y="666863"/>
                  <a:pt x="1335546" y="666053"/>
                </a:cubicBezTo>
                <a:cubicBezTo>
                  <a:pt x="1331801" y="665670"/>
                  <a:pt x="1315878" y="656927"/>
                  <a:pt x="1300162" y="646623"/>
                </a:cubicBezTo>
                <a:close/>
                <a:moveTo>
                  <a:pt x="2347461" y="617702"/>
                </a:moveTo>
                <a:cubicBezTo>
                  <a:pt x="2338125" y="588289"/>
                  <a:pt x="2364910" y="571500"/>
                  <a:pt x="2421170" y="571500"/>
                </a:cubicBezTo>
                <a:cubicBezTo>
                  <a:pt x="2458499" y="571500"/>
                  <a:pt x="2466948" y="574584"/>
                  <a:pt x="2466829" y="588168"/>
                </a:cubicBezTo>
                <a:cubicBezTo>
                  <a:pt x="2466576" y="617007"/>
                  <a:pt x="2454131" y="625654"/>
                  <a:pt x="2403397" y="632241"/>
                </a:cubicBezTo>
                <a:cubicBezTo>
                  <a:pt x="2358203" y="638109"/>
                  <a:pt x="2353554" y="636900"/>
                  <a:pt x="2347461" y="617702"/>
                </a:cubicBezTo>
                <a:close/>
              </a:path>
            </a:pathLst>
          </a:custGeom>
          <a:solidFill>
            <a:srgbClr val="7A1732">
              <a:alpha val="85000"/>
            </a:srgbClr>
          </a:solidFill>
          <a:ln>
            <a:noFill/>
          </a:ln>
        </p:spPr>
      </p:sp>
      <p:sp>
        <p:nvSpPr>
          <p:cNvPr id="9" name="sparkle"/>
          <p:cNvSpPr/>
          <p:nvPr/>
        </p:nvSpPr>
        <p:spPr>
          <a:xfrm rot="0">
            <a:off x="7858125" y="2419350"/>
            <a:ext cx="1428750" cy="1447800"/>
          </a:xfrm>
          <a:custGeom>
            <a:avLst/>
            <a:gdLst/>
            <a:ahLst/>
            <a:cxnLst/>
            <a:rect l="0" t="0" r="r" b="b"/>
            <a:pathLst>
              <a:path w="1428750" h="1447800">
                <a:moveTo>
                  <a:pt x="730996" y="1442051"/>
                </a:moveTo>
                <a:cubicBezTo>
                  <a:pt x="727458" y="1436327"/>
                  <a:pt x="724738" y="1398454"/>
                  <a:pt x="724949" y="1357889"/>
                </a:cubicBezTo>
                <a:cubicBezTo>
                  <a:pt x="725404" y="1270857"/>
                  <a:pt x="719439" y="1256673"/>
                  <a:pt x="710553" y="1323656"/>
                </a:cubicBezTo>
                <a:cubicBezTo>
                  <a:pt x="699882" y="1404102"/>
                  <a:pt x="689026" y="1377587"/>
                  <a:pt x="682409" y="1254918"/>
                </a:cubicBezTo>
                <a:cubicBezTo>
                  <a:pt x="666360" y="957361"/>
                  <a:pt x="621224" y="837465"/>
                  <a:pt x="509143" y="794661"/>
                </a:cubicBezTo>
                <a:cubicBezTo>
                  <a:pt x="485813" y="785751"/>
                  <a:pt x="466725" y="774651"/>
                  <a:pt x="466725" y="769995"/>
                </a:cubicBezTo>
                <a:cubicBezTo>
                  <a:pt x="466725" y="765338"/>
                  <a:pt x="454937" y="756583"/>
                  <a:pt x="440531" y="750538"/>
                </a:cubicBezTo>
                <a:cubicBezTo>
                  <a:pt x="415212" y="739916"/>
                  <a:pt x="415057" y="739424"/>
                  <a:pt x="435910" y="735806"/>
                </a:cubicBezTo>
                <a:cubicBezTo>
                  <a:pt x="447774" y="733747"/>
                  <a:pt x="455329" y="728578"/>
                  <a:pt x="452697" y="724319"/>
                </a:cubicBezTo>
                <a:cubicBezTo>
                  <a:pt x="450065" y="720061"/>
                  <a:pt x="466155" y="711983"/>
                  <a:pt x="488453" y="706368"/>
                </a:cubicBezTo>
                <a:cubicBezTo>
                  <a:pt x="620979" y="672997"/>
                  <a:pt x="682470" y="534792"/>
                  <a:pt x="705262" y="219075"/>
                </a:cubicBezTo>
                <a:cubicBezTo>
                  <a:pt x="712377" y="120505"/>
                  <a:pt x="721151" y="56585"/>
                  <a:pt x="728795" y="47625"/>
                </a:cubicBezTo>
                <a:cubicBezTo>
                  <a:pt x="735498" y="39766"/>
                  <a:pt x="742749" y="24765"/>
                  <a:pt x="744907" y="14287"/>
                </a:cubicBezTo>
                <a:cubicBezTo>
                  <a:pt x="747907" y="-280"/>
                  <a:pt x="754019" y="6370"/>
                  <a:pt x="770886" y="42556"/>
                </a:cubicBezTo>
                <a:cubicBezTo>
                  <a:pt x="789611" y="82730"/>
                  <a:pt x="792059" y="99270"/>
                  <a:pt x="787099" y="152094"/>
                </a:cubicBezTo>
                <a:cubicBezTo>
                  <a:pt x="777296" y="256504"/>
                  <a:pt x="814885" y="497295"/>
                  <a:pt x="852609" y="571740"/>
                </a:cubicBezTo>
                <a:cubicBezTo>
                  <a:pt x="877368" y="620601"/>
                  <a:pt x="922797" y="664027"/>
                  <a:pt x="964278" y="678487"/>
                </a:cubicBezTo>
                <a:cubicBezTo>
                  <a:pt x="978755" y="683534"/>
                  <a:pt x="990600" y="691198"/>
                  <a:pt x="990600" y="695518"/>
                </a:cubicBezTo>
                <a:cubicBezTo>
                  <a:pt x="990600" y="699838"/>
                  <a:pt x="1005601" y="708323"/>
                  <a:pt x="1023937" y="714375"/>
                </a:cubicBezTo>
                <a:cubicBezTo>
                  <a:pt x="1072742" y="730481"/>
                  <a:pt x="1067769" y="754463"/>
                  <a:pt x="1011423" y="774724"/>
                </a:cubicBezTo>
                <a:cubicBezTo>
                  <a:pt x="899484" y="814977"/>
                  <a:pt x="833610" y="926527"/>
                  <a:pt x="795336" y="1140641"/>
                </a:cubicBezTo>
                <a:cubicBezTo>
                  <a:pt x="773266" y="1264110"/>
                  <a:pt x="771115" y="1272049"/>
                  <a:pt x="763201" y="1259244"/>
                </a:cubicBezTo>
                <a:cubicBezTo>
                  <a:pt x="759343" y="1253002"/>
                  <a:pt x="755114" y="1278943"/>
                  <a:pt x="753803" y="1316891"/>
                </a:cubicBezTo>
                <a:cubicBezTo>
                  <a:pt x="751021" y="1397412"/>
                  <a:pt x="740179" y="1456910"/>
                  <a:pt x="730996" y="1442051"/>
                </a:cubicBezTo>
                <a:close/>
                <a:moveTo>
                  <a:pt x="1171575" y="1232795"/>
                </a:moveTo>
                <a:cubicBezTo>
                  <a:pt x="1085104" y="1169130"/>
                  <a:pt x="983055" y="1051485"/>
                  <a:pt x="986274" y="1019175"/>
                </a:cubicBezTo>
                <a:cubicBezTo>
                  <a:pt x="987057" y="1011316"/>
                  <a:pt x="988351" y="997413"/>
                  <a:pt x="989149" y="988278"/>
                </a:cubicBezTo>
                <a:cubicBezTo>
                  <a:pt x="991126" y="965646"/>
                  <a:pt x="1026752" y="971828"/>
                  <a:pt x="1048396" y="998558"/>
                </a:cubicBezTo>
                <a:cubicBezTo>
                  <a:pt x="1057578" y="1009897"/>
                  <a:pt x="1069238" y="1019175"/>
                  <a:pt x="1074307" y="1019175"/>
                </a:cubicBezTo>
                <a:cubicBezTo>
                  <a:pt x="1085333" y="1019175"/>
                  <a:pt x="1177722" y="1123071"/>
                  <a:pt x="1213128" y="1175285"/>
                </a:cubicBezTo>
                <a:cubicBezTo>
                  <a:pt x="1263295" y="1249269"/>
                  <a:pt x="1239215" y="1282595"/>
                  <a:pt x="1171575" y="1232795"/>
                </a:cubicBezTo>
                <a:close/>
                <a:moveTo>
                  <a:pt x="297596" y="1212871"/>
                </a:moveTo>
                <a:cubicBezTo>
                  <a:pt x="291015" y="1210218"/>
                  <a:pt x="288504" y="1203399"/>
                  <a:pt x="292015" y="1197717"/>
                </a:cubicBezTo>
                <a:cubicBezTo>
                  <a:pt x="296077" y="1191146"/>
                  <a:pt x="292632" y="1189600"/>
                  <a:pt x="282550" y="1193469"/>
                </a:cubicBezTo>
                <a:cubicBezTo>
                  <a:pt x="262937" y="1200995"/>
                  <a:pt x="262860" y="1202151"/>
                  <a:pt x="285043" y="1156236"/>
                </a:cubicBezTo>
                <a:cubicBezTo>
                  <a:pt x="320540" y="1082765"/>
                  <a:pt x="458112" y="952500"/>
                  <a:pt x="500206" y="952500"/>
                </a:cubicBezTo>
                <a:cubicBezTo>
                  <a:pt x="511952" y="952500"/>
                  <a:pt x="511853" y="988228"/>
                  <a:pt x="500058" y="1006229"/>
                </a:cubicBezTo>
                <a:cubicBezTo>
                  <a:pt x="491961" y="1018588"/>
                  <a:pt x="487937" y="1028700"/>
                  <a:pt x="491118" y="1028700"/>
                </a:cubicBezTo>
                <a:cubicBezTo>
                  <a:pt x="499161" y="1028700"/>
                  <a:pt x="443336" y="1098178"/>
                  <a:pt x="382355" y="1164064"/>
                </a:cubicBezTo>
                <a:cubicBezTo>
                  <a:pt x="332942" y="1217450"/>
                  <a:pt x="323063" y="1223139"/>
                  <a:pt x="297596" y="1212871"/>
                </a:cubicBezTo>
                <a:close/>
                <a:moveTo>
                  <a:pt x="797614" y="822888"/>
                </a:moveTo>
                <a:cubicBezTo>
                  <a:pt x="808501" y="807735"/>
                  <a:pt x="830588" y="782817"/>
                  <a:pt x="846695" y="767514"/>
                </a:cubicBezTo>
                <a:lnTo>
                  <a:pt x="875981" y="739691"/>
                </a:lnTo>
                <a:lnTo>
                  <a:pt x="847853" y="722585"/>
                </a:lnTo>
                <a:cubicBezTo>
                  <a:pt x="813183" y="701501"/>
                  <a:pt x="762407" y="632953"/>
                  <a:pt x="755342" y="597693"/>
                </a:cubicBezTo>
                <a:cubicBezTo>
                  <a:pt x="747969" y="560899"/>
                  <a:pt x="738368" y="565065"/>
                  <a:pt x="724596" y="611032"/>
                </a:cubicBezTo>
                <a:cubicBezTo>
                  <a:pt x="717045" y="636235"/>
                  <a:pt x="694741" y="668575"/>
                  <a:pt x="663066" y="700250"/>
                </a:cubicBezTo>
                <a:lnTo>
                  <a:pt x="613381" y="749935"/>
                </a:lnTo>
                <a:lnTo>
                  <a:pt x="643480" y="770559"/>
                </a:lnTo>
                <a:cubicBezTo>
                  <a:pt x="678274" y="794400"/>
                  <a:pt x="719284" y="864800"/>
                  <a:pt x="729048" y="917450"/>
                </a:cubicBezTo>
                <a:lnTo>
                  <a:pt x="735796" y="953837"/>
                </a:lnTo>
                <a:lnTo>
                  <a:pt x="756808" y="902138"/>
                </a:lnTo>
                <a:cubicBezTo>
                  <a:pt x="768364" y="873703"/>
                  <a:pt x="786727" y="838041"/>
                  <a:pt x="797614" y="822888"/>
                </a:cubicBezTo>
                <a:close/>
                <a:moveTo>
                  <a:pt x="89649" y="762040"/>
                </a:moveTo>
                <a:cubicBezTo>
                  <a:pt x="62995" y="758130"/>
                  <a:pt x="31891" y="746972"/>
                  <a:pt x="20529" y="737244"/>
                </a:cubicBezTo>
                <a:lnTo>
                  <a:pt x="-128" y="719556"/>
                </a:lnTo>
                <a:lnTo>
                  <a:pt x="35654" y="708439"/>
                </a:lnTo>
                <a:cubicBezTo>
                  <a:pt x="62360" y="700142"/>
                  <a:pt x="65858" y="697069"/>
                  <a:pt x="49444" y="696323"/>
                </a:cubicBezTo>
                <a:cubicBezTo>
                  <a:pt x="12480" y="694645"/>
                  <a:pt x="35353" y="678414"/>
                  <a:pt x="83354" y="672261"/>
                </a:cubicBezTo>
                <a:cubicBezTo>
                  <a:pt x="151485" y="663528"/>
                  <a:pt x="315289" y="680279"/>
                  <a:pt x="327802" y="697260"/>
                </a:cubicBezTo>
                <a:cubicBezTo>
                  <a:pt x="333486" y="704973"/>
                  <a:pt x="344479" y="713379"/>
                  <a:pt x="352230" y="715939"/>
                </a:cubicBezTo>
                <a:cubicBezTo>
                  <a:pt x="374945" y="723443"/>
                  <a:pt x="319349" y="754645"/>
                  <a:pt x="268257" y="763067"/>
                </a:cubicBezTo>
                <a:cubicBezTo>
                  <a:pt x="214553" y="771919"/>
                  <a:pt x="154659" y="771575"/>
                  <a:pt x="89649" y="762040"/>
                </a:cubicBezTo>
                <a:close/>
                <a:moveTo>
                  <a:pt x="1138682" y="762719"/>
                </a:moveTo>
                <a:cubicBezTo>
                  <a:pt x="1135199" y="757084"/>
                  <a:pt x="1135818" y="752203"/>
                  <a:pt x="1140056" y="751871"/>
                </a:cubicBezTo>
                <a:cubicBezTo>
                  <a:pt x="1144294" y="751539"/>
                  <a:pt x="1137058" y="746999"/>
                  <a:pt x="1123976" y="741782"/>
                </a:cubicBezTo>
                <a:lnTo>
                  <a:pt x="1100190" y="732296"/>
                </a:lnTo>
                <a:lnTo>
                  <a:pt x="1123976" y="714260"/>
                </a:lnTo>
                <a:cubicBezTo>
                  <a:pt x="1172480" y="677480"/>
                  <a:pt x="1372334" y="677519"/>
                  <a:pt x="1411831" y="714316"/>
                </a:cubicBezTo>
                <a:cubicBezTo>
                  <a:pt x="1430484" y="731694"/>
                  <a:pt x="1430563" y="732973"/>
                  <a:pt x="1414008" y="749555"/>
                </a:cubicBezTo>
                <a:cubicBezTo>
                  <a:pt x="1393555" y="770041"/>
                  <a:pt x="1150392" y="781667"/>
                  <a:pt x="1138682" y="762719"/>
                </a:cubicBezTo>
                <a:close/>
                <a:moveTo>
                  <a:pt x="466860" y="504908"/>
                </a:moveTo>
                <a:cubicBezTo>
                  <a:pt x="459428" y="500315"/>
                  <a:pt x="450359" y="498403"/>
                  <a:pt x="446708" y="500659"/>
                </a:cubicBezTo>
                <a:cubicBezTo>
                  <a:pt x="438273" y="505873"/>
                  <a:pt x="300401" y="359762"/>
                  <a:pt x="269044" y="312380"/>
                </a:cubicBezTo>
                <a:cubicBezTo>
                  <a:pt x="234788" y="260615"/>
                  <a:pt x="262777" y="214383"/>
                  <a:pt x="305154" y="252733"/>
                </a:cubicBezTo>
                <a:cubicBezTo>
                  <a:pt x="315437" y="262038"/>
                  <a:pt x="323850" y="265934"/>
                  <a:pt x="323850" y="261390"/>
                </a:cubicBezTo>
                <a:cubicBezTo>
                  <a:pt x="323850" y="230248"/>
                  <a:pt x="496580" y="435472"/>
                  <a:pt x="500511" y="471285"/>
                </a:cubicBezTo>
                <a:cubicBezTo>
                  <a:pt x="503562" y="499081"/>
                  <a:pt x="485933" y="516696"/>
                  <a:pt x="466860" y="504908"/>
                </a:cubicBezTo>
                <a:close/>
                <a:moveTo>
                  <a:pt x="962025" y="487815"/>
                </a:moveTo>
                <a:cubicBezTo>
                  <a:pt x="962025" y="483550"/>
                  <a:pt x="967346" y="474738"/>
                  <a:pt x="973851" y="468233"/>
                </a:cubicBezTo>
                <a:cubicBezTo>
                  <a:pt x="983270" y="458814"/>
                  <a:pt x="983178" y="454862"/>
                  <a:pt x="973402" y="448819"/>
                </a:cubicBezTo>
                <a:cubicBezTo>
                  <a:pt x="949858" y="434268"/>
                  <a:pt x="1095138" y="266700"/>
                  <a:pt x="1131298" y="266700"/>
                </a:cubicBezTo>
                <a:cubicBezTo>
                  <a:pt x="1136451" y="266700"/>
                  <a:pt x="1146003" y="260270"/>
                  <a:pt x="1152525" y="252412"/>
                </a:cubicBezTo>
                <a:cubicBezTo>
                  <a:pt x="1159046" y="244554"/>
                  <a:pt x="1168668" y="238125"/>
                  <a:pt x="1173907" y="238125"/>
                </a:cubicBezTo>
                <a:cubicBezTo>
                  <a:pt x="1179719" y="238124"/>
                  <a:pt x="1179296" y="243108"/>
                  <a:pt x="1172823" y="250907"/>
                </a:cubicBezTo>
                <a:cubicBezTo>
                  <a:pt x="1166989" y="257938"/>
                  <a:pt x="1164932" y="266407"/>
                  <a:pt x="1168252" y="269727"/>
                </a:cubicBezTo>
                <a:cubicBezTo>
                  <a:pt x="1171572" y="273047"/>
                  <a:pt x="1168867" y="282297"/>
                  <a:pt x="1162241" y="290282"/>
                </a:cubicBezTo>
                <a:cubicBezTo>
                  <a:pt x="1155614" y="298267"/>
                  <a:pt x="1153459" y="304800"/>
                  <a:pt x="1157452" y="304800"/>
                </a:cubicBezTo>
                <a:cubicBezTo>
                  <a:pt x="1161445" y="304800"/>
                  <a:pt x="1170192" y="297305"/>
                  <a:pt x="1176889" y="288146"/>
                </a:cubicBezTo>
                <a:cubicBezTo>
                  <a:pt x="1183587" y="278986"/>
                  <a:pt x="1191753" y="274178"/>
                  <a:pt x="1195035" y="277460"/>
                </a:cubicBezTo>
                <a:cubicBezTo>
                  <a:pt x="1201910" y="284335"/>
                  <a:pt x="1103889" y="409119"/>
                  <a:pt x="1056120" y="454303"/>
                </a:cubicBezTo>
                <a:cubicBezTo>
                  <a:pt x="1026239" y="482566"/>
                  <a:pt x="962025" y="505437"/>
                  <a:pt x="962025" y="487815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10" name="sparkle"/>
          <p:cNvSpPr/>
          <p:nvPr/>
        </p:nvSpPr>
        <p:spPr>
          <a:xfrm rot="0">
            <a:off x="1000125" y="2290762"/>
            <a:ext cx="857250" cy="1133475"/>
          </a:xfrm>
          <a:custGeom>
            <a:avLst/>
            <a:gdLst/>
            <a:ahLst/>
            <a:cxnLst/>
            <a:rect l="0" t="0" r="r" b="b"/>
            <a:pathLst>
              <a:path w="857250" h="1133475">
                <a:moveTo>
                  <a:pt x="399322" y="1128712"/>
                </a:moveTo>
                <a:cubicBezTo>
                  <a:pt x="396302" y="1123473"/>
                  <a:pt x="392713" y="1102042"/>
                  <a:pt x="391346" y="1081087"/>
                </a:cubicBezTo>
                <a:cubicBezTo>
                  <a:pt x="389980" y="1060132"/>
                  <a:pt x="385442" y="1025842"/>
                  <a:pt x="381263" y="1004887"/>
                </a:cubicBezTo>
                <a:lnTo>
                  <a:pt x="373665" y="966787"/>
                </a:lnTo>
                <a:lnTo>
                  <a:pt x="371539" y="1004887"/>
                </a:lnTo>
                <a:cubicBezTo>
                  <a:pt x="370150" y="1029781"/>
                  <a:pt x="363403" y="1002879"/>
                  <a:pt x="352073" y="927269"/>
                </a:cubicBezTo>
                <a:cubicBezTo>
                  <a:pt x="323697" y="737904"/>
                  <a:pt x="276639" y="664710"/>
                  <a:pt x="162180" y="631910"/>
                </a:cubicBezTo>
                <a:cubicBezTo>
                  <a:pt x="133226" y="623613"/>
                  <a:pt x="105085" y="613283"/>
                  <a:pt x="99644" y="608954"/>
                </a:cubicBezTo>
                <a:cubicBezTo>
                  <a:pt x="94203" y="604626"/>
                  <a:pt x="71425" y="600002"/>
                  <a:pt x="49027" y="598681"/>
                </a:cubicBezTo>
                <a:cubicBezTo>
                  <a:pt x="-798" y="595741"/>
                  <a:pt x="-14344" y="581025"/>
                  <a:pt x="32775" y="581025"/>
                </a:cubicBezTo>
                <a:cubicBezTo>
                  <a:pt x="51420" y="581025"/>
                  <a:pt x="66675" y="576738"/>
                  <a:pt x="66675" y="571500"/>
                </a:cubicBezTo>
                <a:cubicBezTo>
                  <a:pt x="66675" y="566261"/>
                  <a:pt x="84072" y="561975"/>
                  <a:pt x="105337" y="561975"/>
                </a:cubicBezTo>
                <a:cubicBezTo>
                  <a:pt x="126601" y="561974"/>
                  <a:pt x="141758" y="558348"/>
                  <a:pt x="139019" y="553916"/>
                </a:cubicBezTo>
                <a:cubicBezTo>
                  <a:pt x="136279" y="549484"/>
                  <a:pt x="155697" y="535714"/>
                  <a:pt x="182169" y="523315"/>
                </a:cubicBezTo>
                <a:cubicBezTo>
                  <a:pt x="286477" y="474460"/>
                  <a:pt x="360472" y="360272"/>
                  <a:pt x="381560" y="215617"/>
                </a:cubicBezTo>
                <a:cubicBezTo>
                  <a:pt x="404286" y="59722"/>
                  <a:pt x="413745" y="9524"/>
                  <a:pt x="420396" y="9524"/>
                </a:cubicBezTo>
                <a:cubicBezTo>
                  <a:pt x="424263" y="9524"/>
                  <a:pt x="424978" y="24612"/>
                  <a:pt x="421986" y="43053"/>
                </a:cubicBezTo>
                <a:cubicBezTo>
                  <a:pt x="417344" y="71655"/>
                  <a:pt x="418888" y="75683"/>
                  <a:pt x="432487" y="70464"/>
                </a:cubicBezTo>
                <a:cubicBezTo>
                  <a:pt x="446249" y="65183"/>
                  <a:pt x="447922" y="70259"/>
                  <a:pt x="444715" y="107571"/>
                </a:cubicBezTo>
                <a:cubicBezTo>
                  <a:pt x="439468" y="168624"/>
                  <a:pt x="463117" y="316696"/>
                  <a:pt x="486971" y="372146"/>
                </a:cubicBezTo>
                <a:cubicBezTo>
                  <a:pt x="520792" y="450763"/>
                  <a:pt x="579472" y="494414"/>
                  <a:pt x="680685" y="516244"/>
                </a:cubicBezTo>
                <a:cubicBezTo>
                  <a:pt x="716979" y="524072"/>
                  <a:pt x="724123" y="528199"/>
                  <a:pt x="710024" y="533192"/>
                </a:cubicBezTo>
                <a:cubicBezTo>
                  <a:pt x="688225" y="540912"/>
                  <a:pt x="738087" y="551215"/>
                  <a:pt x="809625" y="553772"/>
                </a:cubicBezTo>
                <a:cubicBezTo>
                  <a:pt x="839940" y="554855"/>
                  <a:pt x="844122" y="556348"/>
                  <a:pt x="823912" y="558870"/>
                </a:cubicBezTo>
                <a:cubicBezTo>
                  <a:pt x="761062" y="566713"/>
                  <a:pt x="745599" y="572821"/>
                  <a:pt x="766762" y="581446"/>
                </a:cubicBezTo>
                <a:cubicBezTo>
                  <a:pt x="780169" y="586911"/>
                  <a:pt x="770530" y="589409"/>
                  <a:pt x="734218" y="589880"/>
                </a:cubicBezTo>
                <a:cubicBezTo>
                  <a:pt x="705842" y="590248"/>
                  <a:pt x="685514" y="593439"/>
                  <a:pt x="689047" y="596972"/>
                </a:cubicBezTo>
                <a:cubicBezTo>
                  <a:pt x="692579" y="600504"/>
                  <a:pt x="673320" y="615505"/>
                  <a:pt x="646250" y="630309"/>
                </a:cubicBezTo>
                <a:cubicBezTo>
                  <a:pt x="590552" y="660767"/>
                  <a:pt x="586725" y="661917"/>
                  <a:pt x="596277" y="645318"/>
                </a:cubicBezTo>
                <a:cubicBezTo>
                  <a:pt x="600258" y="638401"/>
                  <a:pt x="599496" y="636738"/>
                  <a:pt x="594458" y="641350"/>
                </a:cubicBezTo>
                <a:cubicBezTo>
                  <a:pt x="589689" y="645715"/>
                  <a:pt x="585592" y="654288"/>
                  <a:pt x="585354" y="660400"/>
                </a:cubicBezTo>
                <a:cubicBezTo>
                  <a:pt x="585116" y="666511"/>
                  <a:pt x="579440" y="670334"/>
                  <a:pt x="572740" y="668895"/>
                </a:cubicBezTo>
                <a:cubicBezTo>
                  <a:pt x="566040" y="667455"/>
                  <a:pt x="562962" y="670166"/>
                  <a:pt x="565899" y="674919"/>
                </a:cubicBezTo>
                <a:cubicBezTo>
                  <a:pt x="568837" y="679672"/>
                  <a:pt x="562692" y="694427"/>
                  <a:pt x="552244" y="707709"/>
                </a:cubicBezTo>
                <a:cubicBezTo>
                  <a:pt x="528109" y="738393"/>
                  <a:pt x="485990" y="828393"/>
                  <a:pt x="485868" y="849544"/>
                </a:cubicBezTo>
                <a:cubicBezTo>
                  <a:pt x="485816" y="858402"/>
                  <a:pt x="481316" y="868405"/>
                  <a:pt x="475868" y="871773"/>
                </a:cubicBezTo>
                <a:cubicBezTo>
                  <a:pt x="469474" y="875724"/>
                  <a:pt x="467863" y="868324"/>
                  <a:pt x="471324" y="850904"/>
                </a:cubicBezTo>
                <a:cubicBezTo>
                  <a:pt x="475438" y="830203"/>
                  <a:pt x="474752" y="828352"/>
                  <a:pt x="468382" y="842962"/>
                </a:cubicBezTo>
                <a:cubicBezTo>
                  <a:pt x="454337" y="875172"/>
                  <a:pt x="447048" y="925436"/>
                  <a:pt x="457343" y="919073"/>
                </a:cubicBezTo>
                <a:cubicBezTo>
                  <a:pt x="462503" y="915884"/>
                  <a:pt x="466725" y="921642"/>
                  <a:pt x="466725" y="931868"/>
                </a:cubicBezTo>
                <a:cubicBezTo>
                  <a:pt x="466725" y="942094"/>
                  <a:pt x="460167" y="952978"/>
                  <a:pt x="452152" y="956053"/>
                </a:cubicBezTo>
                <a:cubicBezTo>
                  <a:pt x="440190" y="960643"/>
                  <a:pt x="438720" y="972769"/>
                  <a:pt x="443943" y="1023747"/>
                </a:cubicBezTo>
                <a:cubicBezTo>
                  <a:pt x="447995" y="1063296"/>
                  <a:pt x="446822" y="1085850"/>
                  <a:pt x="440714" y="1085850"/>
                </a:cubicBezTo>
                <a:cubicBezTo>
                  <a:pt x="435439" y="1085850"/>
                  <a:pt x="432607" y="1073103"/>
                  <a:pt x="434421" y="1057523"/>
                </a:cubicBezTo>
                <a:cubicBezTo>
                  <a:pt x="436235" y="1041944"/>
                  <a:pt x="434028" y="1019441"/>
                  <a:pt x="429516" y="1007517"/>
                </a:cubicBezTo>
                <a:cubicBezTo>
                  <a:pt x="420961" y="984911"/>
                  <a:pt x="413589" y="1017126"/>
                  <a:pt x="407228" y="1104900"/>
                </a:cubicBezTo>
                <a:cubicBezTo>
                  <a:pt x="405899" y="1123235"/>
                  <a:pt x="402341" y="1133951"/>
                  <a:pt x="399322" y="1128712"/>
                </a:cubicBezTo>
                <a:close/>
                <a:moveTo>
                  <a:pt x="419100" y="784202"/>
                </a:moveTo>
                <a:cubicBezTo>
                  <a:pt x="419100" y="753575"/>
                  <a:pt x="481271" y="654475"/>
                  <a:pt x="525345" y="614849"/>
                </a:cubicBezTo>
                <a:lnTo>
                  <a:pt x="571150" y="573666"/>
                </a:lnTo>
                <a:lnTo>
                  <a:pt x="541484" y="561378"/>
                </a:lnTo>
                <a:cubicBezTo>
                  <a:pt x="493741" y="541602"/>
                  <a:pt x="456057" y="504249"/>
                  <a:pt x="432456" y="453309"/>
                </a:cubicBezTo>
                <a:cubicBezTo>
                  <a:pt x="414525" y="414608"/>
                  <a:pt x="409303" y="409227"/>
                  <a:pt x="404349" y="424345"/>
                </a:cubicBezTo>
                <a:cubicBezTo>
                  <a:pt x="385805" y="480928"/>
                  <a:pt x="375237" y="498098"/>
                  <a:pt x="338837" y="530779"/>
                </a:cubicBezTo>
                <a:cubicBezTo>
                  <a:pt x="316809" y="550556"/>
                  <a:pt x="290865" y="571257"/>
                  <a:pt x="281183" y="576782"/>
                </a:cubicBezTo>
                <a:cubicBezTo>
                  <a:pt x="265179" y="585914"/>
                  <a:pt x="266630" y="588627"/>
                  <a:pt x="297150" y="606634"/>
                </a:cubicBezTo>
                <a:cubicBezTo>
                  <a:pt x="347781" y="636507"/>
                  <a:pt x="381005" y="686475"/>
                  <a:pt x="393318" y="751271"/>
                </a:cubicBezTo>
                <a:cubicBezTo>
                  <a:pt x="402987" y="802149"/>
                  <a:pt x="419100" y="822729"/>
                  <a:pt x="419100" y="784202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  <p:sp>
        <p:nvSpPr>
          <p:cNvPr id="11" name="TEXT: [what it fixes, in one line]"/>
          <p:cNvSpPr/>
          <p:nvPr/>
        </p:nvSpPr>
        <p:spPr>
          <a:xfrm rot="180000">
            <a:off x="623888" y="10501312"/>
            <a:ext cx="4181475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[what it fixes,</a:t>
            </a:r>
          </a:p>
          <a:p>
            <a:pPr algn="l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in one line]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ug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086475" y="9620250"/>
            <a:ext cx="3448050" cy="3238500"/>
          </a:xfrm>
          <a:prstGeom prst="rect">
            <a:avLst/>
          </a:prstGeom>
        </p:spPr>
      </p:pic>
      <p:sp>
        <p:nvSpPr>
          <p:cNvPr id="4" name="mug pattern"/>
          <p:cNvSpPr/>
          <p:nvPr/>
        </p:nvSpPr>
        <p:spPr>
          <a:xfrm rot="-360000">
            <a:off x="6086475" y="9620250"/>
            <a:ext cx="3448050" cy="3238500"/>
          </a:xfrm>
          <a:custGeom>
            <a:avLst/>
            <a:gdLst/>
            <a:ahLst/>
            <a:cxnLst/>
            <a:rect l="0" t="0" r="r" b="b"/>
            <a:pathLst>
              <a:path w="3448050" h="3238500">
                <a:moveTo>
                  <a:pt x="1337701" y="2680984"/>
                </a:moveTo>
                <a:cubicBezTo>
                  <a:pt x="1347870" y="2673293"/>
                  <a:pt x="1360981" y="2667000"/>
                  <a:pt x="1366837" y="2667000"/>
                </a:cubicBezTo>
                <a:cubicBezTo>
                  <a:pt x="1372693" y="2667000"/>
                  <a:pt x="1385804" y="2673293"/>
                  <a:pt x="1395973" y="2680984"/>
                </a:cubicBezTo>
                <a:cubicBezTo>
                  <a:pt x="1413024" y="2693881"/>
                  <a:pt x="1410757" y="2694969"/>
                  <a:pt x="1366837" y="2694969"/>
                </a:cubicBezTo>
                <a:cubicBezTo>
                  <a:pt x="1322917" y="2694969"/>
                  <a:pt x="1320650" y="2693881"/>
                  <a:pt x="1337701" y="2680984"/>
                </a:cubicBezTo>
                <a:close/>
                <a:moveTo>
                  <a:pt x="971550" y="2645184"/>
                </a:moveTo>
                <a:lnTo>
                  <a:pt x="938212" y="2634612"/>
                </a:lnTo>
                <a:lnTo>
                  <a:pt x="965690" y="2630999"/>
                </a:lnTo>
                <a:cubicBezTo>
                  <a:pt x="982201" y="2628828"/>
                  <a:pt x="999173" y="2633391"/>
                  <a:pt x="1008213" y="2642430"/>
                </a:cubicBezTo>
                <a:cubicBezTo>
                  <a:pt x="1025378" y="2659596"/>
                  <a:pt x="1018600" y="2660105"/>
                  <a:pt x="971550" y="2645184"/>
                </a:cubicBezTo>
                <a:close/>
                <a:moveTo>
                  <a:pt x="1158798" y="2643691"/>
                </a:moveTo>
                <a:cubicBezTo>
                  <a:pt x="1146324" y="2611184"/>
                  <a:pt x="1179575" y="2580297"/>
                  <a:pt x="1200240" y="2605196"/>
                </a:cubicBezTo>
                <a:cubicBezTo>
                  <a:pt x="1206294" y="2612491"/>
                  <a:pt x="1209778" y="2626166"/>
                  <a:pt x="1207982" y="2635586"/>
                </a:cubicBezTo>
                <a:cubicBezTo>
                  <a:pt x="1203833" y="2657351"/>
                  <a:pt x="1166407" y="2663518"/>
                  <a:pt x="1158798" y="2643691"/>
                </a:cubicBezTo>
                <a:close/>
                <a:moveTo>
                  <a:pt x="1543485" y="2605611"/>
                </a:moveTo>
                <a:cubicBezTo>
                  <a:pt x="1516393" y="2572968"/>
                  <a:pt x="1553758" y="2517784"/>
                  <a:pt x="1588293" y="2539433"/>
                </a:cubicBezTo>
                <a:cubicBezTo>
                  <a:pt x="1622282" y="2560740"/>
                  <a:pt x="1610056" y="2619375"/>
                  <a:pt x="1571625" y="2619375"/>
                </a:cubicBezTo>
                <a:cubicBezTo>
                  <a:pt x="1562430" y="2619375"/>
                  <a:pt x="1549767" y="2613181"/>
                  <a:pt x="1543485" y="2605611"/>
                </a:cubicBezTo>
                <a:close/>
                <a:moveTo>
                  <a:pt x="1768363" y="2592431"/>
                </a:moveTo>
                <a:cubicBezTo>
                  <a:pt x="1747414" y="2569283"/>
                  <a:pt x="1748472" y="2547302"/>
                  <a:pt x="1771650" y="2524125"/>
                </a:cubicBezTo>
                <a:cubicBezTo>
                  <a:pt x="1804112" y="2491662"/>
                  <a:pt x="1847850" y="2510341"/>
                  <a:pt x="1847850" y="2556666"/>
                </a:cubicBezTo>
                <a:cubicBezTo>
                  <a:pt x="1847850" y="2601263"/>
                  <a:pt x="1797044" y="2624122"/>
                  <a:pt x="1768363" y="2592431"/>
                </a:cubicBezTo>
                <a:close/>
                <a:moveTo>
                  <a:pt x="802005" y="2531745"/>
                </a:moveTo>
                <a:cubicBezTo>
                  <a:pt x="774918" y="2504658"/>
                  <a:pt x="801414" y="2460062"/>
                  <a:pt x="837742" y="2471592"/>
                </a:cubicBezTo>
                <a:cubicBezTo>
                  <a:pt x="869900" y="2481798"/>
                  <a:pt x="858041" y="2543175"/>
                  <a:pt x="823912" y="2543175"/>
                </a:cubicBezTo>
                <a:cubicBezTo>
                  <a:pt x="818149" y="2543175"/>
                  <a:pt x="808291" y="2538031"/>
                  <a:pt x="802005" y="2531745"/>
                </a:cubicBezTo>
                <a:close/>
                <a:moveTo>
                  <a:pt x="1321593" y="2504312"/>
                </a:moveTo>
                <a:cubicBezTo>
                  <a:pt x="1285675" y="2483391"/>
                  <a:pt x="1306602" y="2419350"/>
                  <a:pt x="1349357" y="2419350"/>
                </a:cubicBezTo>
                <a:cubicBezTo>
                  <a:pt x="1388329" y="2419350"/>
                  <a:pt x="1401766" y="2465383"/>
                  <a:pt x="1371600" y="2495550"/>
                </a:cubicBezTo>
                <a:cubicBezTo>
                  <a:pt x="1350072" y="2517077"/>
                  <a:pt x="1345028" y="2517961"/>
                  <a:pt x="1321593" y="2504312"/>
                </a:cubicBezTo>
                <a:close/>
                <a:moveTo>
                  <a:pt x="1039162" y="2470369"/>
                </a:moveTo>
                <a:cubicBezTo>
                  <a:pt x="1004838" y="2446327"/>
                  <a:pt x="1014521" y="2396449"/>
                  <a:pt x="1054260" y="2392599"/>
                </a:cubicBezTo>
                <a:cubicBezTo>
                  <a:pt x="1077143" y="2390383"/>
                  <a:pt x="1087206" y="2394561"/>
                  <a:pt x="1095269" y="2409628"/>
                </a:cubicBezTo>
                <a:cubicBezTo>
                  <a:pt x="1118369" y="2452789"/>
                  <a:pt x="1077394" y="2497148"/>
                  <a:pt x="1039162" y="2470369"/>
                </a:cubicBezTo>
                <a:close/>
                <a:moveTo>
                  <a:pt x="1986246" y="2438859"/>
                </a:moveTo>
                <a:cubicBezTo>
                  <a:pt x="1974113" y="2419227"/>
                  <a:pt x="1991283" y="2389510"/>
                  <a:pt x="2012974" y="2392600"/>
                </a:cubicBezTo>
                <a:cubicBezTo>
                  <a:pt x="2042066" y="2396745"/>
                  <a:pt x="2042134" y="2441944"/>
                  <a:pt x="2013055" y="2446088"/>
                </a:cubicBezTo>
                <a:cubicBezTo>
                  <a:pt x="2001762" y="2447697"/>
                  <a:pt x="1989698" y="2444444"/>
                  <a:pt x="1986246" y="2438859"/>
                </a:cubicBezTo>
                <a:close/>
                <a:moveTo>
                  <a:pt x="1559718" y="2409062"/>
                </a:moveTo>
                <a:cubicBezTo>
                  <a:pt x="1538514" y="2396711"/>
                  <a:pt x="1537442" y="2340592"/>
                  <a:pt x="1558017" y="2320017"/>
                </a:cubicBezTo>
                <a:cubicBezTo>
                  <a:pt x="1579257" y="2298777"/>
                  <a:pt x="1625825" y="2300790"/>
                  <a:pt x="1637964" y="2323473"/>
                </a:cubicBezTo>
                <a:cubicBezTo>
                  <a:pt x="1668730" y="2380959"/>
                  <a:pt x="1614088" y="2440729"/>
                  <a:pt x="1559718" y="2409062"/>
                </a:cubicBezTo>
                <a:close/>
                <a:moveTo>
                  <a:pt x="1835038" y="2354306"/>
                </a:moveTo>
                <a:cubicBezTo>
                  <a:pt x="1814550" y="2331666"/>
                  <a:pt x="1815079" y="2311799"/>
                  <a:pt x="1836693" y="2292238"/>
                </a:cubicBezTo>
                <a:cubicBezTo>
                  <a:pt x="1860032" y="2271117"/>
                  <a:pt x="1872472" y="2272374"/>
                  <a:pt x="1890172" y="2297644"/>
                </a:cubicBezTo>
                <a:cubicBezTo>
                  <a:pt x="1909254" y="2324887"/>
                  <a:pt x="1908881" y="2329743"/>
                  <a:pt x="1885950" y="2352675"/>
                </a:cubicBezTo>
                <a:cubicBezTo>
                  <a:pt x="1862451" y="2376173"/>
                  <a:pt x="1855042" y="2376410"/>
                  <a:pt x="1835038" y="2354306"/>
                </a:cubicBezTo>
                <a:close/>
                <a:moveTo>
                  <a:pt x="872693" y="2347707"/>
                </a:moveTo>
                <a:cubicBezTo>
                  <a:pt x="853138" y="2328153"/>
                  <a:pt x="852943" y="2301191"/>
                  <a:pt x="872217" y="2281917"/>
                </a:cubicBezTo>
                <a:cubicBezTo>
                  <a:pt x="892352" y="2261783"/>
                  <a:pt x="907942" y="2263076"/>
                  <a:pt x="929276" y="2286650"/>
                </a:cubicBezTo>
                <a:cubicBezTo>
                  <a:pt x="963172" y="2324105"/>
                  <a:pt x="908300" y="2383315"/>
                  <a:pt x="872693" y="2347707"/>
                </a:cubicBezTo>
                <a:close/>
                <a:moveTo>
                  <a:pt x="1184536" y="2319316"/>
                </a:moveTo>
                <a:cubicBezTo>
                  <a:pt x="1173579" y="2290762"/>
                  <a:pt x="1189602" y="2257425"/>
                  <a:pt x="1214283" y="2257425"/>
                </a:cubicBezTo>
                <a:cubicBezTo>
                  <a:pt x="1244216" y="2257425"/>
                  <a:pt x="1262062" y="2287878"/>
                  <a:pt x="1247775" y="2314575"/>
                </a:cubicBezTo>
                <a:cubicBezTo>
                  <a:pt x="1235716" y="2337106"/>
                  <a:pt x="1192603" y="2340339"/>
                  <a:pt x="1184536" y="2319316"/>
                </a:cubicBezTo>
                <a:close/>
                <a:moveTo>
                  <a:pt x="2120220" y="2274507"/>
                </a:moveTo>
                <a:cubicBezTo>
                  <a:pt x="2087945" y="2256445"/>
                  <a:pt x="2112166" y="2190542"/>
                  <a:pt x="2150949" y="2190895"/>
                </a:cubicBezTo>
                <a:cubicBezTo>
                  <a:pt x="2184753" y="2191204"/>
                  <a:pt x="2202805" y="2220075"/>
                  <a:pt x="2190270" y="2253785"/>
                </a:cubicBezTo>
                <a:cubicBezTo>
                  <a:pt x="2181917" y="2276251"/>
                  <a:pt x="2143594" y="2287588"/>
                  <a:pt x="2120220" y="2274507"/>
                </a:cubicBezTo>
                <a:close/>
                <a:moveTo>
                  <a:pt x="1451457" y="2234168"/>
                </a:moveTo>
                <a:cubicBezTo>
                  <a:pt x="1442212" y="2210074"/>
                  <a:pt x="1452129" y="2186077"/>
                  <a:pt x="1472543" y="2183146"/>
                </a:cubicBezTo>
                <a:cubicBezTo>
                  <a:pt x="1501054" y="2179052"/>
                  <a:pt x="1518637" y="2203275"/>
                  <a:pt x="1505275" y="2228241"/>
                </a:cubicBezTo>
                <a:cubicBezTo>
                  <a:pt x="1493202" y="2250799"/>
                  <a:pt x="1459273" y="2254536"/>
                  <a:pt x="1451457" y="2234168"/>
                </a:cubicBezTo>
                <a:close/>
                <a:moveTo>
                  <a:pt x="1053192" y="2185307"/>
                </a:moveTo>
                <a:cubicBezTo>
                  <a:pt x="1035485" y="2167599"/>
                  <a:pt x="1035333" y="2166326"/>
                  <a:pt x="1048085" y="2142498"/>
                </a:cubicBezTo>
                <a:cubicBezTo>
                  <a:pt x="1064148" y="2112483"/>
                  <a:pt x="1114425" y="2124714"/>
                  <a:pt x="1114425" y="2158637"/>
                </a:cubicBezTo>
                <a:cubicBezTo>
                  <a:pt x="1114425" y="2172006"/>
                  <a:pt x="1088558" y="2200275"/>
                  <a:pt x="1076325" y="2200275"/>
                </a:cubicBezTo>
                <a:cubicBezTo>
                  <a:pt x="1071834" y="2200275"/>
                  <a:pt x="1061425" y="2193539"/>
                  <a:pt x="1053192" y="2185307"/>
                </a:cubicBezTo>
                <a:close/>
                <a:moveTo>
                  <a:pt x="1656687" y="2156614"/>
                </a:moveTo>
                <a:cubicBezTo>
                  <a:pt x="1639766" y="2136225"/>
                  <a:pt x="1656786" y="2109787"/>
                  <a:pt x="1686832" y="2109787"/>
                </a:cubicBezTo>
                <a:cubicBezTo>
                  <a:pt x="1712750" y="2109787"/>
                  <a:pt x="1722530" y="2136259"/>
                  <a:pt x="1704595" y="2157870"/>
                </a:cubicBezTo>
                <a:cubicBezTo>
                  <a:pt x="1689657" y="2175869"/>
                  <a:pt x="1672289" y="2175413"/>
                  <a:pt x="1656687" y="2156614"/>
                </a:cubicBezTo>
                <a:close/>
                <a:moveTo>
                  <a:pt x="676564" y="2128361"/>
                </a:moveTo>
                <a:cubicBezTo>
                  <a:pt x="676818" y="2103728"/>
                  <a:pt x="678115" y="2102431"/>
                  <a:pt x="687076" y="2117849"/>
                </a:cubicBezTo>
                <a:cubicBezTo>
                  <a:pt x="694402" y="2130453"/>
                  <a:pt x="694320" y="2138414"/>
                  <a:pt x="686787" y="2145947"/>
                </a:cubicBezTo>
                <a:cubicBezTo>
                  <a:pt x="679120" y="2153614"/>
                  <a:pt x="676353" y="2148852"/>
                  <a:pt x="676564" y="2128361"/>
                </a:cubicBezTo>
                <a:close/>
                <a:moveTo>
                  <a:pt x="1868805" y="2131695"/>
                </a:moveTo>
                <a:cubicBezTo>
                  <a:pt x="1844638" y="2107528"/>
                  <a:pt x="1864965" y="2057400"/>
                  <a:pt x="1898930" y="2057400"/>
                </a:cubicBezTo>
                <a:cubicBezTo>
                  <a:pt x="1908882" y="2057400"/>
                  <a:pt x="1933575" y="2087950"/>
                  <a:pt x="1933575" y="2100262"/>
                </a:cubicBezTo>
                <a:cubicBezTo>
                  <a:pt x="1933575" y="2132154"/>
                  <a:pt x="1890276" y="2153166"/>
                  <a:pt x="1868805" y="2131695"/>
                </a:cubicBezTo>
                <a:close/>
                <a:moveTo>
                  <a:pt x="2492374" y="2127250"/>
                </a:moveTo>
                <a:cubicBezTo>
                  <a:pt x="2469062" y="2103937"/>
                  <a:pt x="2496085" y="2038350"/>
                  <a:pt x="2529003" y="2038350"/>
                </a:cubicBezTo>
                <a:cubicBezTo>
                  <a:pt x="2566030" y="2038350"/>
                  <a:pt x="2588094" y="2078910"/>
                  <a:pt x="2567863" y="2109787"/>
                </a:cubicBezTo>
                <a:cubicBezTo>
                  <a:pt x="2552831" y="2132728"/>
                  <a:pt x="2508182" y="2143057"/>
                  <a:pt x="2492374" y="2127250"/>
                </a:cubicBezTo>
                <a:close/>
                <a:moveTo>
                  <a:pt x="796813" y="2106656"/>
                </a:moveTo>
                <a:cubicBezTo>
                  <a:pt x="788143" y="2097075"/>
                  <a:pt x="781050" y="2079736"/>
                  <a:pt x="781050" y="2068123"/>
                </a:cubicBezTo>
                <a:cubicBezTo>
                  <a:pt x="781050" y="2046318"/>
                  <a:pt x="819840" y="2000250"/>
                  <a:pt x="838200" y="2000250"/>
                </a:cubicBezTo>
                <a:cubicBezTo>
                  <a:pt x="853221" y="2000250"/>
                  <a:pt x="895350" y="2044622"/>
                  <a:pt x="895350" y="2060445"/>
                </a:cubicBezTo>
                <a:cubicBezTo>
                  <a:pt x="895350" y="2108300"/>
                  <a:pt x="827218" y="2140252"/>
                  <a:pt x="796813" y="2106656"/>
                </a:cubicBezTo>
                <a:close/>
                <a:moveTo>
                  <a:pt x="1272267" y="2080532"/>
                </a:moveTo>
                <a:cubicBezTo>
                  <a:pt x="1239378" y="2047642"/>
                  <a:pt x="1266681" y="1981200"/>
                  <a:pt x="1313085" y="1981200"/>
                </a:cubicBezTo>
                <a:cubicBezTo>
                  <a:pt x="1347272" y="1981200"/>
                  <a:pt x="1362075" y="1997159"/>
                  <a:pt x="1362075" y="2034016"/>
                </a:cubicBezTo>
                <a:cubicBezTo>
                  <a:pt x="1362075" y="2085915"/>
                  <a:pt x="1306458" y="2114722"/>
                  <a:pt x="1272267" y="2080532"/>
                </a:cubicBezTo>
                <a:close/>
                <a:moveTo>
                  <a:pt x="2259330" y="2084070"/>
                </a:moveTo>
                <a:cubicBezTo>
                  <a:pt x="2237813" y="2062553"/>
                  <a:pt x="2245694" y="2031482"/>
                  <a:pt x="2274093" y="2025859"/>
                </a:cubicBezTo>
                <a:cubicBezTo>
                  <a:pt x="2313885" y="2017979"/>
                  <a:pt x="2331638" y="2039713"/>
                  <a:pt x="2311062" y="2071116"/>
                </a:cubicBezTo>
                <a:cubicBezTo>
                  <a:pt x="2293645" y="2097698"/>
                  <a:pt x="2277101" y="2101841"/>
                  <a:pt x="2259330" y="2084070"/>
                </a:cubicBezTo>
                <a:close/>
                <a:moveTo>
                  <a:pt x="1535430" y="2036445"/>
                </a:moveTo>
                <a:cubicBezTo>
                  <a:pt x="1521387" y="2022402"/>
                  <a:pt x="1520743" y="1995557"/>
                  <a:pt x="1533860" y="1971048"/>
                </a:cubicBezTo>
                <a:cubicBezTo>
                  <a:pt x="1548820" y="1943094"/>
                  <a:pt x="1597703" y="1946250"/>
                  <a:pt x="1611280" y="1976047"/>
                </a:cubicBezTo>
                <a:cubicBezTo>
                  <a:pt x="1632345" y="2022280"/>
                  <a:pt x="1570506" y="2071521"/>
                  <a:pt x="1535430" y="2036445"/>
                </a:cubicBezTo>
                <a:close/>
                <a:moveTo>
                  <a:pt x="2025538" y="1982831"/>
                </a:moveTo>
                <a:cubicBezTo>
                  <a:pt x="2006149" y="1961406"/>
                  <a:pt x="2004946" y="1911339"/>
                  <a:pt x="2023451" y="1895981"/>
                </a:cubicBezTo>
                <a:cubicBezTo>
                  <a:pt x="2040948" y="1881460"/>
                  <a:pt x="2103288" y="1875434"/>
                  <a:pt x="2110770" y="1887541"/>
                </a:cubicBezTo>
                <a:cubicBezTo>
                  <a:pt x="2148527" y="1948632"/>
                  <a:pt x="2072008" y="2034180"/>
                  <a:pt x="2025538" y="1982831"/>
                </a:cubicBezTo>
                <a:close/>
                <a:moveTo>
                  <a:pt x="2692881" y="1987918"/>
                </a:moveTo>
                <a:cubicBezTo>
                  <a:pt x="2684622" y="1966395"/>
                  <a:pt x="2719195" y="1925276"/>
                  <a:pt x="2733634" y="1939449"/>
                </a:cubicBezTo>
                <a:cubicBezTo>
                  <a:pt x="2741703" y="1947370"/>
                  <a:pt x="2738635" y="1956869"/>
                  <a:pt x="2721613" y="1976658"/>
                </a:cubicBezTo>
                <a:cubicBezTo>
                  <a:pt x="2702606" y="1998755"/>
                  <a:pt x="2697767" y="2000651"/>
                  <a:pt x="2692881" y="1987918"/>
                </a:cubicBezTo>
                <a:close/>
                <a:moveTo>
                  <a:pt x="1052112" y="1967638"/>
                </a:moveTo>
                <a:cubicBezTo>
                  <a:pt x="1022072" y="1921791"/>
                  <a:pt x="1075787" y="1861399"/>
                  <a:pt x="1120529" y="1890716"/>
                </a:cubicBezTo>
                <a:cubicBezTo>
                  <a:pt x="1148369" y="1908957"/>
                  <a:pt x="1149921" y="1945703"/>
                  <a:pt x="1123950" y="1971675"/>
                </a:cubicBezTo>
                <a:cubicBezTo>
                  <a:pt x="1098364" y="1997260"/>
                  <a:pt x="1070495" y="1995694"/>
                  <a:pt x="1052112" y="1967638"/>
                </a:cubicBezTo>
                <a:close/>
                <a:moveTo>
                  <a:pt x="1738279" y="1882473"/>
                </a:moveTo>
                <a:cubicBezTo>
                  <a:pt x="1708427" y="1836914"/>
                  <a:pt x="1752639" y="1785577"/>
                  <a:pt x="1796804" y="1814516"/>
                </a:cubicBezTo>
                <a:cubicBezTo>
                  <a:pt x="1823798" y="1832203"/>
                  <a:pt x="1826167" y="1867235"/>
                  <a:pt x="1801856" y="1889236"/>
                </a:cubicBezTo>
                <a:cubicBezTo>
                  <a:pt x="1777552" y="1911230"/>
                  <a:pt x="1755590" y="1908894"/>
                  <a:pt x="1738279" y="1882473"/>
                </a:cubicBezTo>
                <a:close/>
                <a:moveTo>
                  <a:pt x="788193" y="1856612"/>
                </a:moveTo>
                <a:cubicBezTo>
                  <a:pt x="760959" y="1840749"/>
                  <a:pt x="779820" y="1781175"/>
                  <a:pt x="812075" y="1781175"/>
                </a:cubicBezTo>
                <a:cubicBezTo>
                  <a:pt x="822835" y="1781175"/>
                  <a:pt x="847725" y="1811100"/>
                  <a:pt x="847725" y="1824037"/>
                </a:cubicBezTo>
                <a:cubicBezTo>
                  <a:pt x="847725" y="1837568"/>
                  <a:pt x="822467" y="1867109"/>
                  <a:pt x="811325" y="1866610"/>
                </a:cubicBezTo>
                <a:cubicBezTo>
                  <a:pt x="807771" y="1866451"/>
                  <a:pt x="797361" y="1861951"/>
                  <a:pt x="788193" y="1856612"/>
                </a:cubicBezTo>
                <a:close/>
                <a:moveTo>
                  <a:pt x="1368826" y="1841901"/>
                </a:moveTo>
                <a:cubicBezTo>
                  <a:pt x="1347059" y="1820134"/>
                  <a:pt x="1375542" y="1775975"/>
                  <a:pt x="1404245" y="1786989"/>
                </a:cubicBezTo>
                <a:cubicBezTo>
                  <a:pt x="1427576" y="1795942"/>
                  <a:pt x="1420321" y="1842248"/>
                  <a:pt x="1395020" y="1845870"/>
                </a:cubicBezTo>
                <a:cubicBezTo>
                  <a:pt x="1384327" y="1847401"/>
                  <a:pt x="1372540" y="1845615"/>
                  <a:pt x="1368826" y="1841901"/>
                </a:cubicBezTo>
                <a:close/>
                <a:moveTo>
                  <a:pt x="994314" y="1796166"/>
                </a:moveTo>
                <a:cubicBezTo>
                  <a:pt x="985648" y="1773583"/>
                  <a:pt x="997910" y="1750776"/>
                  <a:pt x="1016764" y="1754407"/>
                </a:cubicBezTo>
                <a:cubicBezTo>
                  <a:pt x="1027309" y="1756438"/>
                  <a:pt x="1033462" y="1766302"/>
                  <a:pt x="1033462" y="1781175"/>
                </a:cubicBezTo>
                <a:cubicBezTo>
                  <a:pt x="1033462" y="1808327"/>
                  <a:pt x="1003398" y="1819839"/>
                  <a:pt x="994314" y="1796166"/>
                </a:cubicBezTo>
                <a:close/>
                <a:moveTo>
                  <a:pt x="1562100" y="1754647"/>
                </a:moveTo>
                <a:cubicBezTo>
                  <a:pt x="1529284" y="1743384"/>
                  <a:pt x="1522823" y="1689037"/>
                  <a:pt x="1551242" y="1663318"/>
                </a:cubicBezTo>
                <a:cubicBezTo>
                  <a:pt x="1573211" y="1643436"/>
                  <a:pt x="1614445" y="1655782"/>
                  <a:pt x="1623725" y="1685019"/>
                </a:cubicBezTo>
                <a:cubicBezTo>
                  <a:pt x="1634996" y="1720533"/>
                  <a:pt x="1594854" y="1765888"/>
                  <a:pt x="1562100" y="1754647"/>
                </a:cubicBezTo>
                <a:close/>
                <a:moveTo>
                  <a:pt x="1202055" y="1741170"/>
                </a:moveTo>
                <a:cubicBezTo>
                  <a:pt x="1183642" y="1722757"/>
                  <a:pt x="1188194" y="1678370"/>
                  <a:pt x="1209675" y="1666875"/>
                </a:cubicBezTo>
                <a:cubicBezTo>
                  <a:pt x="1238422" y="1651489"/>
                  <a:pt x="1266825" y="1670424"/>
                  <a:pt x="1266825" y="1704975"/>
                </a:cubicBezTo>
                <a:cubicBezTo>
                  <a:pt x="1266825" y="1743510"/>
                  <a:pt x="1226775" y="1765890"/>
                  <a:pt x="1202055" y="1741170"/>
                </a:cubicBezTo>
                <a:close/>
                <a:moveTo>
                  <a:pt x="1968829" y="1737054"/>
                </a:moveTo>
                <a:cubicBezTo>
                  <a:pt x="1957278" y="1725503"/>
                  <a:pt x="1961550" y="1698280"/>
                  <a:pt x="1976915" y="1685528"/>
                </a:cubicBezTo>
                <a:cubicBezTo>
                  <a:pt x="1998418" y="1667682"/>
                  <a:pt x="2028550" y="1697693"/>
                  <a:pt x="2013355" y="1721822"/>
                </a:cubicBezTo>
                <a:cubicBezTo>
                  <a:pt x="2001999" y="1739854"/>
                  <a:pt x="1979370" y="1747595"/>
                  <a:pt x="1968829" y="1737054"/>
                </a:cubicBezTo>
                <a:close/>
                <a:moveTo>
                  <a:pt x="652373" y="1710850"/>
                </a:moveTo>
                <a:cubicBezTo>
                  <a:pt x="639816" y="1701668"/>
                  <a:pt x="637066" y="1691638"/>
                  <a:pt x="641865" y="1672518"/>
                </a:cubicBezTo>
                <a:cubicBezTo>
                  <a:pt x="651115" y="1635664"/>
                  <a:pt x="698636" y="1640031"/>
                  <a:pt x="703039" y="1678140"/>
                </a:cubicBezTo>
                <a:cubicBezTo>
                  <a:pt x="706817" y="1710840"/>
                  <a:pt x="677895" y="1729512"/>
                  <a:pt x="652373" y="1710850"/>
                </a:cubicBezTo>
                <a:close/>
                <a:moveTo>
                  <a:pt x="2797612" y="1699062"/>
                </a:moveTo>
                <a:cubicBezTo>
                  <a:pt x="2772399" y="1673849"/>
                  <a:pt x="2807533" y="1616625"/>
                  <a:pt x="2836867" y="1635127"/>
                </a:cubicBezTo>
                <a:cubicBezTo>
                  <a:pt x="2863425" y="1651880"/>
                  <a:pt x="2857588" y="1699646"/>
                  <a:pt x="2828568" y="1703031"/>
                </a:cubicBezTo>
                <a:cubicBezTo>
                  <a:pt x="2815275" y="1704581"/>
                  <a:pt x="2801345" y="1702795"/>
                  <a:pt x="2797612" y="1699062"/>
                </a:cubicBezTo>
                <a:close/>
                <a:moveTo>
                  <a:pt x="845298" y="1612106"/>
                </a:moveTo>
                <a:cubicBezTo>
                  <a:pt x="820957" y="1584883"/>
                  <a:pt x="820211" y="1543349"/>
                  <a:pt x="843642" y="1519917"/>
                </a:cubicBezTo>
                <a:cubicBezTo>
                  <a:pt x="865672" y="1497887"/>
                  <a:pt x="930205" y="1500140"/>
                  <a:pt x="942639" y="1523373"/>
                </a:cubicBezTo>
                <a:cubicBezTo>
                  <a:pt x="977333" y="1588200"/>
                  <a:pt x="892812" y="1665246"/>
                  <a:pt x="845298" y="1612106"/>
                </a:cubicBezTo>
                <a:close/>
                <a:moveTo>
                  <a:pt x="1785309" y="1605849"/>
                </a:moveTo>
                <a:cubicBezTo>
                  <a:pt x="1771896" y="1552409"/>
                  <a:pt x="1824415" y="1522842"/>
                  <a:pt x="1853776" y="1567304"/>
                </a:cubicBezTo>
                <a:cubicBezTo>
                  <a:pt x="1864726" y="1583886"/>
                  <a:pt x="1864453" y="1589928"/>
                  <a:pt x="1851946" y="1607785"/>
                </a:cubicBezTo>
                <a:cubicBezTo>
                  <a:pt x="1831571" y="1636874"/>
                  <a:pt x="1792813" y="1635748"/>
                  <a:pt x="1785309" y="1605849"/>
                </a:cubicBezTo>
                <a:close/>
                <a:moveTo>
                  <a:pt x="1082675" y="1593849"/>
                </a:moveTo>
                <a:cubicBezTo>
                  <a:pt x="1071849" y="1583024"/>
                  <a:pt x="1075673" y="1555447"/>
                  <a:pt x="1089603" y="1543887"/>
                </a:cubicBezTo>
                <a:cubicBezTo>
                  <a:pt x="1109991" y="1526966"/>
                  <a:pt x="1136888" y="1556974"/>
                  <a:pt x="1123595" y="1581811"/>
                </a:cubicBezTo>
                <a:cubicBezTo>
                  <a:pt x="1113757" y="1600195"/>
                  <a:pt x="1094643" y="1605818"/>
                  <a:pt x="1082675" y="1593849"/>
                </a:cubicBezTo>
                <a:close/>
                <a:moveTo>
                  <a:pt x="2057629" y="1567466"/>
                </a:moveTo>
                <a:cubicBezTo>
                  <a:pt x="2038928" y="1518277"/>
                  <a:pt x="2080193" y="1471940"/>
                  <a:pt x="2122525" y="1494595"/>
                </a:cubicBezTo>
                <a:cubicBezTo>
                  <a:pt x="2166151" y="1517943"/>
                  <a:pt x="2148748" y="1583937"/>
                  <a:pt x="2097657" y="1588897"/>
                </a:cubicBezTo>
                <a:cubicBezTo>
                  <a:pt x="2072079" y="1591381"/>
                  <a:pt x="2065352" y="1587779"/>
                  <a:pt x="2057629" y="1567466"/>
                </a:cubicBezTo>
                <a:close/>
                <a:moveTo>
                  <a:pt x="1373719" y="1566322"/>
                </a:moveTo>
                <a:cubicBezTo>
                  <a:pt x="1330963" y="1536375"/>
                  <a:pt x="1350310" y="1466850"/>
                  <a:pt x="1401399" y="1466850"/>
                </a:cubicBezTo>
                <a:cubicBezTo>
                  <a:pt x="1455894" y="1466850"/>
                  <a:pt x="1474075" y="1517640"/>
                  <a:pt x="1433945" y="1557770"/>
                </a:cubicBezTo>
                <a:cubicBezTo>
                  <a:pt x="1406468" y="1585247"/>
                  <a:pt x="1401704" y="1585924"/>
                  <a:pt x="1373719" y="1566322"/>
                </a:cubicBezTo>
                <a:close/>
                <a:moveTo>
                  <a:pt x="1546494" y="1490662"/>
                </a:moveTo>
                <a:cubicBezTo>
                  <a:pt x="1538948" y="1470998"/>
                  <a:pt x="1549179" y="1447800"/>
                  <a:pt x="1565397" y="1447800"/>
                </a:cubicBezTo>
                <a:cubicBezTo>
                  <a:pt x="1584894" y="1447800"/>
                  <a:pt x="1601482" y="1471475"/>
                  <a:pt x="1594582" y="1489455"/>
                </a:cubicBezTo>
                <a:cubicBezTo>
                  <a:pt x="1587115" y="1508914"/>
                  <a:pt x="1553819" y="1509750"/>
                  <a:pt x="1546494" y="1490662"/>
                </a:cubicBezTo>
                <a:close/>
                <a:moveTo>
                  <a:pt x="2762685" y="1453086"/>
                </a:moveTo>
                <a:cubicBezTo>
                  <a:pt x="2735815" y="1420710"/>
                  <a:pt x="2773148" y="1364122"/>
                  <a:pt x="2804314" y="1389987"/>
                </a:cubicBezTo>
                <a:cubicBezTo>
                  <a:pt x="2825134" y="1407266"/>
                  <a:pt x="2823250" y="1445068"/>
                  <a:pt x="2800976" y="1456989"/>
                </a:cubicBezTo>
                <a:cubicBezTo>
                  <a:pt x="2777390" y="1469612"/>
                  <a:pt x="2776308" y="1469502"/>
                  <a:pt x="2762685" y="1453086"/>
                </a:cubicBezTo>
                <a:close/>
                <a:moveTo>
                  <a:pt x="1169193" y="1437512"/>
                </a:moveTo>
                <a:cubicBezTo>
                  <a:pt x="1138695" y="1419748"/>
                  <a:pt x="1155372" y="1352550"/>
                  <a:pt x="1190279" y="1352550"/>
                </a:cubicBezTo>
                <a:cubicBezTo>
                  <a:pt x="1233312" y="1352550"/>
                  <a:pt x="1250393" y="1397556"/>
                  <a:pt x="1219200" y="1428750"/>
                </a:cubicBezTo>
                <a:cubicBezTo>
                  <a:pt x="1197672" y="1450277"/>
                  <a:pt x="1192628" y="1451161"/>
                  <a:pt x="1169193" y="1437512"/>
                </a:cubicBezTo>
                <a:close/>
                <a:moveTo>
                  <a:pt x="634092" y="1423307"/>
                </a:moveTo>
                <a:cubicBezTo>
                  <a:pt x="603438" y="1392652"/>
                  <a:pt x="625252" y="1333500"/>
                  <a:pt x="667210" y="1333500"/>
                </a:cubicBezTo>
                <a:cubicBezTo>
                  <a:pt x="714917" y="1333500"/>
                  <a:pt x="721973" y="1404292"/>
                  <a:pt x="676682" y="1428531"/>
                </a:cubicBezTo>
                <a:cubicBezTo>
                  <a:pt x="653095" y="1441155"/>
                  <a:pt x="651779" y="1440993"/>
                  <a:pt x="634092" y="1423307"/>
                </a:cubicBezTo>
                <a:close/>
                <a:moveTo>
                  <a:pt x="1907119" y="1413922"/>
                </a:moveTo>
                <a:cubicBezTo>
                  <a:pt x="1871992" y="1389318"/>
                  <a:pt x="1880840" y="1329067"/>
                  <a:pt x="1921872" y="1313467"/>
                </a:cubicBezTo>
                <a:cubicBezTo>
                  <a:pt x="1977263" y="1292407"/>
                  <a:pt x="2015358" y="1366016"/>
                  <a:pt x="1971675" y="1409700"/>
                </a:cubicBezTo>
                <a:cubicBezTo>
                  <a:pt x="1948749" y="1432625"/>
                  <a:pt x="1935097" y="1433518"/>
                  <a:pt x="1907119" y="1413922"/>
                </a:cubicBezTo>
                <a:close/>
                <a:moveTo>
                  <a:pt x="1697355" y="1398270"/>
                </a:moveTo>
                <a:cubicBezTo>
                  <a:pt x="1681713" y="1382628"/>
                  <a:pt x="1682976" y="1347804"/>
                  <a:pt x="1699688" y="1333935"/>
                </a:cubicBezTo>
                <a:cubicBezTo>
                  <a:pt x="1719728" y="1317302"/>
                  <a:pt x="1754120" y="1325555"/>
                  <a:pt x="1762755" y="1349068"/>
                </a:cubicBezTo>
                <a:cubicBezTo>
                  <a:pt x="1777590" y="1389462"/>
                  <a:pt x="1726775" y="1427690"/>
                  <a:pt x="1697355" y="1398270"/>
                </a:cubicBezTo>
                <a:close/>
                <a:moveTo>
                  <a:pt x="949726" y="1375176"/>
                </a:moveTo>
                <a:cubicBezTo>
                  <a:pt x="927959" y="1353409"/>
                  <a:pt x="956442" y="1309250"/>
                  <a:pt x="985145" y="1320264"/>
                </a:cubicBezTo>
                <a:cubicBezTo>
                  <a:pt x="1008476" y="1329217"/>
                  <a:pt x="1001221" y="1375523"/>
                  <a:pt x="975920" y="1379145"/>
                </a:cubicBezTo>
                <a:cubicBezTo>
                  <a:pt x="965227" y="1380676"/>
                  <a:pt x="953440" y="1378890"/>
                  <a:pt x="949726" y="1375176"/>
                </a:cubicBezTo>
                <a:close/>
                <a:moveTo>
                  <a:pt x="1463563" y="1277981"/>
                </a:moveTo>
                <a:cubicBezTo>
                  <a:pt x="1443621" y="1255945"/>
                  <a:pt x="1443187" y="1206123"/>
                  <a:pt x="1462767" y="1186542"/>
                </a:cubicBezTo>
                <a:cubicBezTo>
                  <a:pt x="1485533" y="1163776"/>
                  <a:pt x="1538976" y="1167301"/>
                  <a:pt x="1556797" y="1192744"/>
                </a:cubicBezTo>
                <a:cubicBezTo>
                  <a:pt x="1599596" y="1253849"/>
                  <a:pt x="1513203" y="1332832"/>
                  <a:pt x="1463563" y="1277981"/>
                </a:cubicBezTo>
                <a:close/>
                <a:moveTo>
                  <a:pt x="807243" y="1256537"/>
                </a:moveTo>
                <a:cubicBezTo>
                  <a:pt x="773131" y="1236668"/>
                  <a:pt x="798709" y="1173328"/>
                  <a:pt x="836057" y="1185182"/>
                </a:cubicBezTo>
                <a:cubicBezTo>
                  <a:pt x="864380" y="1194171"/>
                  <a:pt x="872303" y="1225878"/>
                  <a:pt x="851869" y="1248457"/>
                </a:cubicBezTo>
                <a:cubicBezTo>
                  <a:pt x="832934" y="1269380"/>
                  <a:pt x="830157" y="1269883"/>
                  <a:pt x="807243" y="1256537"/>
                </a:cubicBezTo>
                <a:close/>
                <a:moveTo>
                  <a:pt x="2123840" y="1252255"/>
                </a:moveTo>
                <a:cubicBezTo>
                  <a:pt x="2107587" y="1232671"/>
                  <a:pt x="2126307" y="1190625"/>
                  <a:pt x="2151279" y="1190625"/>
                </a:cubicBezTo>
                <a:cubicBezTo>
                  <a:pt x="2180564" y="1190625"/>
                  <a:pt x="2195481" y="1215526"/>
                  <a:pt x="2182829" y="1243294"/>
                </a:cubicBezTo>
                <a:cubicBezTo>
                  <a:pt x="2170746" y="1269813"/>
                  <a:pt x="2142033" y="1274175"/>
                  <a:pt x="2123840" y="1252255"/>
                </a:cubicBezTo>
                <a:close/>
                <a:moveTo>
                  <a:pt x="2685405" y="1227520"/>
                </a:moveTo>
                <a:cubicBezTo>
                  <a:pt x="2669650" y="1198081"/>
                  <a:pt x="2688055" y="1162050"/>
                  <a:pt x="2718848" y="1162050"/>
                </a:cubicBezTo>
                <a:cubicBezTo>
                  <a:pt x="2752970" y="1162050"/>
                  <a:pt x="2768241" y="1194350"/>
                  <a:pt x="2748419" y="1224601"/>
                </a:cubicBezTo>
                <a:cubicBezTo>
                  <a:pt x="2729697" y="1253175"/>
                  <a:pt x="2699874" y="1254556"/>
                  <a:pt x="2685405" y="1227520"/>
                </a:cubicBezTo>
                <a:close/>
                <a:moveTo>
                  <a:pt x="1034142" y="1204232"/>
                </a:moveTo>
                <a:cubicBezTo>
                  <a:pt x="1015080" y="1185169"/>
                  <a:pt x="1015022" y="1153167"/>
                  <a:pt x="1034002" y="1126069"/>
                </a:cubicBezTo>
                <a:cubicBezTo>
                  <a:pt x="1051986" y="1100393"/>
                  <a:pt x="1086753" y="1098636"/>
                  <a:pt x="1108186" y="1122318"/>
                </a:cubicBezTo>
                <a:cubicBezTo>
                  <a:pt x="1154289" y="1173262"/>
                  <a:pt x="1082544" y="1252633"/>
                  <a:pt x="1034142" y="1204232"/>
                </a:cubicBezTo>
                <a:close/>
                <a:moveTo>
                  <a:pt x="1849310" y="1183481"/>
                </a:moveTo>
                <a:cubicBezTo>
                  <a:pt x="1836888" y="1159774"/>
                  <a:pt x="1852818" y="1123950"/>
                  <a:pt x="1875782" y="1123950"/>
                </a:cubicBezTo>
                <a:cubicBezTo>
                  <a:pt x="1901830" y="1123950"/>
                  <a:pt x="1918321" y="1156208"/>
                  <a:pt x="1905000" y="1181100"/>
                </a:cubicBezTo>
                <a:cubicBezTo>
                  <a:pt x="1892425" y="1204595"/>
                  <a:pt x="1861077" y="1205935"/>
                  <a:pt x="1849310" y="1183481"/>
                </a:cubicBezTo>
                <a:close/>
                <a:moveTo>
                  <a:pt x="1262742" y="1156607"/>
                </a:moveTo>
                <a:cubicBezTo>
                  <a:pt x="1245035" y="1138899"/>
                  <a:pt x="1244883" y="1137626"/>
                  <a:pt x="1257635" y="1113798"/>
                </a:cubicBezTo>
                <a:cubicBezTo>
                  <a:pt x="1275566" y="1080293"/>
                  <a:pt x="1323975" y="1094723"/>
                  <a:pt x="1323975" y="1133573"/>
                </a:cubicBezTo>
                <a:cubicBezTo>
                  <a:pt x="1323975" y="1144077"/>
                  <a:pt x="1296406" y="1171575"/>
                  <a:pt x="1285875" y="1171575"/>
                </a:cubicBezTo>
                <a:cubicBezTo>
                  <a:pt x="1281384" y="1171575"/>
                  <a:pt x="1270975" y="1164839"/>
                  <a:pt x="1262742" y="1156607"/>
                </a:cubicBezTo>
                <a:close/>
                <a:moveTo>
                  <a:pt x="605863" y="1115558"/>
                </a:moveTo>
                <a:cubicBezTo>
                  <a:pt x="588617" y="1096501"/>
                  <a:pt x="591027" y="1066735"/>
                  <a:pt x="611932" y="1040606"/>
                </a:cubicBezTo>
                <a:cubicBezTo>
                  <a:pt x="627852" y="1020707"/>
                  <a:pt x="665064" y="1026797"/>
                  <a:pt x="681580" y="1052005"/>
                </a:cubicBezTo>
                <a:cubicBezTo>
                  <a:pt x="715126" y="1103202"/>
                  <a:pt x="646676" y="1160656"/>
                  <a:pt x="605863" y="1115558"/>
                </a:cubicBezTo>
                <a:close/>
                <a:moveTo>
                  <a:pt x="2305050" y="1116695"/>
                </a:moveTo>
                <a:cubicBezTo>
                  <a:pt x="2305050" y="1078059"/>
                  <a:pt x="2357881" y="1052930"/>
                  <a:pt x="2380870" y="1080630"/>
                </a:cubicBezTo>
                <a:cubicBezTo>
                  <a:pt x="2390362" y="1092067"/>
                  <a:pt x="2386031" y="1097338"/>
                  <a:pt x="2355843" y="1111084"/>
                </a:cubicBezTo>
                <a:cubicBezTo>
                  <a:pt x="2335765" y="1120227"/>
                  <a:pt x="2316122" y="1129362"/>
                  <a:pt x="2312193" y="1131385"/>
                </a:cubicBezTo>
                <a:cubicBezTo>
                  <a:pt x="2308264" y="1133407"/>
                  <a:pt x="2305050" y="1126797"/>
                  <a:pt x="2305050" y="1116695"/>
                </a:cubicBezTo>
                <a:close/>
                <a:moveTo>
                  <a:pt x="2016130" y="1085233"/>
                </a:moveTo>
                <a:cubicBezTo>
                  <a:pt x="2000472" y="1062879"/>
                  <a:pt x="2003486" y="1043134"/>
                  <a:pt x="2027378" y="1011522"/>
                </a:cubicBezTo>
                <a:cubicBezTo>
                  <a:pt x="2064477" y="962438"/>
                  <a:pt x="2125780" y="1028941"/>
                  <a:pt x="2091567" y="1081156"/>
                </a:cubicBezTo>
                <a:cubicBezTo>
                  <a:pt x="2072396" y="1110416"/>
                  <a:pt x="2035177" y="1112427"/>
                  <a:pt x="2016130" y="1085233"/>
                </a:cubicBezTo>
                <a:close/>
                <a:moveTo>
                  <a:pt x="1605642" y="1051832"/>
                </a:moveTo>
                <a:cubicBezTo>
                  <a:pt x="1587935" y="1034124"/>
                  <a:pt x="1587783" y="1032851"/>
                  <a:pt x="1600535" y="1009023"/>
                </a:cubicBezTo>
                <a:cubicBezTo>
                  <a:pt x="1618466" y="975518"/>
                  <a:pt x="1666875" y="989948"/>
                  <a:pt x="1666875" y="1028798"/>
                </a:cubicBezTo>
                <a:cubicBezTo>
                  <a:pt x="1666875" y="1039302"/>
                  <a:pt x="1639306" y="1066800"/>
                  <a:pt x="1628775" y="1066800"/>
                </a:cubicBezTo>
                <a:cubicBezTo>
                  <a:pt x="1624284" y="1066800"/>
                  <a:pt x="1613875" y="1060064"/>
                  <a:pt x="1605642" y="1051832"/>
                </a:cubicBezTo>
                <a:close/>
                <a:moveTo>
                  <a:pt x="844951" y="1051326"/>
                </a:moveTo>
                <a:cubicBezTo>
                  <a:pt x="832337" y="1038712"/>
                  <a:pt x="838131" y="1002189"/>
                  <a:pt x="853694" y="996217"/>
                </a:cubicBezTo>
                <a:cubicBezTo>
                  <a:pt x="874804" y="988116"/>
                  <a:pt x="896895" y="1008361"/>
                  <a:pt x="893428" y="1032629"/>
                </a:cubicBezTo>
                <a:cubicBezTo>
                  <a:pt x="890611" y="1052343"/>
                  <a:pt x="858394" y="1064769"/>
                  <a:pt x="844951" y="1051326"/>
                </a:cubicBezTo>
                <a:close/>
                <a:moveTo>
                  <a:pt x="2609997" y="1043165"/>
                </a:moveTo>
                <a:cubicBezTo>
                  <a:pt x="2600260" y="1031433"/>
                  <a:pt x="2599941" y="1022830"/>
                  <a:pt x="2608541" y="1003955"/>
                </a:cubicBezTo>
                <a:cubicBezTo>
                  <a:pt x="2621216" y="976136"/>
                  <a:pt x="2653736" y="975379"/>
                  <a:pt x="2670741" y="1002506"/>
                </a:cubicBezTo>
                <a:cubicBezTo>
                  <a:pt x="2692897" y="1037851"/>
                  <a:pt x="2636768" y="1075421"/>
                  <a:pt x="2609997" y="1043165"/>
                </a:cubicBezTo>
                <a:close/>
                <a:moveTo>
                  <a:pt x="1391029" y="1014870"/>
                </a:moveTo>
                <a:cubicBezTo>
                  <a:pt x="1365810" y="984482"/>
                  <a:pt x="1403020" y="936718"/>
                  <a:pt x="1432714" y="961362"/>
                </a:cubicBezTo>
                <a:cubicBezTo>
                  <a:pt x="1450632" y="976233"/>
                  <a:pt x="1452275" y="1001364"/>
                  <a:pt x="1436370" y="1017270"/>
                </a:cubicBezTo>
                <a:cubicBezTo>
                  <a:pt x="1421098" y="1032541"/>
                  <a:pt x="1404987" y="1031688"/>
                  <a:pt x="1391029" y="1014870"/>
                </a:cubicBezTo>
                <a:close/>
                <a:moveTo>
                  <a:pt x="1101725" y="1003300"/>
                </a:moveTo>
                <a:cubicBezTo>
                  <a:pt x="1090819" y="992394"/>
                  <a:pt x="1094786" y="954292"/>
                  <a:pt x="1107281" y="949934"/>
                </a:cubicBezTo>
                <a:cubicBezTo>
                  <a:pt x="1140062" y="938499"/>
                  <a:pt x="1160333" y="991435"/>
                  <a:pt x="1127933" y="1003868"/>
                </a:cubicBezTo>
                <a:cubicBezTo>
                  <a:pt x="1109277" y="1011027"/>
                  <a:pt x="1109456" y="1011031"/>
                  <a:pt x="1101725" y="1003300"/>
                </a:cubicBezTo>
                <a:close/>
                <a:moveTo>
                  <a:pt x="1762125" y="962025"/>
                </a:moveTo>
                <a:cubicBezTo>
                  <a:pt x="1721486" y="921386"/>
                  <a:pt x="1751226" y="847725"/>
                  <a:pt x="1808273" y="847725"/>
                </a:cubicBezTo>
                <a:cubicBezTo>
                  <a:pt x="1864325" y="847725"/>
                  <a:pt x="1887802" y="920017"/>
                  <a:pt x="1844854" y="960364"/>
                </a:cubicBezTo>
                <a:cubicBezTo>
                  <a:pt x="1817355" y="986198"/>
                  <a:pt x="1786909" y="986809"/>
                  <a:pt x="1762125" y="962025"/>
                </a:cubicBezTo>
                <a:close/>
                <a:moveTo>
                  <a:pt x="2250281" y="927141"/>
                </a:moveTo>
                <a:cubicBezTo>
                  <a:pt x="2243732" y="924499"/>
                  <a:pt x="2238505" y="913050"/>
                  <a:pt x="2238664" y="901699"/>
                </a:cubicBezTo>
                <a:cubicBezTo>
                  <a:pt x="2238925" y="883103"/>
                  <a:pt x="2239914" y="882711"/>
                  <a:pt x="2248662" y="897731"/>
                </a:cubicBezTo>
                <a:cubicBezTo>
                  <a:pt x="2254002" y="906899"/>
                  <a:pt x="2264840" y="914400"/>
                  <a:pt x="2272747" y="914400"/>
                </a:cubicBezTo>
                <a:cubicBezTo>
                  <a:pt x="2280654" y="914400"/>
                  <a:pt x="2284475" y="918686"/>
                  <a:pt x="2281237" y="923925"/>
                </a:cubicBezTo>
                <a:cubicBezTo>
                  <a:pt x="2274935" y="934121"/>
                  <a:pt x="2269085" y="934729"/>
                  <a:pt x="2250281" y="927141"/>
                </a:cubicBezTo>
                <a:close/>
                <a:moveTo>
                  <a:pt x="2452126" y="919465"/>
                </a:moveTo>
                <a:cubicBezTo>
                  <a:pt x="2435075" y="906568"/>
                  <a:pt x="2437342" y="905480"/>
                  <a:pt x="2481262" y="905480"/>
                </a:cubicBezTo>
                <a:cubicBezTo>
                  <a:pt x="2525182" y="905480"/>
                  <a:pt x="2527449" y="906568"/>
                  <a:pt x="2510398" y="919465"/>
                </a:cubicBezTo>
                <a:cubicBezTo>
                  <a:pt x="2500229" y="927156"/>
                  <a:pt x="2487118" y="933450"/>
                  <a:pt x="2481262" y="933450"/>
                </a:cubicBezTo>
                <a:cubicBezTo>
                  <a:pt x="2475406" y="933450"/>
                  <a:pt x="2462295" y="927156"/>
                  <a:pt x="2452126" y="919465"/>
                </a:cubicBezTo>
                <a:close/>
                <a:moveTo>
                  <a:pt x="723618" y="899773"/>
                </a:moveTo>
                <a:cubicBezTo>
                  <a:pt x="706312" y="878920"/>
                  <a:pt x="723023" y="852487"/>
                  <a:pt x="753513" y="852487"/>
                </a:cubicBezTo>
                <a:cubicBezTo>
                  <a:pt x="772467" y="852487"/>
                  <a:pt x="776287" y="857279"/>
                  <a:pt x="776287" y="881062"/>
                </a:cubicBezTo>
                <a:cubicBezTo>
                  <a:pt x="776287" y="914515"/>
                  <a:pt x="745060" y="925609"/>
                  <a:pt x="723618" y="899773"/>
                </a:cubicBezTo>
                <a:close/>
                <a:moveTo>
                  <a:pt x="925397" y="889594"/>
                </a:moveTo>
                <a:cubicBezTo>
                  <a:pt x="892452" y="866518"/>
                  <a:pt x="911613" y="790575"/>
                  <a:pt x="950380" y="790575"/>
                </a:cubicBezTo>
                <a:cubicBezTo>
                  <a:pt x="969006" y="790575"/>
                  <a:pt x="1000110" y="822274"/>
                  <a:pt x="999979" y="841121"/>
                </a:cubicBezTo>
                <a:cubicBezTo>
                  <a:pt x="999672" y="885017"/>
                  <a:pt x="957757" y="912259"/>
                  <a:pt x="925397" y="889594"/>
                </a:cubicBezTo>
                <a:close/>
                <a:moveTo>
                  <a:pt x="1230630" y="883920"/>
                </a:moveTo>
                <a:cubicBezTo>
                  <a:pt x="1202576" y="855866"/>
                  <a:pt x="1223489" y="800100"/>
                  <a:pt x="1262062" y="800100"/>
                </a:cubicBezTo>
                <a:cubicBezTo>
                  <a:pt x="1287986" y="800100"/>
                  <a:pt x="1304925" y="817522"/>
                  <a:pt x="1304925" y="844187"/>
                </a:cubicBezTo>
                <a:cubicBezTo>
                  <a:pt x="1304925" y="884814"/>
                  <a:pt x="1257100" y="910390"/>
                  <a:pt x="1230630" y="883920"/>
                </a:cubicBezTo>
                <a:close/>
                <a:moveTo>
                  <a:pt x="552450" y="819150"/>
                </a:moveTo>
                <a:cubicBezTo>
                  <a:pt x="552450" y="756575"/>
                  <a:pt x="570172" y="742745"/>
                  <a:pt x="603361" y="779418"/>
                </a:cubicBezTo>
                <a:cubicBezTo>
                  <a:pt x="635012" y="814393"/>
                  <a:pt x="614218" y="876300"/>
                  <a:pt x="570819" y="876300"/>
                </a:cubicBezTo>
                <a:cubicBezTo>
                  <a:pt x="554717" y="876300"/>
                  <a:pt x="552450" y="869244"/>
                  <a:pt x="552450" y="819150"/>
                </a:cubicBezTo>
                <a:close/>
                <a:moveTo>
                  <a:pt x="2049780" y="845820"/>
                </a:moveTo>
                <a:cubicBezTo>
                  <a:pt x="2024364" y="820404"/>
                  <a:pt x="2053904" y="777436"/>
                  <a:pt x="2081212" y="800100"/>
                </a:cubicBezTo>
                <a:cubicBezTo>
                  <a:pt x="2099924" y="815629"/>
                  <a:pt x="2099491" y="844155"/>
                  <a:pt x="2080433" y="851468"/>
                </a:cubicBezTo>
                <a:cubicBezTo>
                  <a:pt x="2061250" y="858829"/>
                  <a:pt x="2063137" y="859177"/>
                  <a:pt x="2049780" y="845820"/>
                </a:cubicBezTo>
                <a:close/>
                <a:moveTo>
                  <a:pt x="1505641" y="794052"/>
                </a:moveTo>
                <a:cubicBezTo>
                  <a:pt x="1482770" y="764977"/>
                  <a:pt x="1482262" y="761355"/>
                  <a:pt x="1496620" y="729843"/>
                </a:cubicBezTo>
                <a:cubicBezTo>
                  <a:pt x="1520157" y="678184"/>
                  <a:pt x="1600200" y="695842"/>
                  <a:pt x="1600200" y="752694"/>
                </a:cubicBezTo>
                <a:cubicBezTo>
                  <a:pt x="1600200" y="812187"/>
                  <a:pt x="1540459" y="838316"/>
                  <a:pt x="1505641" y="794052"/>
                </a:cubicBezTo>
                <a:close/>
                <a:moveTo>
                  <a:pt x="1835150" y="746125"/>
                </a:moveTo>
                <a:cubicBezTo>
                  <a:pt x="1823830" y="734805"/>
                  <a:pt x="1828427" y="697966"/>
                  <a:pt x="1842630" y="686179"/>
                </a:cubicBezTo>
                <a:cubicBezTo>
                  <a:pt x="1873249" y="660767"/>
                  <a:pt x="1914293" y="698261"/>
                  <a:pt x="1895105" y="734115"/>
                </a:cubicBezTo>
                <a:cubicBezTo>
                  <a:pt x="1885651" y="751779"/>
                  <a:pt x="1848289" y="759264"/>
                  <a:pt x="1835150" y="746125"/>
                </a:cubicBezTo>
                <a:close/>
                <a:moveTo>
                  <a:pt x="1068705" y="731520"/>
                </a:moveTo>
                <a:cubicBezTo>
                  <a:pt x="1044780" y="707595"/>
                  <a:pt x="1062589" y="666750"/>
                  <a:pt x="1096944" y="666750"/>
                </a:cubicBezTo>
                <a:cubicBezTo>
                  <a:pt x="1111112" y="666750"/>
                  <a:pt x="1133475" y="692189"/>
                  <a:pt x="1133475" y="708305"/>
                </a:cubicBezTo>
                <a:cubicBezTo>
                  <a:pt x="1133475" y="733140"/>
                  <a:pt x="1086986" y="749801"/>
                  <a:pt x="1068705" y="731520"/>
                </a:cubicBezTo>
                <a:close/>
                <a:moveTo>
                  <a:pt x="2181560" y="715001"/>
                </a:moveTo>
                <a:cubicBezTo>
                  <a:pt x="2169541" y="692543"/>
                  <a:pt x="2169433" y="685082"/>
                  <a:pt x="2180869" y="666999"/>
                </a:cubicBezTo>
                <a:cubicBezTo>
                  <a:pt x="2192114" y="649217"/>
                  <a:pt x="2238375" y="688664"/>
                  <a:pt x="2238375" y="716035"/>
                </a:cubicBezTo>
                <a:cubicBezTo>
                  <a:pt x="2238375" y="740144"/>
                  <a:pt x="2194589" y="739347"/>
                  <a:pt x="2181560" y="715001"/>
                </a:cubicBezTo>
                <a:close/>
                <a:moveTo>
                  <a:pt x="796017" y="689882"/>
                </a:moveTo>
                <a:cubicBezTo>
                  <a:pt x="771744" y="665608"/>
                  <a:pt x="785909" y="619125"/>
                  <a:pt x="817580" y="619125"/>
                </a:cubicBezTo>
                <a:cubicBezTo>
                  <a:pt x="856639" y="619125"/>
                  <a:pt x="872794" y="676810"/>
                  <a:pt x="838826" y="694989"/>
                </a:cubicBezTo>
                <a:cubicBezTo>
                  <a:pt x="814998" y="707741"/>
                  <a:pt x="813725" y="707589"/>
                  <a:pt x="796017" y="689882"/>
                </a:cubicBezTo>
                <a:close/>
                <a:moveTo>
                  <a:pt x="1266825" y="657225"/>
                </a:moveTo>
                <a:cubicBezTo>
                  <a:pt x="1243988" y="634388"/>
                  <a:pt x="1242377" y="602494"/>
                  <a:pt x="1262602" y="573619"/>
                </a:cubicBezTo>
                <a:cubicBezTo>
                  <a:pt x="1293054" y="530143"/>
                  <a:pt x="1362075" y="557282"/>
                  <a:pt x="1362075" y="612731"/>
                </a:cubicBezTo>
                <a:cubicBezTo>
                  <a:pt x="1362075" y="642735"/>
                  <a:pt x="1331910" y="676275"/>
                  <a:pt x="1304925" y="676275"/>
                </a:cubicBezTo>
                <a:cubicBezTo>
                  <a:pt x="1294447" y="676275"/>
                  <a:pt x="1277302" y="667702"/>
                  <a:pt x="1266825" y="657225"/>
                </a:cubicBezTo>
                <a:close/>
                <a:moveTo>
                  <a:pt x="1676902" y="614967"/>
                </a:moveTo>
                <a:cubicBezTo>
                  <a:pt x="1656444" y="590317"/>
                  <a:pt x="1672163" y="552424"/>
                  <a:pt x="1702775" y="552595"/>
                </a:cubicBezTo>
                <a:cubicBezTo>
                  <a:pt x="1745041" y="552832"/>
                  <a:pt x="1758204" y="565994"/>
                  <a:pt x="1747316" y="597132"/>
                </a:cubicBezTo>
                <a:cubicBezTo>
                  <a:pt x="1736443" y="628231"/>
                  <a:pt x="1696339" y="638388"/>
                  <a:pt x="1676902" y="614967"/>
                </a:cubicBezTo>
                <a:close/>
                <a:moveTo>
                  <a:pt x="1969293" y="618362"/>
                </a:moveTo>
                <a:cubicBezTo>
                  <a:pt x="1940004" y="601302"/>
                  <a:pt x="1949470" y="584482"/>
                  <a:pt x="1985962" y="588742"/>
                </a:cubicBezTo>
                <a:cubicBezTo>
                  <a:pt x="2021496" y="592890"/>
                  <a:pt x="2026150" y="598939"/>
                  <a:pt x="2007870" y="617220"/>
                </a:cubicBezTo>
                <a:cubicBezTo>
                  <a:pt x="1994221" y="630868"/>
                  <a:pt x="1990932" y="630965"/>
                  <a:pt x="1969293" y="618362"/>
                </a:cubicBezTo>
                <a:close/>
              </a:path>
            </a:pathLst>
          </a:custGeom>
          <a:solidFill>
            <a:srgbClr val="F9C9DF">
              <a:alpha val="85000"/>
            </a:srgbClr>
          </a:solidFill>
          <a:ln>
            <a:noFill/>
          </a:ln>
        </p:spPr>
      </p:sp>
      <p:pic>
        <p:nvPicPr>
          <p:cNvPr id="5" name="sticky note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590550" y="1381125"/>
            <a:ext cx="4533900" cy="4476750"/>
          </a:xfrm>
          <a:prstGeom prst="rect">
            <a:avLst/>
          </a:prstGeom>
        </p:spPr>
      </p:pic>
      <p:pic>
        <p:nvPicPr>
          <p:cNvPr id="6" name="sticky note" descr="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972050" y="4429125"/>
            <a:ext cx="4533900" cy="4476750"/>
          </a:xfrm>
          <a:prstGeom prst="rect">
            <a:avLst/>
          </a:prstGeom>
        </p:spPr>
      </p:pic>
      <p:pic>
        <p:nvPicPr>
          <p:cNvPr id="7" name="sticky note" descr="0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76300" y="7572375"/>
            <a:ext cx="4533900" cy="4476750"/>
          </a:xfrm>
          <a:prstGeom prst="rect">
            <a:avLst/>
          </a:prstGeom>
        </p:spPr>
      </p:pic>
      <p:sp>
        <p:nvSpPr>
          <p:cNvPr id="8" name="TEXT: for the [6am crowd]"/>
          <p:cNvSpPr/>
          <p:nvPr/>
        </p:nvSpPr>
        <p:spPr>
          <a:xfrm rot="360000">
            <a:off x="1125859" y="3189727"/>
            <a:ext cx="3419475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[6am crowd]</a:t>
            </a:r>
          </a:p>
        </p:txBody>
      </p:sp>
      <p:sp>
        <p:nvSpPr>
          <p:cNvPr id="9" name="TEXT: for the [dog mums]"/>
          <p:cNvSpPr/>
          <p:nvPr/>
        </p:nvSpPr>
        <p:spPr>
          <a:xfrm rot="21300000">
            <a:off x="5618963" y="6238078"/>
            <a:ext cx="32766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[dog mums]</a:t>
            </a:r>
          </a:p>
        </p:txBody>
      </p:sp>
      <p:sp>
        <p:nvSpPr>
          <p:cNvPr id="10" name="TEXT: for the [busy mums]"/>
          <p:cNvSpPr/>
          <p:nvPr/>
        </p:nvSpPr>
        <p:spPr>
          <a:xfrm rot="180000">
            <a:off x="1379683" y="9381838"/>
            <a:ext cx="35052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l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[busy mums]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1047750" y="3619500"/>
            <a:ext cx="8572500" cy="7810500"/>
          </a:xfrm>
          <a:custGeom>
            <a:avLst/>
            <a:gdLst/>
            <a:ahLst/>
            <a:cxnLst/>
            <a:rect l="0" t="0" r="r" b="b"/>
            <a:pathLst>
              <a:path w="8572500" h="7810500">
                <a:moveTo>
                  <a:pt x="4272809" y="7771669"/>
                </a:moveTo>
                <a:cubicBezTo>
                  <a:pt x="4259246" y="7755550"/>
                  <a:pt x="4248150" y="7738513"/>
                  <a:pt x="4248150" y="7733807"/>
                </a:cubicBezTo>
                <a:cubicBezTo>
                  <a:pt x="4248150" y="7729101"/>
                  <a:pt x="4235642" y="7727752"/>
                  <a:pt x="4220354" y="7730810"/>
                </a:cubicBezTo>
                <a:cubicBezTo>
                  <a:pt x="4181308" y="7738619"/>
                  <a:pt x="4161276" y="7698583"/>
                  <a:pt x="4163712" y="7617605"/>
                </a:cubicBezTo>
                <a:cubicBezTo>
                  <a:pt x="4164696" y="7584870"/>
                  <a:pt x="4160625" y="7540942"/>
                  <a:pt x="4154665" y="7519987"/>
                </a:cubicBezTo>
                <a:cubicBezTo>
                  <a:pt x="4139629" y="7467119"/>
                  <a:pt x="4140824" y="7255965"/>
                  <a:pt x="4158036" y="6924675"/>
                </a:cubicBezTo>
                <a:cubicBezTo>
                  <a:pt x="4166065" y="6770131"/>
                  <a:pt x="4176508" y="6545103"/>
                  <a:pt x="4181243" y="6424612"/>
                </a:cubicBezTo>
                <a:cubicBezTo>
                  <a:pt x="4204618" y="5829707"/>
                  <a:pt x="4258940" y="5376427"/>
                  <a:pt x="4312151" y="5332266"/>
                </a:cubicBezTo>
                <a:cubicBezTo>
                  <a:pt x="4322441" y="5323726"/>
                  <a:pt x="4329194" y="5325346"/>
                  <a:pt x="4342484" y="5339546"/>
                </a:cubicBezTo>
                <a:cubicBezTo>
                  <a:pt x="4359680" y="5357919"/>
                  <a:pt x="4400550" y="5476996"/>
                  <a:pt x="4400550" y="5508726"/>
                </a:cubicBezTo>
                <a:cubicBezTo>
                  <a:pt x="4400550" y="5518090"/>
                  <a:pt x="4404490" y="5533115"/>
                  <a:pt x="4409306" y="5542114"/>
                </a:cubicBezTo>
                <a:cubicBezTo>
                  <a:pt x="4414122" y="5551113"/>
                  <a:pt x="4420576" y="5584050"/>
                  <a:pt x="4423647" y="5615306"/>
                </a:cubicBezTo>
                <a:cubicBezTo>
                  <a:pt x="4426718" y="5646563"/>
                  <a:pt x="4433393" y="5704284"/>
                  <a:pt x="4438480" y="5743575"/>
                </a:cubicBezTo>
                <a:cubicBezTo>
                  <a:pt x="4450512" y="5836497"/>
                  <a:pt x="4464533" y="5983214"/>
                  <a:pt x="4476713" y="6143625"/>
                </a:cubicBezTo>
                <a:cubicBezTo>
                  <a:pt x="4482082" y="6214348"/>
                  <a:pt x="4490419" y="6306502"/>
                  <a:pt x="4495239" y="6348412"/>
                </a:cubicBezTo>
                <a:cubicBezTo>
                  <a:pt x="4509169" y="6469554"/>
                  <a:pt x="4519097" y="7540050"/>
                  <a:pt x="4506362" y="7547921"/>
                </a:cubicBezTo>
                <a:cubicBezTo>
                  <a:pt x="4500553" y="7551511"/>
                  <a:pt x="4495735" y="7578842"/>
                  <a:pt x="4495656" y="7608655"/>
                </a:cubicBezTo>
                <a:cubicBezTo>
                  <a:pt x="4495406" y="7703032"/>
                  <a:pt x="4463093" y="7767947"/>
                  <a:pt x="4420425" y="7759791"/>
                </a:cubicBezTo>
                <a:cubicBezTo>
                  <a:pt x="4403225" y="7756503"/>
                  <a:pt x="4390175" y="7761762"/>
                  <a:pt x="4375057" y="7778075"/>
                </a:cubicBezTo>
                <a:cubicBezTo>
                  <a:pt x="4344481" y="7811067"/>
                  <a:pt x="4303817" y="7808520"/>
                  <a:pt x="4272809" y="7771669"/>
                </a:cubicBezTo>
                <a:close/>
                <a:moveTo>
                  <a:pt x="1107281" y="6737391"/>
                </a:moveTo>
                <a:cubicBezTo>
                  <a:pt x="1100732" y="6734749"/>
                  <a:pt x="1095375" y="6721852"/>
                  <a:pt x="1095375" y="6708731"/>
                </a:cubicBezTo>
                <a:cubicBezTo>
                  <a:pt x="1095375" y="6686410"/>
                  <a:pt x="1093060" y="6685266"/>
                  <a:pt x="1059386" y="6690955"/>
                </a:cubicBezTo>
                <a:cubicBezTo>
                  <a:pt x="1029215" y="6696053"/>
                  <a:pt x="1019934" y="6693348"/>
                  <a:pt x="1001967" y="6674223"/>
                </a:cubicBezTo>
                <a:cubicBezTo>
                  <a:pt x="982740" y="6653757"/>
                  <a:pt x="980765" y="6620169"/>
                  <a:pt x="998762" y="6619722"/>
                </a:cubicBezTo>
                <a:cubicBezTo>
                  <a:pt x="1007072" y="6619516"/>
                  <a:pt x="1066800" y="6566431"/>
                  <a:pt x="1066800" y="6559252"/>
                </a:cubicBezTo>
                <a:cubicBezTo>
                  <a:pt x="1066800" y="6556102"/>
                  <a:pt x="1050959" y="6562422"/>
                  <a:pt x="1031599" y="6573296"/>
                </a:cubicBezTo>
                <a:cubicBezTo>
                  <a:pt x="998078" y="6592123"/>
                  <a:pt x="995808" y="6592259"/>
                  <a:pt x="984025" y="6576145"/>
                </a:cubicBezTo>
                <a:cubicBezTo>
                  <a:pt x="962727" y="6547018"/>
                  <a:pt x="1034431" y="6454244"/>
                  <a:pt x="1071123" y="6463453"/>
                </a:cubicBezTo>
                <a:cubicBezTo>
                  <a:pt x="1085459" y="6467051"/>
                  <a:pt x="1110641" y="6454283"/>
                  <a:pt x="1157653" y="6419581"/>
                </a:cubicBezTo>
                <a:cubicBezTo>
                  <a:pt x="1243103" y="6356505"/>
                  <a:pt x="1246875" y="6348867"/>
                  <a:pt x="1178718" y="6376925"/>
                </a:cubicBezTo>
                <a:cubicBezTo>
                  <a:pt x="1150266" y="6388639"/>
                  <a:pt x="1159173" y="6356367"/>
                  <a:pt x="1193006" y="6325159"/>
                </a:cubicBezTo>
                <a:cubicBezTo>
                  <a:pt x="1266726" y="6257158"/>
                  <a:pt x="1324638" y="6211290"/>
                  <a:pt x="1579821" y="6018790"/>
                </a:cubicBezTo>
                <a:cubicBezTo>
                  <a:pt x="1933668" y="5751862"/>
                  <a:pt x="1936936" y="5749418"/>
                  <a:pt x="2040197" y="5674514"/>
                </a:cubicBezTo>
                <a:cubicBezTo>
                  <a:pt x="2088949" y="5639150"/>
                  <a:pt x="2147847" y="5596288"/>
                  <a:pt x="2171083" y="5579264"/>
                </a:cubicBezTo>
                <a:cubicBezTo>
                  <a:pt x="2331179" y="5461966"/>
                  <a:pt x="2736168" y="5189835"/>
                  <a:pt x="2843212" y="5127629"/>
                </a:cubicBezTo>
                <a:cubicBezTo>
                  <a:pt x="2945208" y="5068356"/>
                  <a:pt x="3041653" y="5015449"/>
                  <a:pt x="3057525" y="5010064"/>
                </a:cubicBezTo>
                <a:cubicBezTo>
                  <a:pt x="3065383" y="5007398"/>
                  <a:pt x="3094653" y="4993224"/>
                  <a:pt x="3122571" y="4978566"/>
                </a:cubicBezTo>
                <a:cubicBezTo>
                  <a:pt x="3174095" y="4951514"/>
                  <a:pt x="3205739" y="4955170"/>
                  <a:pt x="3198427" y="4987330"/>
                </a:cubicBezTo>
                <a:cubicBezTo>
                  <a:pt x="3189323" y="5027369"/>
                  <a:pt x="2888169" y="5345708"/>
                  <a:pt x="2728912" y="5483637"/>
                </a:cubicBezTo>
                <a:cubicBezTo>
                  <a:pt x="2676525" y="5529009"/>
                  <a:pt x="2620803" y="5579668"/>
                  <a:pt x="2605087" y="5596213"/>
                </a:cubicBezTo>
                <a:cubicBezTo>
                  <a:pt x="2578456" y="5624248"/>
                  <a:pt x="2518756" y="5676754"/>
                  <a:pt x="2465839" y="5718679"/>
                </a:cubicBezTo>
                <a:cubicBezTo>
                  <a:pt x="2405953" y="5766127"/>
                  <a:pt x="2324165" y="5837756"/>
                  <a:pt x="2280258" y="5881210"/>
                </a:cubicBezTo>
                <a:cubicBezTo>
                  <a:pt x="2230623" y="5930332"/>
                  <a:pt x="2166359" y="5984861"/>
                  <a:pt x="1881187" y="6219825"/>
                </a:cubicBezTo>
                <a:cubicBezTo>
                  <a:pt x="1792128" y="6293203"/>
                  <a:pt x="1677123" y="6388500"/>
                  <a:pt x="1625620" y="6431596"/>
                </a:cubicBezTo>
                <a:cubicBezTo>
                  <a:pt x="1482067" y="6551713"/>
                  <a:pt x="1428750" y="6583233"/>
                  <a:pt x="1428750" y="6547979"/>
                </a:cubicBezTo>
                <a:cubicBezTo>
                  <a:pt x="1428750" y="6531986"/>
                  <a:pt x="1364630" y="6571446"/>
                  <a:pt x="1309687" y="6621252"/>
                </a:cubicBezTo>
                <a:cubicBezTo>
                  <a:pt x="1273796" y="6653787"/>
                  <a:pt x="1226432" y="6687670"/>
                  <a:pt x="1172756" y="6719209"/>
                </a:cubicBezTo>
                <a:cubicBezTo>
                  <a:pt x="1129489" y="6744631"/>
                  <a:pt x="1126962" y="6745333"/>
                  <a:pt x="1107281" y="6737391"/>
                </a:cubicBezTo>
                <a:close/>
                <a:moveTo>
                  <a:pt x="6957752" y="6603567"/>
                </a:moveTo>
                <a:cubicBezTo>
                  <a:pt x="6931415" y="6578484"/>
                  <a:pt x="6877836" y="6530106"/>
                  <a:pt x="6838689" y="6496060"/>
                </a:cubicBezTo>
                <a:cubicBezTo>
                  <a:pt x="6799542" y="6462014"/>
                  <a:pt x="6765365" y="6432010"/>
                  <a:pt x="6762740" y="6429385"/>
                </a:cubicBezTo>
                <a:cubicBezTo>
                  <a:pt x="6760116" y="6426760"/>
                  <a:pt x="6730112" y="6399249"/>
                  <a:pt x="6696065" y="6368251"/>
                </a:cubicBezTo>
                <a:cubicBezTo>
                  <a:pt x="6662018" y="6337252"/>
                  <a:pt x="6597729" y="6277205"/>
                  <a:pt x="6553200" y="6234813"/>
                </a:cubicBezTo>
                <a:cubicBezTo>
                  <a:pt x="6508670" y="6192422"/>
                  <a:pt x="6452949" y="6141027"/>
                  <a:pt x="6429375" y="6120604"/>
                </a:cubicBezTo>
                <a:cubicBezTo>
                  <a:pt x="6388591" y="6085270"/>
                  <a:pt x="6046896" y="5761023"/>
                  <a:pt x="6005909" y="5718760"/>
                </a:cubicBezTo>
                <a:cubicBezTo>
                  <a:pt x="5717595" y="5421475"/>
                  <a:pt x="5405738" y="5053525"/>
                  <a:pt x="5392827" y="4995405"/>
                </a:cubicBezTo>
                <a:cubicBezTo>
                  <a:pt x="5387387" y="4970917"/>
                  <a:pt x="5420446" y="4968604"/>
                  <a:pt x="5465188" y="4990341"/>
                </a:cubicBezTo>
                <a:cubicBezTo>
                  <a:pt x="5504656" y="5009516"/>
                  <a:pt x="5733550" y="5158660"/>
                  <a:pt x="5791200" y="5202765"/>
                </a:cubicBezTo>
                <a:cubicBezTo>
                  <a:pt x="5804296" y="5212785"/>
                  <a:pt x="5839189" y="5238910"/>
                  <a:pt x="5868738" y="5260822"/>
                </a:cubicBezTo>
                <a:cubicBezTo>
                  <a:pt x="6124395" y="5450401"/>
                  <a:pt x="6326858" y="5610663"/>
                  <a:pt x="6518405" y="5775071"/>
                </a:cubicBezTo>
                <a:cubicBezTo>
                  <a:pt x="6590946" y="5837335"/>
                  <a:pt x="6663836" y="5897510"/>
                  <a:pt x="6680382" y="5908795"/>
                </a:cubicBezTo>
                <a:cubicBezTo>
                  <a:pt x="6808453" y="5996137"/>
                  <a:pt x="7156724" y="6320275"/>
                  <a:pt x="7225671" y="6416297"/>
                </a:cubicBezTo>
                <a:cubicBezTo>
                  <a:pt x="7273677" y="6483155"/>
                  <a:pt x="7275156" y="6489659"/>
                  <a:pt x="7246853" y="6509483"/>
                </a:cubicBezTo>
                <a:cubicBezTo>
                  <a:pt x="7228720" y="6522184"/>
                  <a:pt x="7227535" y="6527079"/>
                  <a:pt x="7237372" y="6548668"/>
                </a:cubicBezTo>
                <a:cubicBezTo>
                  <a:pt x="7251810" y="6580356"/>
                  <a:pt x="7240562" y="6601926"/>
                  <a:pt x="7195839" y="6628313"/>
                </a:cubicBezTo>
                <a:cubicBezTo>
                  <a:pt x="7161940" y="6648314"/>
                  <a:pt x="7124700" y="6655068"/>
                  <a:pt x="7124700" y="6641216"/>
                </a:cubicBezTo>
                <a:cubicBezTo>
                  <a:pt x="7124700" y="6637237"/>
                  <a:pt x="7115370" y="6628156"/>
                  <a:pt x="7103968" y="6621035"/>
                </a:cubicBezTo>
                <a:cubicBezTo>
                  <a:pt x="7086078" y="6609862"/>
                  <a:pt x="7081693" y="6610196"/>
                  <a:pt x="7071985" y="6623473"/>
                </a:cubicBezTo>
                <a:cubicBezTo>
                  <a:pt x="7046233" y="6658692"/>
                  <a:pt x="7008780" y="6652165"/>
                  <a:pt x="6957752" y="6603567"/>
                </a:cubicBezTo>
                <a:close/>
                <a:moveTo>
                  <a:pt x="5414962" y="6600825"/>
                </a:moveTo>
                <a:cubicBezTo>
                  <a:pt x="5411724" y="6595586"/>
                  <a:pt x="5396675" y="6591300"/>
                  <a:pt x="5381520" y="6591300"/>
                </a:cubicBezTo>
                <a:cubicBezTo>
                  <a:pt x="5347605" y="6591300"/>
                  <a:pt x="5309442" y="6540073"/>
                  <a:pt x="5266303" y="6436645"/>
                </a:cubicBezTo>
                <a:cubicBezTo>
                  <a:pt x="5250432" y="6398594"/>
                  <a:pt x="5231645" y="6354603"/>
                  <a:pt x="5224554" y="6338887"/>
                </a:cubicBezTo>
                <a:cubicBezTo>
                  <a:pt x="5196833" y="6277450"/>
                  <a:pt x="5168280" y="6199405"/>
                  <a:pt x="5120014" y="6053137"/>
                </a:cubicBezTo>
                <a:cubicBezTo>
                  <a:pt x="5045154" y="5826281"/>
                  <a:pt x="5029200" y="5774452"/>
                  <a:pt x="5029200" y="5758122"/>
                </a:cubicBezTo>
                <a:cubicBezTo>
                  <a:pt x="5029200" y="5749979"/>
                  <a:pt x="5025420" y="5735873"/>
                  <a:pt x="5020800" y="5726777"/>
                </a:cubicBezTo>
                <a:cubicBezTo>
                  <a:pt x="5016180" y="5717680"/>
                  <a:pt x="5007112" y="5688806"/>
                  <a:pt x="5000650" y="5662612"/>
                </a:cubicBezTo>
                <a:cubicBezTo>
                  <a:pt x="4966913" y="5525867"/>
                  <a:pt x="4988351" y="5496071"/>
                  <a:pt x="5057189" y="5584031"/>
                </a:cubicBezTo>
                <a:cubicBezTo>
                  <a:pt x="5078714" y="5611534"/>
                  <a:pt x="5105362" y="5643802"/>
                  <a:pt x="5116408" y="5655737"/>
                </a:cubicBezTo>
                <a:cubicBezTo>
                  <a:pt x="5138781" y="5679911"/>
                  <a:pt x="5200650" y="5779706"/>
                  <a:pt x="5200650" y="5791621"/>
                </a:cubicBezTo>
                <a:cubicBezTo>
                  <a:pt x="5200650" y="5795822"/>
                  <a:pt x="5212717" y="5811376"/>
                  <a:pt x="5227467" y="5826186"/>
                </a:cubicBezTo>
                <a:cubicBezTo>
                  <a:pt x="5242216" y="5840995"/>
                  <a:pt x="5268387" y="5880973"/>
                  <a:pt x="5285625" y="5915025"/>
                </a:cubicBezTo>
                <a:cubicBezTo>
                  <a:pt x="5302862" y="5949076"/>
                  <a:pt x="5327246" y="5996225"/>
                  <a:pt x="5339812" y="6019800"/>
                </a:cubicBezTo>
                <a:cubicBezTo>
                  <a:pt x="5376953" y="6089482"/>
                  <a:pt x="5481598" y="6309852"/>
                  <a:pt x="5495857" y="6348412"/>
                </a:cubicBezTo>
                <a:cubicBezTo>
                  <a:pt x="5499732" y="6358890"/>
                  <a:pt x="5512047" y="6391119"/>
                  <a:pt x="5523226" y="6420034"/>
                </a:cubicBezTo>
                <a:cubicBezTo>
                  <a:pt x="5553040" y="6497154"/>
                  <a:pt x="5544647" y="6572250"/>
                  <a:pt x="5506212" y="6572250"/>
                </a:cubicBezTo>
                <a:cubicBezTo>
                  <a:pt x="5497835" y="6572250"/>
                  <a:pt x="5485628" y="6580822"/>
                  <a:pt x="5479085" y="6591300"/>
                </a:cubicBezTo>
                <a:cubicBezTo>
                  <a:pt x="5466660" y="6611194"/>
                  <a:pt x="5425179" y="6617356"/>
                  <a:pt x="5414962" y="6600825"/>
                </a:cubicBezTo>
                <a:close/>
                <a:moveTo>
                  <a:pt x="2930033" y="6548618"/>
                </a:moveTo>
                <a:cubicBezTo>
                  <a:pt x="2907988" y="6528188"/>
                  <a:pt x="2905908" y="6521908"/>
                  <a:pt x="2915345" y="6504274"/>
                </a:cubicBezTo>
                <a:cubicBezTo>
                  <a:pt x="2924301" y="6487540"/>
                  <a:pt x="2923490" y="6482136"/>
                  <a:pt x="2910970" y="6475129"/>
                </a:cubicBezTo>
                <a:cubicBezTo>
                  <a:pt x="2888209" y="6462392"/>
                  <a:pt x="2892121" y="6436112"/>
                  <a:pt x="2925107" y="6380169"/>
                </a:cubicBezTo>
                <a:cubicBezTo>
                  <a:pt x="2941335" y="6352644"/>
                  <a:pt x="2956262" y="6321563"/>
                  <a:pt x="2958278" y="6311098"/>
                </a:cubicBezTo>
                <a:cubicBezTo>
                  <a:pt x="2963681" y="6283042"/>
                  <a:pt x="3024627" y="6167994"/>
                  <a:pt x="3067644" y="6104650"/>
                </a:cubicBezTo>
                <a:cubicBezTo>
                  <a:pt x="3088272" y="6074273"/>
                  <a:pt x="3105150" y="6046806"/>
                  <a:pt x="3105150" y="6043612"/>
                </a:cubicBezTo>
                <a:cubicBezTo>
                  <a:pt x="3105150" y="6033095"/>
                  <a:pt x="3178608" y="5929694"/>
                  <a:pt x="3199241" y="5911167"/>
                </a:cubicBezTo>
                <a:cubicBezTo>
                  <a:pt x="3210356" y="5901187"/>
                  <a:pt x="3219450" y="5889029"/>
                  <a:pt x="3219450" y="5884149"/>
                </a:cubicBezTo>
                <a:cubicBezTo>
                  <a:pt x="3219450" y="5862517"/>
                  <a:pt x="3366112" y="5668693"/>
                  <a:pt x="3456643" y="5570682"/>
                </a:cubicBezTo>
                <a:cubicBezTo>
                  <a:pt x="3557081" y="5461945"/>
                  <a:pt x="3559943" y="5501470"/>
                  <a:pt x="3470964" y="5768516"/>
                </a:cubicBezTo>
                <a:cubicBezTo>
                  <a:pt x="3453302" y="5821524"/>
                  <a:pt x="3425375" y="5894391"/>
                  <a:pt x="3408903" y="5930441"/>
                </a:cubicBezTo>
                <a:cubicBezTo>
                  <a:pt x="3392432" y="5966491"/>
                  <a:pt x="3375273" y="6014578"/>
                  <a:pt x="3370772" y="6037299"/>
                </a:cubicBezTo>
                <a:cubicBezTo>
                  <a:pt x="3351171" y="6136260"/>
                  <a:pt x="3136153" y="6524456"/>
                  <a:pt x="3083075" y="6556711"/>
                </a:cubicBezTo>
                <a:cubicBezTo>
                  <a:pt x="3044350" y="6580244"/>
                  <a:pt x="2959305" y="6575747"/>
                  <a:pt x="2930033" y="6548618"/>
                </a:cubicBezTo>
                <a:close/>
                <a:moveTo>
                  <a:pt x="1600200" y="5176837"/>
                </a:moveTo>
                <a:cubicBezTo>
                  <a:pt x="1595220" y="5163740"/>
                  <a:pt x="1584519" y="5153025"/>
                  <a:pt x="1576419" y="5153025"/>
                </a:cubicBezTo>
                <a:cubicBezTo>
                  <a:pt x="1553745" y="5153025"/>
                  <a:pt x="1536657" y="5108298"/>
                  <a:pt x="1550724" y="5085773"/>
                </a:cubicBezTo>
                <a:cubicBezTo>
                  <a:pt x="1556981" y="5075755"/>
                  <a:pt x="1562100" y="5059287"/>
                  <a:pt x="1562100" y="5049179"/>
                </a:cubicBezTo>
                <a:cubicBezTo>
                  <a:pt x="1562100" y="5024661"/>
                  <a:pt x="1629834" y="4972050"/>
                  <a:pt x="1661400" y="4972050"/>
                </a:cubicBezTo>
                <a:cubicBezTo>
                  <a:pt x="1675649" y="4972050"/>
                  <a:pt x="1689055" y="4965449"/>
                  <a:pt x="1692374" y="4956799"/>
                </a:cubicBezTo>
                <a:cubicBezTo>
                  <a:pt x="1697769" y="4942742"/>
                  <a:pt x="1826064" y="4876800"/>
                  <a:pt x="1848019" y="4876800"/>
                </a:cubicBezTo>
                <a:cubicBezTo>
                  <a:pt x="1853307" y="4876800"/>
                  <a:pt x="1865076" y="4872743"/>
                  <a:pt x="1874172" y="4867784"/>
                </a:cubicBezTo>
                <a:cubicBezTo>
                  <a:pt x="1945617" y="4828842"/>
                  <a:pt x="2191610" y="4749774"/>
                  <a:pt x="2424112" y="4691020"/>
                </a:cubicBezTo>
                <a:cubicBezTo>
                  <a:pt x="2726443" y="4614620"/>
                  <a:pt x="2742731" y="4638271"/>
                  <a:pt x="2496436" y="4796032"/>
                </a:cubicBezTo>
                <a:cubicBezTo>
                  <a:pt x="2424184" y="4842312"/>
                  <a:pt x="2394661" y="4859346"/>
                  <a:pt x="2324100" y="4895466"/>
                </a:cubicBezTo>
                <a:cubicBezTo>
                  <a:pt x="2279570" y="4918260"/>
                  <a:pt x="2231374" y="4946663"/>
                  <a:pt x="2216997" y="4958582"/>
                </a:cubicBezTo>
                <a:cubicBezTo>
                  <a:pt x="2170379" y="4997232"/>
                  <a:pt x="1884663" y="5126777"/>
                  <a:pt x="1762125" y="5164824"/>
                </a:cubicBezTo>
                <a:cubicBezTo>
                  <a:pt x="1728073" y="5175397"/>
                  <a:pt x="1696140" y="5187783"/>
                  <a:pt x="1691163" y="5192348"/>
                </a:cubicBezTo>
                <a:cubicBezTo>
                  <a:pt x="1669871" y="5211881"/>
                  <a:pt x="1609617" y="5201607"/>
                  <a:pt x="1600200" y="5176837"/>
                </a:cubicBezTo>
                <a:close/>
                <a:moveTo>
                  <a:pt x="6800850" y="5172075"/>
                </a:moveTo>
                <a:cubicBezTo>
                  <a:pt x="6792991" y="5166996"/>
                  <a:pt x="6773203" y="5162776"/>
                  <a:pt x="6756876" y="5162695"/>
                </a:cubicBezTo>
                <a:cubicBezTo>
                  <a:pt x="6740549" y="5162615"/>
                  <a:pt x="6704115" y="5153099"/>
                  <a:pt x="6675913" y="5141548"/>
                </a:cubicBezTo>
                <a:cubicBezTo>
                  <a:pt x="6606509" y="5113123"/>
                  <a:pt x="6325848" y="4974136"/>
                  <a:pt x="6296102" y="4953461"/>
                </a:cubicBezTo>
                <a:cubicBezTo>
                  <a:pt x="6282963" y="4944329"/>
                  <a:pt x="6246495" y="4922935"/>
                  <a:pt x="6215062" y="4905920"/>
                </a:cubicBezTo>
                <a:cubicBezTo>
                  <a:pt x="6161759" y="4877066"/>
                  <a:pt x="5984764" y="4756118"/>
                  <a:pt x="5936456" y="4715537"/>
                </a:cubicBezTo>
                <a:cubicBezTo>
                  <a:pt x="5913216" y="4696014"/>
                  <a:pt x="5907777" y="4667864"/>
                  <a:pt x="5926931" y="4666240"/>
                </a:cubicBezTo>
                <a:cubicBezTo>
                  <a:pt x="5953140" y="4664018"/>
                  <a:pt x="5996530" y="4669468"/>
                  <a:pt x="6005512" y="4676109"/>
                </a:cubicBezTo>
                <a:cubicBezTo>
                  <a:pt x="6010751" y="4679983"/>
                  <a:pt x="6040755" y="4688483"/>
                  <a:pt x="6072187" y="4694999"/>
                </a:cubicBezTo>
                <a:cubicBezTo>
                  <a:pt x="6103620" y="4701515"/>
                  <a:pt x="6142196" y="4710845"/>
                  <a:pt x="6157912" y="4715732"/>
                </a:cubicBezTo>
                <a:cubicBezTo>
                  <a:pt x="6173628" y="4720620"/>
                  <a:pt x="6238976" y="4739610"/>
                  <a:pt x="6303129" y="4757933"/>
                </a:cubicBezTo>
                <a:cubicBezTo>
                  <a:pt x="6367283" y="4776255"/>
                  <a:pt x="6455151" y="4804464"/>
                  <a:pt x="6498392" y="4820619"/>
                </a:cubicBezTo>
                <a:cubicBezTo>
                  <a:pt x="6541633" y="4836774"/>
                  <a:pt x="6598443" y="4857846"/>
                  <a:pt x="6624637" y="4867445"/>
                </a:cubicBezTo>
                <a:cubicBezTo>
                  <a:pt x="6791905" y="4928744"/>
                  <a:pt x="6895699" y="5005899"/>
                  <a:pt x="6909332" y="5079072"/>
                </a:cubicBezTo>
                <a:cubicBezTo>
                  <a:pt x="6916503" y="5117555"/>
                  <a:pt x="6903702" y="5153025"/>
                  <a:pt x="6882643" y="5153025"/>
                </a:cubicBezTo>
                <a:cubicBezTo>
                  <a:pt x="6875611" y="5153025"/>
                  <a:pt x="6864521" y="5159454"/>
                  <a:pt x="6858000" y="5167312"/>
                </a:cubicBezTo>
                <a:cubicBezTo>
                  <a:pt x="6844454" y="5183633"/>
                  <a:pt x="6821673" y="5185532"/>
                  <a:pt x="6800850" y="5172075"/>
                </a:cubicBezTo>
                <a:close/>
                <a:moveTo>
                  <a:pt x="8018113" y="4252563"/>
                </a:moveTo>
                <a:cubicBezTo>
                  <a:pt x="8015301" y="4249751"/>
                  <a:pt x="7932077" y="4245614"/>
                  <a:pt x="7833169" y="4243368"/>
                </a:cubicBezTo>
                <a:cubicBezTo>
                  <a:pt x="7474782" y="4235232"/>
                  <a:pt x="7080790" y="4218903"/>
                  <a:pt x="7034212" y="4210256"/>
                </a:cubicBezTo>
                <a:cubicBezTo>
                  <a:pt x="7008018" y="4205392"/>
                  <a:pt x="6952297" y="4199121"/>
                  <a:pt x="6910387" y="4196318"/>
                </a:cubicBezTo>
                <a:cubicBezTo>
                  <a:pt x="6868477" y="4193515"/>
                  <a:pt x="6814899" y="4189020"/>
                  <a:pt x="6791325" y="4186327"/>
                </a:cubicBezTo>
                <a:cubicBezTo>
                  <a:pt x="6767750" y="4183635"/>
                  <a:pt x="6669166" y="4174821"/>
                  <a:pt x="6572250" y="4166741"/>
                </a:cubicBezTo>
                <a:cubicBezTo>
                  <a:pt x="6426199" y="4154566"/>
                  <a:pt x="6300201" y="4139467"/>
                  <a:pt x="6176962" y="4119372"/>
                </a:cubicBezTo>
                <a:cubicBezTo>
                  <a:pt x="6166485" y="4117664"/>
                  <a:pt x="6115777" y="4109560"/>
                  <a:pt x="6064279" y="4101363"/>
                </a:cubicBezTo>
                <a:cubicBezTo>
                  <a:pt x="6012780" y="4093167"/>
                  <a:pt x="5951551" y="4079978"/>
                  <a:pt x="5928214" y="4072055"/>
                </a:cubicBezTo>
                <a:cubicBezTo>
                  <a:pt x="5904878" y="4064132"/>
                  <a:pt x="5880323" y="4057650"/>
                  <a:pt x="5873650" y="4057650"/>
                </a:cubicBezTo>
                <a:cubicBezTo>
                  <a:pt x="5851539" y="4057650"/>
                  <a:pt x="5828032" y="4033936"/>
                  <a:pt x="5834202" y="4017856"/>
                </a:cubicBezTo>
                <a:cubicBezTo>
                  <a:pt x="5841465" y="3998931"/>
                  <a:pt x="5865708" y="3989986"/>
                  <a:pt x="5934075" y="3981006"/>
                </a:cubicBezTo>
                <a:cubicBezTo>
                  <a:pt x="5962888" y="3977222"/>
                  <a:pt x="6033611" y="3967486"/>
                  <a:pt x="6091237" y="3959371"/>
                </a:cubicBezTo>
                <a:cubicBezTo>
                  <a:pt x="6148863" y="3951256"/>
                  <a:pt x="6236731" y="3942029"/>
                  <a:pt x="6286500" y="3938868"/>
                </a:cubicBezTo>
                <a:cubicBezTo>
                  <a:pt x="6336268" y="3935706"/>
                  <a:pt x="6434851" y="3929291"/>
                  <a:pt x="6505575" y="3924612"/>
                </a:cubicBezTo>
                <a:cubicBezTo>
                  <a:pt x="6865383" y="3900807"/>
                  <a:pt x="8023240" y="3885194"/>
                  <a:pt x="8170504" y="3902163"/>
                </a:cubicBezTo>
                <a:cubicBezTo>
                  <a:pt x="8225681" y="3908520"/>
                  <a:pt x="8237158" y="3931645"/>
                  <a:pt x="8191449" y="3944364"/>
                </a:cubicBezTo>
                <a:cubicBezTo>
                  <a:pt x="8158129" y="3953635"/>
                  <a:pt x="8161155" y="3954007"/>
                  <a:pt x="8313981" y="3959406"/>
                </a:cubicBezTo>
                <a:cubicBezTo>
                  <a:pt x="8429710" y="3963495"/>
                  <a:pt x="8456712" y="3967394"/>
                  <a:pt x="8489501" y="3984750"/>
                </a:cubicBezTo>
                <a:cubicBezTo>
                  <a:pt x="8539248" y="4011083"/>
                  <a:pt x="8541960" y="4021866"/>
                  <a:pt x="8503631" y="4040936"/>
                </a:cubicBezTo>
                <a:lnTo>
                  <a:pt x="8472487" y="4056431"/>
                </a:lnTo>
                <a:lnTo>
                  <a:pt x="8505825" y="4057343"/>
                </a:lnTo>
                <a:cubicBezTo>
                  <a:pt x="8545292" y="4058423"/>
                  <a:pt x="8572500" y="4076504"/>
                  <a:pt x="8572500" y="4101652"/>
                </a:cubicBezTo>
                <a:cubicBezTo>
                  <a:pt x="8572500" y="4126208"/>
                  <a:pt x="8545494" y="4141247"/>
                  <a:pt x="8487606" y="4148926"/>
                </a:cubicBezTo>
                <a:cubicBezTo>
                  <a:pt x="8433094" y="4156157"/>
                  <a:pt x="8425098" y="4166758"/>
                  <a:pt x="8467725" y="4175283"/>
                </a:cubicBezTo>
                <a:cubicBezTo>
                  <a:pt x="8501254" y="4181989"/>
                  <a:pt x="8504286" y="4199893"/>
                  <a:pt x="8476185" y="4225242"/>
                </a:cubicBezTo>
                <a:cubicBezTo>
                  <a:pt x="8459021" y="4240724"/>
                  <a:pt x="8440969" y="4243387"/>
                  <a:pt x="8353169" y="4243387"/>
                </a:cubicBezTo>
                <a:cubicBezTo>
                  <a:pt x="8296573" y="4243387"/>
                  <a:pt x="8247046" y="4246602"/>
                  <a:pt x="8243108" y="4250531"/>
                </a:cubicBezTo>
                <a:cubicBezTo>
                  <a:pt x="8235029" y="4258593"/>
                  <a:pt x="8026030" y="4260480"/>
                  <a:pt x="8018113" y="4252563"/>
                </a:cubicBezTo>
                <a:close/>
                <a:moveTo>
                  <a:pt x="414337" y="4229670"/>
                </a:moveTo>
                <a:cubicBezTo>
                  <a:pt x="403860" y="4224716"/>
                  <a:pt x="337008" y="4220921"/>
                  <a:pt x="265778" y="4221235"/>
                </a:cubicBezTo>
                <a:cubicBezTo>
                  <a:pt x="136297" y="4221807"/>
                  <a:pt x="112317" y="4217112"/>
                  <a:pt x="73972" y="4183676"/>
                </a:cubicBezTo>
                <a:cubicBezTo>
                  <a:pt x="63021" y="4174127"/>
                  <a:pt x="59358" y="4161704"/>
                  <a:pt x="63099" y="4146800"/>
                </a:cubicBezTo>
                <a:cubicBezTo>
                  <a:pt x="67194" y="4130485"/>
                  <a:pt x="64727" y="4124325"/>
                  <a:pt x="54100" y="4124325"/>
                </a:cubicBezTo>
                <a:cubicBezTo>
                  <a:pt x="7418" y="4124325"/>
                  <a:pt x="-9400" y="4035798"/>
                  <a:pt x="34136" y="4019246"/>
                </a:cubicBezTo>
                <a:cubicBezTo>
                  <a:pt x="47673" y="4014099"/>
                  <a:pt x="62378" y="4012132"/>
                  <a:pt x="66816" y="4014874"/>
                </a:cubicBezTo>
                <a:cubicBezTo>
                  <a:pt x="87419" y="4027608"/>
                  <a:pt x="83511" y="3999489"/>
                  <a:pt x="62790" y="3985912"/>
                </a:cubicBezTo>
                <a:cubicBezTo>
                  <a:pt x="32939" y="3966352"/>
                  <a:pt x="38469" y="3952710"/>
                  <a:pt x="85383" y="3930179"/>
                </a:cubicBezTo>
                <a:cubicBezTo>
                  <a:pt x="113030" y="3916901"/>
                  <a:pt x="134613" y="3913656"/>
                  <a:pt x="168518" y="3917679"/>
                </a:cubicBezTo>
                <a:cubicBezTo>
                  <a:pt x="246693" y="3926956"/>
                  <a:pt x="329707" y="3933048"/>
                  <a:pt x="306624" y="3927814"/>
                </a:cubicBezTo>
                <a:cubicBezTo>
                  <a:pt x="277438" y="3921197"/>
                  <a:pt x="283037" y="3894331"/>
                  <a:pt x="315406" y="3885675"/>
                </a:cubicBezTo>
                <a:cubicBezTo>
                  <a:pt x="355340" y="3874995"/>
                  <a:pt x="1615348" y="3876242"/>
                  <a:pt x="1819275" y="3887163"/>
                </a:cubicBezTo>
                <a:cubicBezTo>
                  <a:pt x="1921430" y="3892634"/>
                  <a:pt x="2060733" y="3898828"/>
                  <a:pt x="2128837" y="3900927"/>
                </a:cubicBezTo>
                <a:cubicBezTo>
                  <a:pt x="2196941" y="3903027"/>
                  <a:pt x="2274093" y="3909143"/>
                  <a:pt x="2300287" y="3914519"/>
                </a:cubicBezTo>
                <a:cubicBezTo>
                  <a:pt x="2326481" y="3919894"/>
                  <a:pt x="2380059" y="3926596"/>
                  <a:pt x="2419350" y="3929410"/>
                </a:cubicBezTo>
                <a:cubicBezTo>
                  <a:pt x="2592236" y="3941794"/>
                  <a:pt x="2624664" y="3945475"/>
                  <a:pt x="2633186" y="3953684"/>
                </a:cubicBezTo>
                <a:cubicBezTo>
                  <a:pt x="2638163" y="3958477"/>
                  <a:pt x="2655856" y="3962400"/>
                  <a:pt x="2672504" y="3962400"/>
                </a:cubicBezTo>
                <a:cubicBezTo>
                  <a:pt x="2712760" y="3962400"/>
                  <a:pt x="2771775" y="3987757"/>
                  <a:pt x="2771775" y="4005055"/>
                </a:cubicBezTo>
                <a:cubicBezTo>
                  <a:pt x="2771775" y="4023348"/>
                  <a:pt x="2745154" y="4036751"/>
                  <a:pt x="2683925" y="4049283"/>
                </a:cubicBezTo>
                <a:cubicBezTo>
                  <a:pt x="2656280" y="4054941"/>
                  <a:pt x="2618660" y="4062964"/>
                  <a:pt x="2600325" y="4067110"/>
                </a:cubicBezTo>
                <a:cubicBezTo>
                  <a:pt x="2493330" y="4091309"/>
                  <a:pt x="2368470" y="4113788"/>
                  <a:pt x="2314575" y="4118557"/>
                </a:cubicBezTo>
                <a:cubicBezTo>
                  <a:pt x="2251977" y="4124095"/>
                  <a:pt x="2144333" y="4136146"/>
                  <a:pt x="2005012" y="4153213"/>
                </a:cubicBezTo>
                <a:cubicBezTo>
                  <a:pt x="1963102" y="4158347"/>
                  <a:pt x="1847373" y="4166833"/>
                  <a:pt x="1747837" y="4172072"/>
                </a:cubicBezTo>
                <a:cubicBezTo>
                  <a:pt x="1648301" y="4177311"/>
                  <a:pt x="1534715" y="4185678"/>
                  <a:pt x="1495425" y="4190666"/>
                </a:cubicBezTo>
                <a:cubicBezTo>
                  <a:pt x="1410307" y="4201472"/>
                  <a:pt x="1066653" y="4221468"/>
                  <a:pt x="919162" y="4224197"/>
                </a:cubicBezTo>
                <a:cubicBezTo>
                  <a:pt x="861536" y="4225263"/>
                  <a:pt x="728662" y="4228957"/>
                  <a:pt x="623887" y="4232406"/>
                </a:cubicBezTo>
                <a:cubicBezTo>
                  <a:pt x="509815" y="4236161"/>
                  <a:pt x="425744" y="4235063"/>
                  <a:pt x="414337" y="4229670"/>
                </a:cubicBezTo>
                <a:close/>
                <a:moveTo>
                  <a:pt x="5969296" y="3384846"/>
                </a:moveTo>
                <a:cubicBezTo>
                  <a:pt x="5953419" y="3368969"/>
                  <a:pt x="5966233" y="3351076"/>
                  <a:pt x="6019277" y="3315054"/>
                </a:cubicBezTo>
                <a:cubicBezTo>
                  <a:pt x="6050422" y="3293904"/>
                  <a:pt x="6078582" y="3276600"/>
                  <a:pt x="6081854" y="3276600"/>
                </a:cubicBezTo>
                <a:cubicBezTo>
                  <a:pt x="6085127" y="3276600"/>
                  <a:pt x="6106494" y="3263741"/>
                  <a:pt x="6129337" y="3248025"/>
                </a:cubicBezTo>
                <a:cubicBezTo>
                  <a:pt x="6152180" y="3232308"/>
                  <a:pt x="6174046" y="3219450"/>
                  <a:pt x="6177928" y="3219450"/>
                </a:cubicBezTo>
                <a:cubicBezTo>
                  <a:pt x="6181811" y="3219450"/>
                  <a:pt x="6191754" y="3213534"/>
                  <a:pt x="6200024" y="3206305"/>
                </a:cubicBezTo>
                <a:cubicBezTo>
                  <a:pt x="6208295" y="3199075"/>
                  <a:pt x="6245066" y="3176985"/>
                  <a:pt x="6281737" y="3157215"/>
                </a:cubicBezTo>
                <a:cubicBezTo>
                  <a:pt x="6318408" y="3137445"/>
                  <a:pt x="6359128" y="3114428"/>
                  <a:pt x="6372225" y="3106066"/>
                </a:cubicBezTo>
                <a:cubicBezTo>
                  <a:pt x="6427006" y="3071089"/>
                  <a:pt x="6750521" y="2919283"/>
                  <a:pt x="6850750" y="2881522"/>
                </a:cubicBezTo>
                <a:cubicBezTo>
                  <a:pt x="6886184" y="2868173"/>
                  <a:pt x="6898836" y="2866963"/>
                  <a:pt x="6909597" y="2875894"/>
                </a:cubicBezTo>
                <a:cubicBezTo>
                  <a:pt x="6920310" y="2884785"/>
                  <a:pt x="6929180" y="2884264"/>
                  <a:pt x="6950184" y="2873512"/>
                </a:cubicBezTo>
                <a:cubicBezTo>
                  <a:pt x="7001451" y="2847267"/>
                  <a:pt x="7055422" y="2843819"/>
                  <a:pt x="7062567" y="2866333"/>
                </a:cubicBezTo>
                <a:cubicBezTo>
                  <a:pt x="7066014" y="2877191"/>
                  <a:pt x="7074286" y="2886075"/>
                  <a:pt x="7080950" y="2886075"/>
                </a:cubicBezTo>
                <a:cubicBezTo>
                  <a:pt x="7101916" y="2886075"/>
                  <a:pt x="7119234" y="2935749"/>
                  <a:pt x="7102527" y="2947966"/>
                </a:cubicBezTo>
                <a:cubicBezTo>
                  <a:pt x="7093811" y="2954339"/>
                  <a:pt x="7090255" y="2967576"/>
                  <a:pt x="7093166" y="2982805"/>
                </a:cubicBezTo>
                <a:cubicBezTo>
                  <a:pt x="7099030" y="3013479"/>
                  <a:pt x="7055688" y="3048000"/>
                  <a:pt x="7011310" y="3048000"/>
                </a:cubicBezTo>
                <a:cubicBezTo>
                  <a:pt x="6991830" y="3048000"/>
                  <a:pt x="6981825" y="3052711"/>
                  <a:pt x="6981825" y="3061885"/>
                </a:cubicBezTo>
                <a:cubicBezTo>
                  <a:pt x="6981825" y="3075664"/>
                  <a:pt x="6909074" y="3124200"/>
                  <a:pt x="6888421" y="3124200"/>
                </a:cubicBezTo>
                <a:cubicBezTo>
                  <a:pt x="6879519" y="3124200"/>
                  <a:pt x="6815380" y="3149675"/>
                  <a:pt x="6672262" y="3210057"/>
                </a:cubicBezTo>
                <a:cubicBezTo>
                  <a:pt x="6630022" y="3227878"/>
                  <a:pt x="6508281" y="3269610"/>
                  <a:pt x="6477000" y="3276991"/>
                </a:cubicBezTo>
                <a:cubicBezTo>
                  <a:pt x="6458664" y="3281318"/>
                  <a:pt x="6428660" y="3289085"/>
                  <a:pt x="6410325" y="3294252"/>
                </a:cubicBezTo>
                <a:cubicBezTo>
                  <a:pt x="6308440" y="3322963"/>
                  <a:pt x="6248134" y="3339008"/>
                  <a:pt x="6153150" y="3362679"/>
                </a:cubicBezTo>
                <a:cubicBezTo>
                  <a:pt x="6134814" y="3367249"/>
                  <a:pt x="6092734" y="3373570"/>
                  <a:pt x="6059638" y="3376727"/>
                </a:cubicBezTo>
                <a:cubicBezTo>
                  <a:pt x="6026542" y="3379883"/>
                  <a:pt x="5994171" y="3384497"/>
                  <a:pt x="5987703" y="3386979"/>
                </a:cubicBezTo>
                <a:cubicBezTo>
                  <a:pt x="5981234" y="3389461"/>
                  <a:pt x="5972951" y="3388501"/>
                  <a:pt x="5969296" y="3384846"/>
                </a:cubicBezTo>
                <a:close/>
                <a:moveTo>
                  <a:pt x="2595562" y="3362419"/>
                </a:moveTo>
                <a:cubicBezTo>
                  <a:pt x="2585085" y="3357865"/>
                  <a:pt x="2563958" y="3353837"/>
                  <a:pt x="2548613" y="3353469"/>
                </a:cubicBezTo>
                <a:cubicBezTo>
                  <a:pt x="2533269" y="3353101"/>
                  <a:pt x="2507551" y="3348842"/>
                  <a:pt x="2491463" y="3344005"/>
                </a:cubicBezTo>
                <a:cubicBezTo>
                  <a:pt x="2475375" y="3339168"/>
                  <a:pt x="2438638" y="3330240"/>
                  <a:pt x="2409825" y="3324164"/>
                </a:cubicBezTo>
                <a:cubicBezTo>
                  <a:pt x="2381011" y="3318089"/>
                  <a:pt x="2324413" y="3302225"/>
                  <a:pt x="2284049" y="3288912"/>
                </a:cubicBezTo>
                <a:cubicBezTo>
                  <a:pt x="2243686" y="3275598"/>
                  <a:pt x="2204805" y="3266953"/>
                  <a:pt x="2197648" y="3269699"/>
                </a:cubicBezTo>
                <a:cubicBezTo>
                  <a:pt x="2190490" y="3272446"/>
                  <a:pt x="2161364" y="3268270"/>
                  <a:pt x="2132923" y="3260419"/>
                </a:cubicBezTo>
                <a:cubicBezTo>
                  <a:pt x="2104482" y="3252568"/>
                  <a:pt x="2070496" y="3244101"/>
                  <a:pt x="2057400" y="3241604"/>
                </a:cubicBezTo>
                <a:cubicBezTo>
                  <a:pt x="2044303" y="3239108"/>
                  <a:pt x="2025015" y="3233281"/>
                  <a:pt x="2014537" y="3228657"/>
                </a:cubicBezTo>
                <a:cubicBezTo>
                  <a:pt x="2004060" y="3224032"/>
                  <a:pt x="1963017" y="3209635"/>
                  <a:pt x="1923330" y="3196662"/>
                </a:cubicBezTo>
                <a:cubicBezTo>
                  <a:pt x="1843186" y="3170464"/>
                  <a:pt x="1740463" y="3131570"/>
                  <a:pt x="1678885" y="3104107"/>
                </a:cubicBezTo>
                <a:cubicBezTo>
                  <a:pt x="1656677" y="3094203"/>
                  <a:pt x="1634699" y="3086100"/>
                  <a:pt x="1630045" y="3086100"/>
                </a:cubicBezTo>
                <a:cubicBezTo>
                  <a:pt x="1625390" y="3086100"/>
                  <a:pt x="1616205" y="3079620"/>
                  <a:pt x="1609632" y="3071701"/>
                </a:cubicBezTo>
                <a:cubicBezTo>
                  <a:pt x="1603060" y="3063782"/>
                  <a:pt x="1580033" y="3049402"/>
                  <a:pt x="1558460" y="3039746"/>
                </a:cubicBezTo>
                <a:cubicBezTo>
                  <a:pt x="1505228" y="3015920"/>
                  <a:pt x="1489457" y="2994732"/>
                  <a:pt x="1482203" y="2937295"/>
                </a:cubicBezTo>
                <a:cubicBezTo>
                  <a:pt x="1475089" y="2880973"/>
                  <a:pt x="1481407" y="2857500"/>
                  <a:pt x="1503677" y="2857500"/>
                </a:cubicBezTo>
                <a:cubicBezTo>
                  <a:pt x="1512334" y="2857500"/>
                  <a:pt x="1524771" y="2848927"/>
                  <a:pt x="1531314" y="2838450"/>
                </a:cubicBezTo>
                <a:cubicBezTo>
                  <a:pt x="1539349" y="2825583"/>
                  <a:pt x="1553527" y="2819400"/>
                  <a:pt x="1574991" y="2819400"/>
                </a:cubicBezTo>
                <a:cubicBezTo>
                  <a:pt x="1594675" y="2819400"/>
                  <a:pt x="1613334" y="2826651"/>
                  <a:pt x="1624012" y="2838450"/>
                </a:cubicBezTo>
                <a:cubicBezTo>
                  <a:pt x="1633494" y="2848927"/>
                  <a:pt x="1648303" y="2857500"/>
                  <a:pt x="1656921" y="2857500"/>
                </a:cubicBezTo>
                <a:cubicBezTo>
                  <a:pt x="1665539" y="2857500"/>
                  <a:pt x="1677551" y="2862461"/>
                  <a:pt x="1683616" y="2868526"/>
                </a:cubicBezTo>
                <a:cubicBezTo>
                  <a:pt x="1691968" y="2876878"/>
                  <a:pt x="1698358" y="2876468"/>
                  <a:pt x="1709960" y="2866839"/>
                </a:cubicBezTo>
                <a:cubicBezTo>
                  <a:pt x="1728778" y="2851222"/>
                  <a:pt x="1791428" y="2870700"/>
                  <a:pt x="1897727" y="2925217"/>
                </a:cubicBezTo>
                <a:cubicBezTo>
                  <a:pt x="1906823" y="2929882"/>
                  <a:pt x="1918880" y="2933700"/>
                  <a:pt x="1924520" y="2933700"/>
                </a:cubicBezTo>
                <a:cubicBezTo>
                  <a:pt x="1930160" y="2933700"/>
                  <a:pt x="1963437" y="2946977"/>
                  <a:pt x="1998468" y="2963205"/>
                </a:cubicBezTo>
                <a:cubicBezTo>
                  <a:pt x="2033500" y="2979434"/>
                  <a:pt x="2070735" y="2996166"/>
                  <a:pt x="2081212" y="3000389"/>
                </a:cubicBezTo>
                <a:cubicBezTo>
                  <a:pt x="2200979" y="3048657"/>
                  <a:pt x="2594627" y="3264502"/>
                  <a:pt x="2662640" y="3319197"/>
                </a:cubicBezTo>
                <a:cubicBezTo>
                  <a:pt x="2704021" y="3352475"/>
                  <a:pt x="2651115" y="3386565"/>
                  <a:pt x="2595562" y="3362419"/>
                </a:cubicBezTo>
                <a:close/>
                <a:moveTo>
                  <a:pt x="5416550" y="3022600"/>
                </a:moveTo>
                <a:cubicBezTo>
                  <a:pt x="5396011" y="3002061"/>
                  <a:pt x="5447613" y="2911092"/>
                  <a:pt x="5528400" y="2825418"/>
                </a:cubicBezTo>
                <a:cubicBezTo>
                  <a:pt x="5552449" y="2799916"/>
                  <a:pt x="5572125" y="2775576"/>
                  <a:pt x="5572125" y="2771330"/>
                </a:cubicBezTo>
                <a:cubicBezTo>
                  <a:pt x="5572125" y="2767084"/>
                  <a:pt x="5577544" y="2757946"/>
                  <a:pt x="5584168" y="2751024"/>
                </a:cubicBezTo>
                <a:cubicBezTo>
                  <a:pt x="5590792" y="2744101"/>
                  <a:pt x="5611040" y="2719149"/>
                  <a:pt x="5629165" y="2695575"/>
                </a:cubicBezTo>
                <a:cubicBezTo>
                  <a:pt x="5647290" y="2672000"/>
                  <a:pt x="5664374" y="2650569"/>
                  <a:pt x="5667128" y="2647950"/>
                </a:cubicBezTo>
                <a:cubicBezTo>
                  <a:pt x="5669883" y="2645330"/>
                  <a:pt x="5695579" y="2615326"/>
                  <a:pt x="5724231" y="2581275"/>
                </a:cubicBezTo>
                <a:cubicBezTo>
                  <a:pt x="5752882" y="2547223"/>
                  <a:pt x="5793601" y="2501687"/>
                  <a:pt x="5814718" y="2480084"/>
                </a:cubicBezTo>
                <a:cubicBezTo>
                  <a:pt x="5835835" y="2458481"/>
                  <a:pt x="5878830" y="2410640"/>
                  <a:pt x="5910262" y="2373770"/>
                </a:cubicBezTo>
                <a:cubicBezTo>
                  <a:pt x="5999733" y="2268822"/>
                  <a:pt x="6964157" y="1311171"/>
                  <a:pt x="6996112" y="1295546"/>
                </a:cubicBezTo>
                <a:cubicBezTo>
                  <a:pt x="7011828" y="1287861"/>
                  <a:pt x="7054691" y="1259684"/>
                  <a:pt x="7091362" y="1232930"/>
                </a:cubicBezTo>
                <a:cubicBezTo>
                  <a:pt x="7197085" y="1155800"/>
                  <a:pt x="7203178" y="1152525"/>
                  <a:pt x="7240937" y="1152525"/>
                </a:cubicBezTo>
                <a:cubicBezTo>
                  <a:pt x="7270561" y="1152525"/>
                  <a:pt x="7277705" y="1156382"/>
                  <a:pt x="7282350" y="1174888"/>
                </a:cubicBezTo>
                <a:cubicBezTo>
                  <a:pt x="7286659" y="1192057"/>
                  <a:pt x="7293045" y="1196281"/>
                  <a:pt x="7309839" y="1193070"/>
                </a:cubicBezTo>
                <a:cubicBezTo>
                  <a:pt x="7341363" y="1187044"/>
                  <a:pt x="7376160" y="1237317"/>
                  <a:pt x="7367561" y="1276466"/>
                </a:cubicBezTo>
                <a:cubicBezTo>
                  <a:pt x="7362773" y="1298269"/>
                  <a:pt x="7364679" y="1304924"/>
                  <a:pt x="7375713" y="1304925"/>
                </a:cubicBezTo>
                <a:cubicBezTo>
                  <a:pt x="7395423" y="1304925"/>
                  <a:pt x="7403424" y="1335210"/>
                  <a:pt x="7391795" y="1365796"/>
                </a:cubicBezTo>
                <a:cubicBezTo>
                  <a:pt x="7378539" y="1400664"/>
                  <a:pt x="7146079" y="1631705"/>
                  <a:pt x="6934838" y="1819964"/>
                </a:cubicBezTo>
                <a:cubicBezTo>
                  <a:pt x="6838272" y="1906024"/>
                  <a:pt x="6724686" y="2009019"/>
                  <a:pt x="6682425" y="2048841"/>
                </a:cubicBezTo>
                <a:cubicBezTo>
                  <a:pt x="6541207" y="2181911"/>
                  <a:pt x="6322539" y="2372465"/>
                  <a:pt x="6300974" y="2381250"/>
                </a:cubicBezTo>
                <a:cubicBezTo>
                  <a:pt x="6294544" y="2383869"/>
                  <a:pt x="6259724" y="2412636"/>
                  <a:pt x="6223597" y="2445177"/>
                </a:cubicBezTo>
                <a:cubicBezTo>
                  <a:pt x="6143892" y="2516971"/>
                  <a:pt x="6122682" y="2535277"/>
                  <a:pt x="6067437" y="2579957"/>
                </a:cubicBezTo>
                <a:cubicBezTo>
                  <a:pt x="6043870" y="2599017"/>
                  <a:pt x="6018853" y="2620035"/>
                  <a:pt x="6011844" y="2626662"/>
                </a:cubicBezTo>
                <a:cubicBezTo>
                  <a:pt x="6004835" y="2633290"/>
                  <a:pt x="5983398" y="2650411"/>
                  <a:pt x="5964206" y="2664708"/>
                </a:cubicBezTo>
                <a:cubicBezTo>
                  <a:pt x="5945014" y="2679006"/>
                  <a:pt x="5927169" y="2692964"/>
                  <a:pt x="5924550" y="2695727"/>
                </a:cubicBezTo>
                <a:cubicBezTo>
                  <a:pt x="5892208" y="2729836"/>
                  <a:pt x="5559612" y="2960754"/>
                  <a:pt x="5471726" y="3010116"/>
                </a:cubicBezTo>
                <a:cubicBezTo>
                  <a:pt x="5435626" y="3030393"/>
                  <a:pt x="5426424" y="3032474"/>
                  <a:pt x="5416550" y="3022600"/>
                </a:cubicBezTo>
                <a:close/>
                <a:moveTo>
                  <a:pt x="3152775" y="3001421"/>
                </a:moveTo>
                <a:cubicBezTo>
                  <a:pt x="3144916" y="2997235"/>
                  <a:pt x="3128256" y="2988455"/>
                  <a:pt x="3115751" y="2981909"/>
                </a:cubicBezTo>
                <a:cubicBezTo>
                  <a:pt x="3067057" y="2956421"/>
                  <a:pt x="3023105" y="2930701"/>
                  <a:pt x="2998904" y="2913534"/>
                </a:cubicBezTo>
                <a:cubicBezTo>
                  <a:pt x="2984999" y="2903670"/>
                  <a:pt x="2970884" y="2895600"/>
                  <a:pt x="2967539" y="2895600"/>
                </a:cubicBezTo>
                <a:cubicBezTo>
                  <a:pt x="2964194" y="2895600"/>
                  <a:pt x="2938749" y="2878455"/>
                  <a:pt x="2910994" y="2857500"/>
                </a:cubicBezTo>
                <a:cubicBezTo>
                  <a:pt x="2883239" y="2836545"/>
                  <a:pt x="2856634" y="2819381"/>
                  <a:pt x="2851871" y="2819359"/>
                </a:cubicBezTo>
                <a:cubicBezTo>
                  <a:pt x="2847109" y="2819336"/>
                  <a:pt x="2821781" y="2803024"/>
                  <a:pt x="2795587" y="2783110"/>
                </a:cubicBezTo>
                <a:cubicBezTo>
                  <a:pt x="2769393" y="2763197"/>
                  <a:pt x="2726531" y="2730622"/>
                  <a:pt x="2700337" y="2710724"/>
                </a:cubicBezTo>
                <a:cubicBezTo>
                  <a:pt x="2674143" y="2690825"/>
                  <a:pt x="2637710" y="2660937"/>
                  <a:pt x="2619375" y="2644306"/>
                </a:cubicBezTo>
                <a:cubicBezTo>
                  <a:pt x="2601039" y="2627675"/>
                  <a:pt x="2571035" y="2603681"/>
                  <a:pt x="2552700" y="2590986"/>
                </a:cubicBezTo>
                <a:cubicBezTo>
                  <a:pt x="2534364" y="2578291"/>
                  <a:pt x="2517219" y="2565555"/>
                  <a:pt x="2514600" y="2562683"/>
                </a:cubicBezTo>
                <a:cubicBezTo>
                  <a:pt x="2511980" y="2559812"/>
                  <a:pt x="2490549" y="2542519"/>
                  <a:pt x="2466975" y="2524255"/>
                </a:cubicBezTo>
                <a:cubicBezTo>
                  <a:pt x="2443400" y="2505992"/>
                  <a:pt x="2415782" y="2484561"/>
                  <a:pt x="2405601" y="2476630"/>
                </a:cubicBezTo>
                <a:cubicBezTo>
                  <a:pt x="2395420" y="2468700"/>
                  <a:pt x="2362886" y="2439709"/>
                  <a:pt x="2333302" y="2412206"/>
                </a:cubicBezTo>
                <a:cubicBezTo>
                  <a:pt x="2303719" y="2384702"/>
                  <a:pt x="2272062" y="2362200"/>
                  <a:pt x="2262954" y="2362200"/>
                </a:cubicBezTo>
                <a:cubicBezTo>
                  <a:pt x="2246536" y="2362200"/>
                  <a:pt x="2150085" y="2283160"/>
                  <a:pt x="2046393" y="2184733"/>
                </a:cubicBezTo>
                <a:cubicBezTo>
                  <a:pt x="2016766" y="2156610"/>
                  <a:pt x="1984355" y="2133600"/>
                  <a:pt x="1974371" y="2133600"/>
                </a:cubicBezTo>
                <a:cubicBezTo>
                  <a:pt x="1964386" y="2133600"/>
                  <a:pt x="1947907" y="2126072"/>
                  <a:pt x="1937752" y="2116872"/>
                </a:cubicBezTo>
                <a:cubicBezTo>
                  <a:pt x="1927596" y="2107673"/>
                  <a:pt x="1878568" y="2066249"/>
                  <a:pt x="1828800" y="2024820"/>
                </a:cubicBezTo>
                <a:cubicBezTo>
                  <a:pt x="1717215" y="1931933"/>
                  <a:pt x="1625171" y="1851500"/>
                  <a:pt x="1543514" y="1775523"/>
                </a:cubicBezTo>
                <a:cubicBezTo>
                  <a:pt x="1509207" y="1743602"/>
                  <a:pt x="1466364" y="1705026"/>
                  <a:pt x="1448308" y="1689798"/>
                </a:cubicBezTo>
                <a:cubicBezTo>
                  <a:pt x="1359426" y="1614838"/>
                  <a:pt x="1321256" y="1562540"/>
                  <a:pt x="1354931" y="1561859"/>
                </a:cubicBezTo>
                <a:cubicBezTo>
                  <a:pt x="1361479" y="1561726"/>
                  <a:pt x="1330404" y="1526278"/>
                  <a:pt x="1285875" y="1483085"/>
                </a:cubicBezTo>
                <a:cubicBezTo>
                  <a:pt x="1173704" y="1374281"/>
                  <a:pt x="1133475" y="1327165"/>
                  <a:pt x="1133474" y="1304598"/>
                </a:cubicBezTo>
                <a:cubicBezTo>
                  <a:pt x="1133474" y="1277352"/>
                  <a:pt x="1159050" y="1270791"/>
                  <a:pt x="1183113" y="1291863"/>
                </a:cubicBezTo>
                <a:cubicBezTo>
                  <a:pt x="1196960" y="1303989"/>
                  <a:pt x="1193479" y="1294966"/>
                  <a:pt x="1172222" y="1263639"/>
                </a:cubicBezTo>
                <a:lnTo>
                  <a:pt x="1140977" y="1217590"/>
                </a:lnTo>
                <a:lnTo>
                  <a:pt x="1167583" y="1189820"/>
                </a:lnTo>
                <a:cubicBezTo>
                  <a:pt x="1198823" y="1157212"/>
                  <a:pt x="1206500" y="1156264"/>
                  <a:pt x="1238250" y="1181100"/>
                </a:cubicBezTo>
                <a:cubicBezTo>
                  <a:pt x="1266451" y="1203159"/>
                  <a:pt x="1283604" y="1206080"/>
                  <a:pt x="1266925" y="1185983"/>
                </a:cubicBezTo>
                <a:cubicBezTo>
                  <a:pt x="1230930" y="1142611"/>
                  <a:pt x="1293006" y="1129402"/>
                  <a:pt x="1345826" y="1169193"/>
                </a:cubicBezTo>
                <a:cubicBezTo>
                  <a:pt x="1382442" y="1196777"/>
                  <a:pt x="1466850" y="1291388"/>
                  <a:pt x="1466850" y="1304846"/>
                </a:cubicBezTo>
                <a:cubicBezTo>
                  <a:pt x="1466850" y="1318377"/>
                  <a:pt x="1609783" y="1441391"/>
                  <a:pt x="1617056" y="1434118"/>
                </a:cubicBezTo>
                <a:cubicBezTo>
                  <a:pt x="1620844" y="1430330"/>
                  <a:pt x="1594766" y="1399724"/>
                  <a:pt x="1559105" y="1366105"/>
                </a:cubicBezTo>
                <a:cubicBezTo>
                  <a:pt x="1497713" y="1308229"/>
                  <a:pt x="1484444" y="1282066"/>
                  <a:pt x="1521628" y="1292206"/>
                </a:cubicBezTo>
                <a:cubicBezTo>
                  <a:pt x="1542562" y="1297915"/>
                  <a:pt x="1636376" y="1378142"/>
                  <a:pt x="1814950" y="1543050"/>
                </a:cubicBezTo>
                <a:cubicBezTo>
                  <a:pt x="1891534" y="1613773"/>
                  <a:pt x="1991921" y="1705927"/>
                  <a:pt x="2038031" y="1747837"/>
                </a:cubicBezTo>
                <a:cubicBezTo>
                  <a:pt x="2165081" y="1863315"/>
                  <a:pt x="2543255" y="2220426"/>
                  <a:pt x="2571063" y="2251182"/>
                </a:cubicBezTo>
                <a:cubicBezTo>
                  <a:pt x="2584538" y="2266084"/>
                  <a:pt x="2653426" y="2336964"/>
                  <a:pt x="2724150" y="2408693"/>
                </a:cubicBezTo>
                <a:cubicBezTo>
                  <a:pt x="2964109" y="2652066"/>
                  <a:pt x="3206366" y="2948071"/>
                  <a:pt x="3198598" y="2988406"/>
                </a:cubicBezTo>
                <a:cubicBezTo>
                  <a:pt x="3195025" y="3006960"/>
                  <a:pt x="3174252" y="3012860"/>
                  <a:pt x="3152775" y="3001421"/>
                </a:cubicBezTo>
                <a:close/>
                <a:moveTo>
                  <a:pt x="4291648" y="2663880"/>
                </a:moveTo>
                <a:cubicBezTo>
                  <a:pt x="4259186" y="2640143"/>
                  <a:pt x="4202617" y="2289905"/>
                  <a:pt x="4186769" y="2014537"/>
                </a:cubicBezTo>
                <a:cubicBezTo>
                  <a:pt x="4183453" y="1956911"/>
                  <a:pt x="4176689" y="1856184"/>
                  <a:pt x="4171738" y="1790700"/>
                </a:cubicBezTo>
                <a:cubicBezTo>
                  <a:pt x="4166787" y="1725215"/>
                  <a:pt x="4160485" y="1607343"/>
                  <a:pt x="4157733" y="1528762"/>
                </a:cubicBezTo>
                <a:cubicBezTo>
                  <a:pt x="4154981" y="1450181"/>
                  <a:pt x="4149854" y="1325880"/>
                  <a:pt x="4146341" y="1252537"/>
                </a:cubicBezTo>
                <a:cubicBezTo>
                  <a:pt x="4133951" y="993930"/>
                  <a:pt x="4137577" y="278786"/>
                  <a:pt x="4151788" y="178264"/>
                </a:cubicBezTo>
                <a:cubicBezTo>
                  <a:pt x="4167011" y="70578"/>
                  <a:pt x="4187521" y="33393"/>
                  <a:pt x="4227479" y="41031"/>
                </a:cubicBezTo>
                <a:cubicBezTo>
                  <a:pt x="4245190" y="44417"/>
                  <a:pt x="4256547" y="39518"/>
                  <a:pt x="4269672" y="22832"/>
                </a:cubicBezTo>
                <a:cubicBezTo>
                  <a:pt x="4306417" y="-23881"/>
                  <a:pt x="4391025" y="8610"/>
                  <a:pt x="4391025" y="69435"/>
                </a:cubicBezTo>
                <a:cubicBezTo>
                  <a:pt x="4391025" y="87736"/>
                  <a:pt x="4391910" y="87876"/>
                  <a:pt x="4409122" y="72299"/>
                </a:cubicBezTo>
                <a:cubicBezTo>
                  <a:pt x="4426440" y="56627"/>
                  <a:pt x="4428340" y="57392"/>
                  <a:pt x="4453271" y="90078"/>
                </a:cubicBezTo>
                <a:cubicBezTo>
                  <a:pt x="4478319" y="122917"/>
                  <a:pt x="4479146" y="127637"/>
                  <a:pt x="4474711" y="212414"/>
                </a:cubicBezTo>
                <a:cubicBezTo>
                  <a:pt x="4471209" y="279373"/>
                  <a:pt x="4473229" y="303516"/>
                  <a:pt x="4483104" y="312741"/>
                </a:cubicBezTo>
                <a:cubicBezTo>
                  <a:pt x="4498492" y="327115"/>
                  <a:pt x="4501301" y="890662"/>
                  <a:pt x="4486165" y="926825"/>
                </a:cubicBezTo>
                <a:cubicBezTo>
                  <a:pt x="4481352" y="938327"/>
                  <a:pt x="4473180" y="1197492"/>
                  <a:pt x="4468007" y="1502749"/>
                </a:cubicBezTo>
                <a:cubicBezTo>
                  <a:pt x="4462834" y="1808005"/>
                  <a:pt x="4455183" y="2063037"/>
                  <a:pt x="4451006" y="2069486"/>
                </a:cubicBezTo>
                <a:cubicBezTo>
                  <a:pt x="4446829" y="2075935"/>
                  <a:pt x="4440312" y="2124075"/>
                  <a:pt x="4436522" y="2176462"/>
                </a:cubicBezTo>
                <a:cubicBezTo>
                  <a:pt x="4425179" y="2333277"/>
                  <a:pt x="4419201" y="2385012"/>
                  <a:pt x="4410108" y="2405062"/>
                </a:cubicBezTo>
                <a:cubicBezTo>
                  <a:pt x="4405356" y="2415540"/>
                  <a:pt x="4399347" y="2445543"/>
                  <a:pt x="4396754" y="2471737"/>
                </a:cubicBezTo>
                <a:cubicBezTo>
                  <a:pt x="4389403" y="2545999"/>
                  <a:pt x="4380168" y="2590498"/>
                  <a:pt x="4370922" y="2596212"/>
                </a:cubicBezTo>
                <a:cubicBezTo>
                  <a:pt x="4366262" y="2599092"/>
                  <a:pt x="4362450" y="2613904"/>
                  <a:pt x="4362450" y="2629127"/>
                </a:cubicBezTo>
                <a:cubicBezTo>
                  <a:pt x="4362450" y="2669692"/>
                  <a:pt x="4324843" y="2688152"/>
                  <a:pt x="4291648" y="2663880"/>
                </a:cubicBezTo>
                <a:close/>
                <a:moveTo>
                  <a:pt x="5107626" y="2404616"/>
                </a:moveTo>
                <a:cubicBezTo>
                  <a:pt x="5102741" y="2395886"/>
                  <a:pt x="5104234" y="2367749"/>
                  <a:pt x="5111290" y="2335560"/>
                </a:cubicBezTo>
                <a:cubicBezTo>
                  <a:pt x="5117840" y="2305682"/>
                  <a:pt x="5128140" y="2250255"/>
                  <a:pt x="5134177" y="2212389"/>
                </a:cubicBezTo>
                <a:cubicBezTo>
                  <a:pt x="5140215" y="2174522"/>
                  <a:pt x="5164409" y="2088797"/>
                  <a:pt x="5187940" y="2021889"/>
                </a:cubicBezTo>
                <a:cubicBezTo>
                  <a:pt x="5211472" y="1954980"/>
                  <a:pt x="5234124" y="1880949"/>
                  <a:pt x="5238278" y="1857375"/>
                </a:cubicBezTo>
                <a:cubicBezTo>
                  <a:pt x="5261161" y="1727507"/>
                  <a:pt x="5448875" y="1284307"/>
                  <a:pt x="5513551" y="1207444"/>
                </a:cubicBezTo>
                <a:cubicBezTo>
                  <a:pt x="5532486" y="1184941"/>
                  <a:pt x="5541405" y="1181207"/>
                  <a:pt x="5564242" y="1186223"/>
                </a:cubicBezTo>
                <a:cubicBezTo>
                  <a:pt x="5580359" y="1189763"/>
                  <a:pt x="5597563" y="1187655"/>
                  <a:pt x="5605358" y="1181186"/>
                </a:cubicBezTo>
                <a:cubicBezTo>
                  <a:pt x="5624551" y="1165257"/>
                  <a:pt x="5671222" y="1189147"/>
                  <a:pt x="5675183" y="1216928"/>
                </a:cubicBezTo>
                <a:cubicBezTo>
                  <a:pt x="5676859" y="1228678"/>
                  <a:pt x="5686503" y="1242719"/>
                  <a:pt x="5696615" y="1248131"/>
                </a:cubicBezTo>
                <a:cubicBezTo>
                  <a:pt x="5721701" y="1261556"/>
                  <a:pt x="5720468" y="1308592"/>
                  <a:pt x="5694057" y="1345683"/>
                </a:cubicBezTo>
                <a:cubicBezTo>
                  <a:pt x="5682538" y="1361859"/>
                  <a:pt x="5673989" y="1386586"/>
                  <a:pt x="5675060" y="1400632"/>
                </a:cubicBezTo>
                <a:cubicBezTo>
                  <a:pt x="5677228" y="1429086"/>
                  <a:pt x="5665258" y="1461085"/>
                  <a:pt x="5591504" y="1624012"/>
                </a:cubicBezTo>
                <a:cubicBezTo>
                  <a:pt x="5577275" y="1655445"/>
                  <a:pt x="5559782" y="1696164"/>
                  <a:pt x="5552631" y="1714500"/>
                </a:cubicBezTo>
                <a:cubicBezTo>
                  <a:pt x="5545481" y="1732835"/>
                  <a:pt x="5528240" y="1769268"/>
                  <a:pt x="5514318" y="1795462"/>
                </a:cubicBezTo>
                <a:cubicBezTo>
                  <a:pt x="5439477" y="1936278"/>
                  <a:pt x="5416014" y="1977911"/>
                  <a:pt x="5396565" y="2004406"/>
                </a:cubicBezTo>
                <a:cubicBezTo>
                  <a:pt x="5384784" y="2020455"/>
                  <a:pt x="5369424" y="2048589"/>
                  <a:pt x="5362434" y="2066925"/>
                </a:cubicBezTo>
                <a:cubicBezTo>
                  <a:pt x="5355443" y="2085260"/>
                  <a:pt x="5341899" y="2111639"/>
                  <a:pt x="5332336" y="2125545"/>
                </a:cubicBezTo>
                <a:cubicBezTo>
                  <a:pt x="5322774" y="2139450"/>
                  <a:pt x="5314950" y="2153545"/>
                  <a:pt x="5314950" y="2156867"/>
                </a:cubicBezTo>
                <a:cubicBezTo>
                  <a:pt x="5314950" y="2163256"/>
                  <a:pt x="5201466" y="2335020"/>
                  <a:pt x="5191873" y="2343150"/>
                </a:cubicBezTo>
                <a:cubicBezTo>
                  <a:pt x="5188782" y="2345769"/>
                  <a:pt x="5174273" y="2363985"/>
                  <a:pt x="5159629" y="2383631"/>
                </a:cubicBezTo>
                <a:cubicBezTo>
                  <a:pt x="5130474" y="2422745"/>
                  <a:pt x="5120111" y="2426927"/>
                  <a:pt x="5107626" y="2404616"/>
                </a:cubicBezTo>
                <a:close/>
                <a:moveTo>
                  <a:pt x="3558678" y="2350293"/>
                </a:moveTo>
                <a:cubicBezTo>
                  <a:pt x="3539924" y="2322790"/>
                  <a:pt x="3505281" y="2275348"/>
                  <a:pt x="3481693" y="2244868"/>
                </a:cubicBezTo>
                <a:cubicBezTo>
                  <a:pt x="3458106" y="2214388"/>
                  <a:pt x="3408333" y="2127778"/>
                  <a:pt x="3371087" y="2052403"/>
                </a:cubicBezTo>
                <a:cubicBezTo>
                  <a:pt x="3333841" y="1977028"/>
                  <a:pt x="3296618" y="1909812"/>
                  <a:pt x="3288368" y="1903035"/>
                </a:cubicBezTo>
                <a:cubicBezTo>
                  <a:pt x="3275457" y="1892428"/>
                  <a:pt x="3218392" y="1779134"/>
                  <a:pt x="3138231" y="1604962"/>
                </a:cubicBezTo>
                <a:cubicBezTo>
                  <a:pt x="3126176" y="1578768"/>
                  <a:pt x="3105228" y="1534032"/>
                  <a:pt x="3091681" y="1505548"/>
                </a:cubicBezTo>
                <a:cubicBezTo>
                  <a:pt x="3078134" y="1477064"/>
                  <a:pt x="3067050" y="1442560"/>
                  <a:pt x="3067050" y="1428872"/>
                </a:cubicBezTo>
                <a:cubicBezTo>
                  <a:pt x="3067050" y="1415184"/>
                  <a:pt x="3063316" y="1399913"/>
                  <a:pt x="3058752" y="1394936"/>
                </a:cubicBezTo>
                <a:cubicBezTo>
                  <a:pt x="3049039" y="1384343"/>
                  <a:pt x="3038726" y="1296103"/>
                  <a:pt x="3045170" y="1278731"/>
                </a:cubicBezTo>
                <a:cubicBezTo>
                  <a:pt x="3047599" y="1272182"/>
                  <a:pt x="3057344" y="1266825"/>
                  <a:pt x="3066824" y="1266825"/>
                </a:cubicBezTo>
                <a:cubicBezTo>
                  <a:pt x="3076305" y="1266825"/>
                  <a:pt x="3086433" y="1260645"/>
                  <a:pt x="3089331" y="1253092"/>
                </a:cubicBezTo>
                <a:cubicBezTo>
                  <a:pt x="3092229" y="1245539"/>
                  <a:pt x="3105547" y="1232187"/>
                  <a:pt x="3118925" y="1223422"/>
                </a:cubicBezTo>
                <a:cubicBezTo>
                  <a:pt x="3141836" y="1208410"/>
                  <a:pt x="3144772" y="1208513"/>
                  <a:pt x="3169443" y="1225188"/>
                </a:cubicBezTo>
                <a:cubicBezTo>
                  <a:pt x="3183850" y="1234926"/>
                  <a:pt x="3206134" y="1242920"/>
                  <a:pt x="3218964" y="1242952"/>
                </a:cubicBezTo>
                <a:cubicBezTo>
                  <a:pt x="3246426" y="1243023"/>
                  <a:pt x="3286125" y="1294939"/>
                  <a:pt x="3286125" y="1330781"/>
                </a:cubicBezTo>
                <a:cubicBezTo>
                  <a:pt x="3286125" y="1343453"/>
                  <a:pt x="3296562" y="1367505"/>
                  <a:pt x="3309319" y="1384230"/>
                </a:cubicBezTo>
                <a:cubicBezTo>
                  <a:pt x="3354223" y="1443103"/>
                  <a:pt x="3461113" y="1700519"/>
                  <a:pt x="3509744" y="1866900"/>
                </a:cubicBezTo>
                <a:cubicBezTo>
                  <a:pt x="3516634" y="1890474"/>
                  <a:pt x="3538023" y="1959054"/>
                  <a:pt x="3557274" y="2019300"/>
                </a:cubicBezTo>
                <a:cubicBezTo>
                  <a:pt x="3651636" y="2314594"/>
                  <a:pt x="3652370" y="2487694"/>
                  <a:pt x="3558678" y="2350293"/>
                </a:cubicBezTo>
                <a:close/>
                <a:moveTo>
                  <a:pt x="1733550" y="1548769"/>
                </a:moveTo>
                <a:cubicBezTo>
                  <a:pt x="1709975" y="1525807"/>
                  <a:pt x="1688822" y="1508776"/>
                  <a:pt x="1686543" y="1510922"/>
                </a:cubicBezTo>
                <a:cubicBezTo>
                  <a:pt x="1680465" y="1516647"/>
                  <a:pt x="1754712" y="1590688"/>
                  <a:pt x="1766439" y="1590597"/>
                </a:cubicBezTo>
                <a:cubicBezTo>
                  <a:pt x="1771924" y="1590554"/>
                  <a:pt x="1757124" y="1571731"/>
                  <a:pt x="1733550" y="1548769"/>
                </a:cubicBezTo>
                <a:close/>
              </a:path>
            </a:pathLst>
          </a:custGeom>
          <a:solidFill>
            <a:srgbClr val="F9C9DF"/>
          </a:solidFill>
          <a:ln>
            <a:noFill/>
          </a:ln>
        </p:spPr>
      </p:sp>
      <p:pic>
        <p:nvPicPr>
          <p:cNvPr id="4" name="phone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650" y="3252788"/>
            <a:ext cx="4838700" cy="8543925"/>
          </a:xfrm>
          <a:prstGeom prst="rect">
            <a:avLst/>
          </a:prstGeom>
        </p:spPr>
      </p:pic>
      <p:sp>
        <p:nvSpPr>
          <p:cNvPr id="5" name="PHOTO: Your shop or listing (screenshot)"/>
          <p:cNvSpPr/>
          <p:nvPr/>
        </p:nvSpPr>
        <p:spPr>
          <a:xfrm rot="0">
            <a:off x="3762375" y="4081462"/>
            <a:ext cx="3133725" cy="6886575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6" name="butterfly" descr="0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3381375" y="2533650"/>
            <a:ext cx="2571750" cy="2009775"/>
          </a:xfrm>
          <a:prstGeom prst="rect">
            <a:avLst/>
          </a:prstGeom>
        </p:spPr>
      </p:pic>
      <p:sp>
        <p:nvSpPr>
          <p:cNvPr id="7" name="butterfly pattern"/>
          <p:cNvSpPr/>
          <p:nvPr/>
        </p:nvSpPr>
        <p:spPr>
          <a:xfrm rot="600000">
            <a:off x="3381375" y="2533650"/>
            <a:ext cx="2571750" cy="2009775"/>
          </a:xfrm>
          <a:custGeom>
            <a:avLst/>
            <a:gdLst/>
            <a:ahLst/>
            <a:cxnLst/>
            <a:rect l="0" t="0" r="r" b="b"/>
            <a:pathLst>
              <a:path w="2571750" h="2009775">
                <a:moveTo>
                  <a:pt x="920166" y="1497050"/>
                </a:moveTo>
                <a:cubicBezTo>
                  <a:pt x="910767" y="1481842"/>
                  <a:pt x="942564" y="1461925"/>
                  <a:pt x="959344" y="1472510"/>
                </a:cubicBezTo>
                <a:cubicBezTo>
                  <a:pt x="967469" y="1477635"/>
                  <a:pt x="973673" y="1485959"/>
                  <a:pt x="973129" y="1491008"/>
                </a:cubicBezTo>
                <a:cubicBezTo>
                  <a:pt x="971804" y="1503324"/>
                  <a:pt x="927189" y="1508413"/>
                  <a:pt x="920166" y="1497050"/>
                </a:cubicBezTo>
                <a:close/>
                <a:moveTo>
                  <a:pt x="1048751" y="1434719"/>
                </a:moveTo>
                <a:cubicBezTo>
                  <a:pt x="1034022" y="1416971"/>
                  <a:pt x="1045589" y="1390650"/>
                  <a:pt x="1068118" y="1390650"/>
                </a:cubicBezTo>
                <a:cubicBezTo>
                  <a:pt x="1091229" y="1390650"/>
                  <a:pt x="1101216" y="1414997"/>
                  <a:pt x="1085749" y="1433633"/>
                </a:cubicBezTo>
                <a:cubicBezTo>
                  <a:pt x="1071153" y="1451220"/>
                  <a:pt x="1062653" y="1451470"/>
                  <a:pt x="1048751" y="1434719"/>
                </a:cubicBezTo>
                <a:close/>
                <a:moveTo>
                  <a:pt x="1489344" y="1423987"/>
                </a:moveTo>
                <a:cubicBezTo>
                  <a:pt x="1480985" y="1402203"/>
                  <a:pt x="1492695" y="1381125"/>
                  <a:pt x="1513156" y="1381125"/>
                </a:cubicBezTo>
                <a:cubicBezTo>
                  <a:pt x="1535685" y="1381125"/>
                  <a:pt x="1547252" y="1407446"/>
                  <a:pt x="1532523" y="1425194"/>
                </a:cubicBezTo>
                <a:cubicBezTo>
                  <a:pt x="1518192" y="1442461"/>
                  <a:pt x="1496197" y="1441847"/>
                  <a:pt x="1489344" y="1423987"/>
                </a:cubicBezTo>
                <a:close/>
                <a:moveTo>
                  <a:pt x="800100" y="1390650"/>
                </a:moveTo>
                <a:cubicBezTo>
                  <a:pt x="789622" y="1380172"/>
                  <a:pt x="781050" y="1365170"/>
                  <a:pt x="781050" y="1357312"/>
                </a:cubicBezTo>
                <a:cubicBezTo>
                  <a:pt x="781050" y="1336892"/>
                  <a:pt x="815789" y="1304925"/>
                  <a:pt x="837980" y="1304925"/>
                </a:cubicBezTo>
                <a:cubicBezTo>
                  <a:pt x="883229" y="1304925"/>
                  <a:pt x="895279" y="1387198"/>
                  <a:pt x="852438" y="1403638"/>
                </a:cubicBezTo>
                <a:cubicBezTo>
                  <a:pt x="828020" y="1413008"/>
                  <a:pt x="820622" y="1411172"/>
                  <a:pt x="800100" y="1390650"/>
                </a:cubicBezTo>
                <a:close/>
                <a:moveTo>
                  <a:pt x="1649730" y="1379220"/>
                </a:moveTo>
                <a:cubicBezTo>
                  <a:pt x="1623031" y="1352521"/>
                  <a:pt x="1649003" y="1307494"/>
                  <a:pt x="1684587" y="1318788"/>
                </a:cubicBezTo>
                <a:cubicBezTo>
                  <a:pt x="1708593" y="1326407"/>
                  <a:pt x="1717056" y="1349025"/>
                  <a:pt x="1704605" y="1372290"/>
                </a:cubicBezTo>
                <a:cubicBezTo>
                  <a:pt x="1693522" y="1392998"/>
                  <a:pt x="1666873" y="1396363"/>
                  <a:pt x="1649730" y="1379220"/>
                </a:cubicBezTo>
                <a:close/>
                <a:moveTo>
                  <a:pt x="1365766" y="1357015"/>
                </a:moveTo>
                <a:cubicBezTo>
                  <a:pt x="1357078" y="1343754"/>
                  <a:pt x="1352182" y="1330692"/>
                  <a:pt x="1354888" y="1327986"/>
                </a:cubicBezTo>
                <a:cubicBezTo>
                  <a:pt x="1362291" y="1320583"/>
                  <a:pt x="1390650" y="1351930"/>
                  <a:pt x="1390650" y="1367517"/>
                </a:cubicBezTo>
                <a:cubicBezTo>
                  <a:pt x="1390650" y="1387272"/>
                  <a:pt x="1383658" y="1384321"/>
                  <a:pt x="1365766" y="1357015"/>
                </a:cubicBezTo>
                <a:close/>
                <a:moveTo>
                  <a:pt x="1809750" y="1323676"/>
                </a:moveTo>
                <a:cubicBezTo>
                  <a:pt x="1809750" y="1305129"/>
                  <a:pt x="1833603" y="1287503"/>
                  <a:pt x="1844270" y="1298170"/>
                </a:cubicBezTo>
                <a:cubicBezTo>
                  <a:pt x="1851427" y="1305327"/>
                  <a:pt x="1830139" y="1343025"/>
                  <a:pt x="1818939" y="1343025"/>
                </a:cubicBezTo>
                <a:cubicBezTo>
                  <a:pt x="1813885" y="1343025"/>
                  <a:pt x="1809750" y="1334317"/>
                  <a:pt x="1809750" y="1323676"/>
                </a:cubicBezTo>
                <a:close/>
                <a:moveTo>
                  <a:pt x="946643" y="1319795"/>
                </a:moveTo>
                <a:cubicBezTo>
                  <a:pt x="939110" y="1300164"/>
                  <a:pt x="959379" y="1275932"/>
                  <a:pt x="977512" y="1282890"/>
                </a:cubicBezTo>
                <a:cubicBezTo>
                  <a:pt x="996518" y="1290184"/>
                  <a:pt x="990080" y="1327734"/>
                  <a:pt x="969139" y="1331725"/>
                </a:cubicBezTo>
                <a:cubicBezTo>
                  <a:pt x="959956" y="1333475"/>
                  <a:pt x="949832" y="1328107"/>
                  <a:pt x="946643" y="1319795"/>
                </a:cubicBezTo>
                <a:close/>
                <a:moveTo>
                  <a:pt x="1089294" y="1262062"/>
                </a:moveTo>
                <a:cubicBezTo>
                  <a:pt x="1081748" y="1242398"/>
                  <a:pt x="1091979" y="1219200"/>
                  <a:pt x="1108197" y="1219200"/>
                </a:cubicBezTo>
                <a:cubicBezTo>
                  <a:pt x="1127694" y="1219200"/>
                  <a:pt x="1144282" y="1242875"/>
                  <a:pt x="1137382" y="1260855"/>
                </a:cubicBezTo>
                <a:cubicBezTo>
                  <a:pt x="1129915" y="1280314"/>
                  <a:pt x="1096619" y="1281150"/>
                  <a:pt x="1089294" y="1262062"/>
                </a:cubicBezTo>
                <a:close/>
                <a:moveTo>
                  <a:pt x="1499311" y="1233487"/>
                </a:moveTo>
                <a:cubicBezTo>
                  <a:pt x="1484858" y="1211428"/>
                  <a:pt x="1484858" y="1207921"/>
                  <a:pt x="1499311" y="1185862"/>
                </a:cubicBezTo>
                <a:cubicBezTo>
                  <a:pt x="1525308" y="1146186"/>
                  <a:pt x="1581150" y="1161363"/>
                  <a:pt x="1581150" y="1208105"/>
                </a:cubicBezTo>
                <a:cubicBezTo>
                  <a:pt x="1581150" y="1259749"/>
                  <a:pt x="1527434" y="1276408"/>
                  <a:pt x="1499311" y="1233487"/>
                </a:cubicBezTo>
                <a:close/>
                <a:moveTo>
                  <a:pt x="787679" y="1225391"/>
                </a:moveTo>
                <a:cubicBezTo>
                  <a:pt x="779731" y="1204680"/>
                  <a:pt x="803795" y="1176825"/>
                  <a:pt x="823203" y="1184272"/>
                </a:cubicBezTo>
                <a:cubicBezTo>
                  <a:pt x="846560" y="1193235"/>
                  <a:pt x="838998" y="1232694"/>
                  <a:pt x="813218" y="1236372"/>
                </a:cubicBezTo>
                <a:cubicBezTo>
                  <a:pt x="802098" y="1237959"/>
                  <a:pt x="790605" y="1233017"/>
                  <a:pt x="787679" y="1225391"/>
                </a:cubicBezTo>
                <a:close/>
                <a:moveTo>
                  <a:pt x="1353890" y="1225578"/>
                </a:moveTo>
                <a:cubicBezTo>
                  <a:pt x="1337706" y="1206076"/>
                  <a:pt x="1350984" y="1179523"/>
                  <a:pt x="1375193" y="1182977"/>
                </a:cubicBezTo>
                <a:cubicBezTo>
                  <a:pt x="1389607" y="1185034"/>
                  <a:pt x="1395412" y="1192662"/>
                  <a:pt x="1395412" y="1209544"/>
                </a:cubicBezTo>
                <a:cubicBezTo>
                  <a:pt x="1395412" y="1236717"/>
                  <a:pt x="1370968" y="1246156"/>
                  <a:pt x="1353890" y="1225578"/>
                </a:cubicBezTo>
                <a:close/>
                <a:moveTo>
                  <a:pt x="1209675" y="1214999"/>
                </a:moveTo>
                <a:cubicBezTo>
                  <a:pt x="1209675" y="1207450"/>
                  <a:pt x="1214149" y="1198509"/>
                  <a:pt x="1219617" y="1195129"/>
                </a:cubicBezTo>
                <a:cubicBezTo>
                  <a:pt x="1232522" y="1187153"/>
                  <a:pt x="1258869" y="1208953"/>
                  <a:pt x="1251242" y="1221296"/>
                </a:cubicBezTo>
                <a:cubicBezTo>
                  <a:pt x="1247689" y="1227044"/>
                  <a:pt x="1242179" y="1225685"/>
                  <a:pt x="1237205" y="1217835"/>
                </a:cubicBezTo>
                <a:cubicBezTo>
                  <a:pt x="1231179" y="1208326"/>
                  <a:pt x="1228978" y="1208057"/>
                  <a:pt x="1228870" y="1216818"/>
                </a:cubicBezTo>
                <a:cubicBezTo>
                  <a:pt x="1228790" y="1223367"/>
                  <a:pt x="1224438" y="1228725"/>
                  <a:pt x="1219200" y="1228725"/>
                </a:cubicBezTo>
                <a:cubicBezTo>
                  <a:pt x="1213961" y="1228725"/>
                  <a:pt x="1209675" y="1222548"/>
                  <a:pt x="1209675" y="1214999"/>
                </a:cubicBezTo>
                <a:close/>
                <a:moveTo>
                  <a:pt x="1715840" y="1197003"/>
                </a:moveTo>
                <a:cubicBezTo>
                  <a:pt x="1699656" y="1177501"/>
                  <a:pt x="1712934" y="1150948"/>
                  <a:pt x="1737143" y="1154402"/>
                </a:cubicBezTo>
                <a:cubicBezTo>
                  <a:pt x="1751557" y="1156459"/>
                  <a:pt x="1757362" y="1164087"/>
                  <a:pt x="1757362" y="1180969"/>
                </a:cubicBezTo>
                <a:cubicBezTo>
                  <a:pt x="1757362" y="1208142"/>
                  <a:pt x="1732918" y="1217581"/>
                  <a:pt x="1715840" y="1197003"/>
                </a:cubicBezTo>
                <a:close/>
                <a:moveTo>
                  <a:pt x="975855" y="1167451"/>
                </a:moveTo>
                <a:cubicBezTo>
                  <a:pt x="958575" y="1141079"/>
                  <a:pt x="970414" y="1104900"/>
                  <a:pt x="996323" y="1104900"/>
                </a:cubicBezTo>
                <a:cubicBezTo>
                  <a:pt x="1041411" y="1104900"/>
                  <a:pt x="1062537" y="1145901"/>
                  <a:pt x="1032782" y="1175657"/>
                </a:cubicBezTo>
                <a:cubicBezTo>
                  <a:pt x="1011573" y="1196865"/>
                  <a:pt x="993412" y="1194247"/>
                  <a:pt x="975855" y="1167451"/>
                </a:cubicBezTo>
                <a:close/>
                <a:moveTo>
                  <a:pt x="858709" y="1112074"/>
                </a:moveTo>
                <a:cubicBezTo>
                  <a:pt x="843141" y="1096506"/>
                  <a:pt x="845092" y="1067212"/>
                  <a:pt x="862133" y="1060672"/>
                </a:cubicBezTo>
                <a:cubicBezTo>
                  <a:pt x="878926" y="1054228"/>
                  <a:pt x="904875" y="1072909"/>
                  <a:pt x="904875" y="1091443"/>
                </a:cubicBezTo>
                <a:cubicBezTo>
                  <a:pt x="904875" y="1110761"/>
                  <a:pt x="872060" y="1125425"/>
                  <a:pt x="858709" y="1112074"/>
                </a:cubicBezTo>
                <a:close/>
                <a:moveTo>
                  <a:pt x="1238752" y="1100742"/>
                </a:moveTo>
                <a:cubicBezTo>
                  <a:pt x="1231907" y="1092495"/>
                  <a:pt x="1229107" y="1076099"/>
                  <a:pt x="1232341" y="1063211"/>
                </a:cubicBezTo>
                <a:cubicBezTo>
                  <a:pt x="1245075" y="1012476"/>
                  <a:pt x="1308183" y="1026859"/>
                  <a:pt x="1303100" y="1079339"/>
                </a:cubicBezTo>
                <a:cubicBezTo>
                  <a:pt x="1299729" y="1114129"/>
                  <a:pt x="1260650" y="1127128"/>
                  <a:pt x="1238752" y="1100742"/>
                </a:cubicBezTo>
                <a:close/>
                <a:moveTo>
                  <a:pt x="1428850" y="1100258"/>
                </a:moveTo>
                <a:cubicBezTo>
                  <a:pt x="1413321" y="1081547"/>
                  <a:pt x="1423404" y="1057275"/>
                  <a:pt x="1446707" y="1057275"/>
                </a:cubicBezTo>
                <a:cubicBezTo>
                  <a:pt x="1468951" y="1057275"/>
                  <a:pt x="1477000" y="1074867"/>
                  <a:pt x="1465227" y="1097756"/>
                </a:cubicBezTo>
                <a:cubicBezTo>
                  <a:pt x="1454739" y="1118149"/>
                  <a:pt x="1444294" y="1118867"/>
                  <a:pt x="1428850" y="1100258"/>
                </a:cubicBezTo>
                <a:close/>
                <a:moveTo>
                  <a:pt x="1602224" y="1093589"/>
                </a:moveTo>
                <a:cubicBezTo>
                  <a:pt x="1586595" y="1077960"/>
                  <a:pt x="1587701" y="1062075"/>
                  <a:pt x="1605440" y="1047353"/>
                </a:cubicBezTo>
                <a:cubicBezTo>
                  <a:pt x="1626561" y="1029824"/>
                  <a:pt x="1657101" y="1059489"/>
                  <a:pt x="1642220" y="1083080"/>
                </a:cubicBezTo>
                <a:cubicBezTo>
                  <a:pt x="1628842" y="1104289"/>
                  <a:pt x="1616236" y="1107601"/>
                  <a:pt x="1602224" y="1093589"/>
                </a:cubicBezTo>
                <a:close/>
                <a:moveTo>
                  <a:pt x="1144471" y="1081681"/>
                </a:moveTo>
                <a:cubicBezTo>
                  <a:pt x="1146281" y="1072943"/>
                  <a:pt x="1152048" y="1066020"/>
                  <a:pt x="1157287" y="1066296"/>
                </a:cubicBezTo>
                <a:cubicBezTo>
                  <a:pt x="1171425" y="1067043"/>
                  <a:pt x="1168828" y="1088353"/>
                  <a:pt x="1153996" y="1093296"/>
                </a:cubicBezTo>
                <a:cubicBezTo>
                  <a:pt x="1145984" y="1095967"/>
                  <a:pt x="1142414" y="1091613"/>
                  <a:pt x="1144471" y="1081681"/>
                </a:cubicBezTo>
                <a:close/>
                <a:moveTo>
                  <a:pt x="709922" y="1027242"/>
                </a:moveTo>
                <a:cubicBezTo>
                  <a:pt x="687012" y="1009221"/>
                  <a:pt x="685764" y="1005664"/>
                  <a:pt x="699625" y="997907"/>
                </a:cubicBezTo>
                <a:cubicBezTo>
                  <a:pt x="718604" y="987286"/>
                  <a:pt x="762000" y="1012175"/>
                  <a:pt x="762000" y="1033682"/>
                </a:cubicBezTo>
                <a:cubicBezTo>
                  <a:pt x="762000" y="1053759"/>
                  <a:pt x="740208" y="1051064"/>
                  <a:pt x="709922" y="1027242"/>
                </a:cubicBezTo>
                <a:close/>
                <a:moveTo>
                  <a:pt x="1731168" y="1018412"/>
                </a:moveTo>
                <a:cubicBezTo>
                  <a:pt x="1710334" y="1006276"/>
                  <a:pt x="1709210" y="959222"/>
                  <a:pt x="1729356" y="942502"/>
                </a:cubicBezTo>
                <a:cubicBezTo>
                  <a:pt x="1752453" y="923333"/>
                  <a:pt x="1794748" y="941970"/>
                  <a:pt x="1798360" y="972909"/>
                </a:cubicBezTo>
                <a:cubicBezTo>
                  <a:pt x="1803265" y="1014911"/>
                  <a:pt x="1767149" y="1039368"/>
                  <a:pt x="1731168" y="1018412"/>
                </a:cubicBezTo>
                <a:close/>
                <a:moveTo>
                  <a:pt x="1062717" y="994682"/>
                </a:moveTo>
                <a:cubicBezTo>
                  <a:pt x="1036342" y="968307"/>
                  <a:pt x="1047309" y="923925"/>
                  <a:pt x="1080201" y="923925"/>
                </a:cubicBezTo>
                <a:cubicBezTo>
                  <a:pt x="1105281" y="923925"/>
                  <a:pt x="1123950" y="940705"/>
                  <a:pt x="1123950" y="963249"/>
                </a:cubicBezTo>
                <a:cubicBezTo>
                  <a:pt x="1123950" y="980433"/>
                  <a:pt x="1099960" y="1009650"/>
                  <a:pt x="1085850" y="1009650"/>
                </a:cubicBezTo>
                <a:cubicBezTo>
                  <a:pt x="1081359" y="1009650"/>
                  <a:pt x="1070950" y="1002914"/>
                  <a:pt x="1062717" y="994682"/>
                </a:cubicBezTo>
                <a:close/>
                <a:moveTo>
                  <a:pt x="1329599" y="965600"/>
                </a:moveTo>
                <a:cubicBezTo>
                  <a:pt x="1321520" y="944546"/>
                  <a:pt x="1345982" y="919366"/>
                  <a:pt x="1366766" y="927342"/>
                </a:cubicBezTo>
                <a:cubicBezTo>
                  <a:pt x="1376435" y="931052"/>
                  <a:pt x="1381290" y="941609"/>
                  <a:pt x="1379411" y="954838"/>
                </a:cubicBezTo>
                <a:cubicBezTo>
                  <a:pt x="1375613" y="981585"/>
                  <a:pt x="1338787" y="989541"/>
                  <a:pt x="1329599" y="965600"/>
                </a:cubicBezTo>
                <a:close/>
                <a:moveTo>
                  <a:pt x="864001" y="965601"/>
                </a:moveTo>
                <a:cubicBezTo>
                  <a:pt x="851086" y="952686"/>
                  <a:pt x="857363" y="924534"/>
                  <a:pt x="875299" y="914935"/>
                </a:cubicBezTo>
                <a:cubicBezTo>
                  <a:pt x="896908" y="903370"/>
                  <a:pt x="917830" y="922792"/>
                  <a:pt x="912707" y="949661"/>
                </a:cubicBezTo>
                <a:cubicBezTo>
                  <a:pt x="909388" y="967074"/>
                  <a:pt x="876302" y="977902"/>
                  <a:pt x="864001" y="965601"/>
                </a:cubicBezTo>
                <a:close/>
                <a:moveTo>
                  <a:pt x="1510392" y="956582"/>
                </a:moveTo>
                <a:cubicBezTo>
                  <a:pt x="1491941" y="938130"/>
                  <a:pt x="1491493" y="923417"/>
                  <a:pt x="1508669" y="899928"/>
                </a:cubicBezTo>
                <a:cubicBezTo>
                  <a:pt x="1526931" y="874953"/>
                  <a:pt x="1571625" y="893872"/>
                  <a:pt x="1571625" y="926578"/>
                </a:cubicBezTo>
                <a:cubicBezTo>
                  <a:pt x="1571625" y="967710"/>
                  <a:pt x="1537998" y="984187"/>
                  <a:pt x="1510392" y="956582"/>
                </a:cubicBezTo>
                <a:close/>
                <a:moveTo>
                  <a:pt x="653973" y="891091"/>
                </a:moveTo>
                <a:cubicBezTo>
                  <a:pt x="644823" y="867246"/>
                  <a:pt x="657801" y="846454"/>
                  <a:pt x="679868" y="849602"/>
                </a:cubicBezTo>
                <a:cubicBezTo>
                  <a:pt x="694316" y="851664"/>
                  <a:pt x="700087" y="859284"/>
                  <a:pt x="700087" y="876300"/>
                </a:cubicBezTo>
                <a:cubicBezTo>
                  <a:pt x="700087" y="904052"/>
                  <a:pt x="663456" y="915802"/>
                  <a:pt x="653973" y="891091"/>
                </a:cubicBezTo>
                <a:close/>
                <a:moveTo>
                  <a:pt x="1230409" y="876308"/>
                </a:moveTo>
                <a:cubicBezTo>
                  <a:pt x="1219432" y="845493"/>
                  <a:pt x="1219708" y="844151"/>
                  <a:pt x="1234071" y="858513"/>
                </a:cubicBezTo>
                <a:cubicBezTo>
                  <a:pt x="1242614" y="867057"/>
                  <a:pt x="1247957" y="882055"/>
                  <a:pt x="1245943" y="891842"/>
                </a:cubicBezTo>
                <a:cubicBezTo>
                  <a:pt x="1243228" y="905036"/>
                  <a:pt x="1239212" y="901019"/>
                  <a:pt x="1230409" y="876308"/>
                </a:cubicBezTo>
                <a:close/>
                <a:moveTo>
                  <a:pt x="1920875" y="898525"/>
                </a:moveTo>
                <a:cubicBezTo>
                  <a:pt x="1908812" y="886462"/>
                  <a:pt x="1914572" y="847108"/>
                  <a:pt x="1929223" y="841486"/>
                </a:cubicBezTo>
                <a:cubicBezTo>
                  <a:pt x="1950374" y="833370"/>
                  <a:pt x="1955318" y="842352"/>
                  <a:pt x="1948012" y="875618"/>
                </a:cubicBezTo>
                <a:cubicBezTo>
                  <a:pt x="1941713" y="904295"/>
                  <a:pt x="1933542" y="911192"/>
                  <a:pt x="1920875" y="898525"/>
                </a:cubicBezTo>
                <a:close/>
                <a:moveTo>
                  <a:pt x="955698" y="851847"/>
                </a:moveTo>
                <a:cubicBezTo>
                  <a:pt x="947760" y="831159"/>
                  <a:pt x="967914" y="811704"/>
                  <a:pt x="982339" y="826129"/>
                </a:cubicBezTo>
                <a:cubicBezTo>
                  <a:pt x="994532" y="838322"/>
                  <a:pt x="986978" y="866775"/>
                  <a:pt x="971550" y="866775"/>
                </a:cubicBezTo>
                <a:cubicBezTo>
                  <a:pt x="965982" y="866775"/>
                  <a:pt x="958849" y="860057"/>
                  <a:pt x="955698" y="851847"/>
                </a:cubicBezTo>
                <a:close/>
                <a:moveTo>
                  <a:pt x="787668" y="830725"/>
                </a:moveTo>
                <a:cubicBezTo>
                  <a:pt x="766567" y="807409"/>
                  <a:pt x="767254" y="787867"/>
                  <a:pt x="789892" y="767380"/>
                </a:cubicBezTo>
                <a:cubicBezTo>
                  <a:pt x="814013" y="745551"/>
                  <a:pt x="845794" y="755755"/>
                  <a:pt x="853867" y="787921"/>
                </a:cubicBezTo>
                <a:cubicBezTo>
                  <a:pt x="865884" y="835798"/>
                  <a:pt x="819437" y="865830"/>
                  <a:pt x="787668" y="830725"/>
                </a:cubicBezTo>
                <a:close/>
                <a:moveTo>
                  <a:pt x="1609401" y="833047"/>
                </a:moveTo>
                <a:cubicBezTo>
                  <a:pt x="1593316" y="813665"/>
                  <a:pt x="1608160" y="785812"/>
                  <a:pt x="1634575" y="785812"/>
                </a:cubicBezTo>
                <a:cubicBezTo>
                  <a:pt x="1648220" y="785812"/>
                  <a:pt x="1652587" y="792708"/>
                  <a:pt x="1652587" y="814257"/>
                </a:cubicBezTo>
                <a:cubicBezTo>
                  <a:pt x="1652587" y="847129"/>
                  <a:pt x="1629445" y="857198"/>
                  <a:pt x="1609401" y="833047"/>
                </a:cubicBezTo>
                <a:close/>
                <a:moveTo>
                  <a:pt x="1768475" y="822325"/>
                </a:moveTo>
                <a:cubicBezTo>
                  <a:pt x="1758474" y="812324"/>
                  <a:pt x="1761061" y="782831"/>
                  <a:pt x="1772564" y="775722"/>
                </a:cubicBezTo>
                <a:cubicBezTo>
                  <a:pt x="1791147" y="764237"/>
                  <a:pt x="1814954" y="796639"/>
                  <a:pt x="1800621" y="813909"/>
                </a:cubicBezTo>
                <a:cubicBezTo>
                  <a:pt x="1787342" y="829909"/>
                  <a:pt x="1778400" y="832250"/>
                  <a:pt x="1768475" y="822325"/>
                </a:cubicBezTo>
                <a:close/>
                <a:moveTo>
                  <a:pt x="1871149" y="732595"/>
                </a:moveTo>
                <a:cubicBezTo>
                  <a:pt x="1867629" y="726899"/>
                  <a:pt x="1869146" y="717843"/>
                  <a:pt x="1874520" y="712470"/>
                </a:cubicBezTo>
                <a:cubicBezTo>
                  <a:pt x="1886537" y="700452"/>
                  <a:pt x="1905000" y="710601"/>
                  <a:pt x="1905000" y="729224"/>
                </a:cubicBezTo>
                <a:cubicBezTo>
                  <a:pt x="1905000" y="745261"/>
                  <a:pt x="1880486" y="747701"/>
                  <a:pt x="1871149" y="732595"/>
                </a:cubicBezTo>
                <a:close/>
                <a:moveTo>
                  <a:pt x="1990725" y="726886"/>
                </a:moveTo>
                <a:cubicBezTo>
                  <a:pt x="1990725" y="716049"/>
                  <a:pt x="1997154" y="701846"/>
                  <a:pt x="2005012" y="695325"/>
                </a:cubicBezTo>
                <a:cubicBezTo>
                  <a:pt x="2024406" y="679229"/>
                  <a:pt x="2024192" y="702343"/>
                  <a:pt x="2004709" y="728101"/>
                </a:cubicBezTo>
                <a:cubicBezTo>
                  <a:pt x="1990961" y="746277"/>
                  <a:pt x="1990725" y="746257"/>
                  <a:pt x="1990725" y="726886"/>
                </a:cubicBezTo>
                <a:close/>
                <a:moveTo>
                  <a:pt x="914500" y="709733"/>
                </a:moveTo>
                <a:cubicBezTo>
                  <a:pt x="902707" y="695524"/>
                  <a:pt x="907296" y="666485"/>
                  <a:pt x="921244" y="667052"/>
                </a:cubicBezTo>
                <a:cubicBezTo>
                  <a:pt x="939259" y="667786"/>
                  <a:pt x="963982" y="695535"/>
                  <a:pt x="958756" y="709154"/>
                </a:cubicBezTo>
                <a:cubicBezTo>
                  <a:pt x="951584" y="727844"/>
                  <a:pt x="929768" y="728129"/>
                  <a:pt x="914500" y="709733"/>
                </a:cubicBezTo>
                <a:close/>
                <a:moveTo>
                  <a:pt x="653324" y="679850"/>
                </a:moveTo>
                <a:cubicBezTo>
                  <a:pt x="645245" y="658796"/>
                  <a:pt x="669707" y="633616"/>
                  <a:pt x="690491" y="641592"/>
                </a:cubicBezTo>
                <a:cubicBezTo>
                  <a:pt x="700160" y="645302"/>
                  <a:pt x="705015" y="655859"/>
                  <a:pt x="703136" y="669088"/>
                </a:cubicBezTo>
                <a:cubicBezTo>
                  <a:pt x="699338" y="695835"/>
                  <a:pt x="662512" y="703791"/>
                  <a:pt x="653324" y="679850"/>
                </a:cubicBezTo>
                <a:close/>
                <a:moveTo>
                  <a:pt x="1701541" y="679191"/>
                </a:moveTo>
                <a:cubicBezTo>
                  <a:pt x="1690157" y="667807"/>
                  <a:pt x="1695390" y="647700"/>
                  <a:pt x="1709737" y="647700"/>
                </a:cubicBezTo>
                <a:cubicBezTo>
                  <a:pt x="1717595" y="647700"/>
                  <a:pt x="1724025" y="653876"/>
                  <a:pt x="1724025" y="661425"/>
                </a:cubicBezTo>
                <a:cubicBezTo>
                  <a:pt x="1724025" y="677338"/>
                  <a:pt x="1710430" y="688080"/>
                  <a:pt x="1701541" y="679191"/>
                </a:cubicBezTo>
                <a:close/>
                <a:moveTo>
                  <a:pt x="515163" y="636415"/>
                </a:moveTo>
                <a:cubicBezTo>
                  <a:pt x="507014" y="613038"/>
                  <a:pt x="507347" y="604364"/>
                  <a:pt x="516617" y="598504"/>
                </a:cubicBezTo>
                <a:cubicBezTo>
                  <a:pt x="532738" y="588313"/>
                  <a:pt x="551787" y="614839"/>
                  <a:pt x="545530" y="638766"/>
                </a:cubicBezTo>
                <a:cubicBezTo>
                  <a:pt x="537494" y="669495"/>
                  <a:pt x="526396" y="668636"/>
                  <a:pt x="515163" y="636415"/>
                </a:cubicBezTo>
                <a:close/>
                <a:moveTo>
                  <a:pt x="1805667" y="642257"/>
                </a:moveTo>
                <a:cubicBezTo>
                  <a:pt x="1788115" y="624705"/>
                  <a:pt x="1787164" y="614954"/>
                  <a:pt x="1800560" y="589923"/>
                </a:cubicBezTo>
                <a:cubicBezTo>
                  <a:pt x="1817721" y="557858"/>
                  <a:pt x="1876425" y="576768"/>
                  <a:pt x="1876425" y="614362"/>
                </a:cubicBezTo>
                <a:cubicBezTo>
                  <a:pt x="1876425" y="631039"/>
                  <a:pt x="1850239" y="657225"/>
                  <a:pt x="1833562" y="657225"/>
                </a:cubicBezTo>
                <a:cubicBezTo>
                  <a:pt x="1826452" y="657225"/>
                  <a:pt x="1813900" y="650489"/>
                  <a:pt x="1805667" y="642257"/>
                </a:cubicBezTo>
                <a:close/>
                <a:moveTo>
                  <a:pt x="766074" y="595598"/>
                </a:moveTo>
                <a:cubicBezTo>
                  <a:pt x="744131" y="562110"/>
                  <a:pt x="755907" y="554361"/>
                  <a:pt x="795962" y="575933"/>
                </a:cubicBezTo>
                <a:cubicBezTo>
                  <a:pt x="831809" y="595238"/>
                  <a:pt x="834480" y="612582"/>
                  <a:pt x="802337" y="617327"/>
                </a:cubicBezTo>
                <a:cubicBezTo>
                  <a:pt x="789156" y="619273"/>
                  <a:pt x="776692" y="611804"/>
                  <a:pt x="766074" y="595598"/>
                </a:cubicBezTo>
                <a:close/>
                <a:moveTo>
                  <a:pt x="594531" y="529117"/>
                </a:moveTo>
                <a:cubicBezTo>
                  <a:pt x="571504" y="512120"/>
                  <a:pt x="586547" y="493545"/>
                  <a:pt x="616908" y="501485"/>
                </a:cubicBezTo>
                <a:cubicBezTo>
                  <a:pt x="641186" y="507834"/>
                  <a:pt x="643736" y="516926"/>
                  <a:pt x="625487" y="532072"/>
                </a:cubicBezTo>
                <a:cubicBezTo>
                  <a:pt x="616087" y="539873"/>
                  <a:pt x="608065" y="539107"/>
                  <a:pt x="594531" y="529117"/>
                </a:cubicBezTo>
                <a:close/>
                <a:moveTo>
                  <a:pt x="1937679" y="532335"/>
                </a:moveTo>
                <a:cubicBezTo>
                  <a:pt x="1930091" y="520058"/>
                  <a:pt x="1949867" y="505182"/>
                  <a:pt x="1974056" y="504970"/>
                </a:cubicBezTo>
                <a:cubicBezTo>
                  <a:pt x="1993452" y="504801"/>
                  <a:pt x="1995520" y="515269"/>
                  <a:pt x="1979295" y="531495"/>
                </a:cubicBezTo>
                <a:cubicBezTo>
                  <a:pt x="1964976" y="545813"/>
                  <a:pt x="1946243" y="546191"/>
                  <a:pt x="1937679" y="532335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sp>
        <p:nvSpPr>
          <p:cNvPr id="8" name="TEXT: [in my shop now]"/>
          <p:cNvSpPr/>
          <p:nvPr/>
        </p:nvSpPr>
        <p:spPr>
          <a:xfrm rot="120000">
            <a:off x="1828800" y="11882438"/>
            <a:ext cx="66294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[in my shop now]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00050" y="2781300"/>
            <a:ext cx="9486900" cy="10820400"/>
          </a:xfrm>
          <a:prstGeom prst="rect">
            <a:avLst/>
          </a:prstGeom>
        </p:spPr>
      </p:pic>
      <p:sp>
        <p:nvSpPr>
          <p:cNvPr id="4" name="PHOTO: You again (head near the top)"/>
          <p:cNvSpPr/>
          <p:nvPr/>
        </p:nvSpPr>
        <p:spPr>
          <a:xfrm rot="-120000">
            <a:off x="1047750" y="3429000"/>
            <a:ext cx="8191500" cy="9525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butterfly" descr="0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500000">
            <a:off x="1857375" y="2181225"/>
            <a:ext cx="2571750" cy="2495550"/>
          </a:xfrm>
          <a:prstGeom prst="rect">
            <a:avLst/>
          </a:prstGeom>
        </p:spPr>
      </p:pic>
      <p:sp>
        <p:nvSpPr>
          <p:cNvPr id="6" name="butterfly pattern"/>
          <p:cNvSpPr/>
          <p:nvPr/>
        </p:nvSpPr>
        <p:spPr>
          <a:xfrm rot="1500000">
            <a:off x="1857375" y="2181225"/>
            <a:ext cx="2571750" cy="2495550"/>
          </a:xfrm>
          <a:custGeom>
            <a:avLst/>
            <a:gdLst/>
            <a:ahLst/>
            <a:cxnLst/>
            <a:rect l="0" t="0" r="r" b="b"/>
            <a:pathLst>
              <a:path w="2571750" h="2495550">
                <a:moveTo>
                  <a:pt x="1333130" y="1849833"/>
                </a:moveTo>
                <a:cubicBezTo>
                  <a:pt x="1324120" y="1804038"/>
                  <a:pt x="1316929" y="1791003"/>
                  <a:pt x="1290796" y="1773096"/>
                </a:cubicBezTo>
                <a:cubicBezTo>
                  <a:pt x="1273481" y="1761232"/>
                  <a:pt x="1257283" y="1740898"/>
                  <a:pt x="1254800" y="1727909"/>
                </a:cubicBezTo>
                <a:lnTo>
                  <a:pt x="1250286" y="1704293"/>
                </a:lnTo>
                <a:lnTo>
                  <a:pt x="1337028" y="1707015"/>
                </a:lnTo>
                <a:cubicBezTo>
                  <a:pt x="1407932" y="1709240"/>
                  <a:pt x="1424306" y="1712546"/>
                  <a:pt x="1426711" y="1725125"/>
                </a:cubicBezTo>
                <a:cubicBezTo>
                  <a:pt x="1428731" y="1735689"/>
                  <a:pt x="1420522" y="1742339"/>
                  <a:pt x="1400521" y="1746339"/>
                </a:cubicBezTo>
                <a:cubicBezTo>
                  <a:pt x="1360292" y="1754385"/>
                  <a:pt x="1347740" y="1784906"/>
                  <a:pt x="1360347" y="1844020"/>
                </a:cubicBezTo>
                <a:cubicBezTo>
                  <a:pt x="1365750" y="1869353"/>
                  <a:pt x="1368096" y="1893437"/>
                  <a:pt x="1365561" y="1897540"/>
                </a:cubicBezTo>
                <a:cubicBezTo>
                  <a:pt x="1353888" y="1916427"/>
                  <a:pt x="1343113" y="1900578"/>
                  <a:pt x="1333130" y="1849833"/>
                </a:cubicBezTo>
                <a:close/>
                <a:moveTo>
                  <a:pt x="504825" y="1867231"/>
                </a:moveTo>
                <a:cubicBezTo>
                  <a:pt x="504825" y="1840399"/>
                  <a:pt x="668717" y="1695450"/>
                  <a:pt x="699056" y="1695450"/>
                </a:cubicBezTo>
                <a:cubicBezTo>
                  <a:pt x="724927" y="1695450"/>
                  <a:pt x="717268" y="1706453"/>
                  <a:pt x="631229" y="1792892"/>
                </a:cubicBezTo>
                <a:cubicBezTo>
                  <a:pt x="554901" y="1869576"/>
                  <a:pt x="504825" y="1899026"/>
                  <a:pt x="504825" y="1867231"/>
                </a:cubicBezTo>
                <a:close/>
                <a:moveTo>
                  <a:pt x="752475" y="1563201"/>
                </a:moveTo>
                <a:cubicBezTo>
                  <a:pt x="752475" y="1551975"/>
                  <a:pt x="747265" y="1534449"/>
                  <a:pt x="740898" y="1524253"/>
                </a:cubicBezTo>
                <a:cubicBezTo>
                  <a:pt x="731812" y="1509704"/>
                  <a:pt x="731812" y="1498827"/>
                  <a:pt x="740898" y="1473700"/>
                </a:cubicBezTo>
                <a:cubicBezTo>
                  <a:pt x="747265" y="1456091"/>
                  <a:pt x="752475" y="1434420"/>
                  <a:pt x="752475" y="1425541"/>
                </a:cubicBezTo>
                <a:cubicBezTo>
                  <a:pt x="752475" y="1413874"/>
                  <a:pt x="759738" y="1409861"/>
                  <a:pt x="778668" y="1411069"/>
                </a:cubicBezTo>
                <a:cubicBezTo>
                  <a:pt x="793075" y="1411989"/>
                  <a:pt x="849387" y="1409409"/>
                  <a:pt x="903807" y="1405337"/>
                </a:cubicBezTo>
                <a:lnTo>
                  <a:pt x="1002753" y="1397931"/>
                </a:lnTo>
                <a:lnTo>
                  <a:pt x="996291" y="1423676"/>
                </a:lnTo>
                <a:cubicBezTo>
                  <a:pt x="988082" y="1456384"/>
                  <a:pt x="997248" y="1485900"/>
                  <a:pt x="1015616" y="1485900"/>
                </a:cubicBezTo>
                <a:cubicBezTo>
                  <a:pt x="1023430" y="1485900"/>
                  <a:pt x="1027529" y="1482186"/>
                  <a:pt x="1024724" y="1477647"/>
                </a:cubicBezTo>
                <a:cubicBezTo>
                  <a:pt x="1021919" y="1473109"/>
                  <a:pt x="1028587" y="1461322"/>
                  <a:pt x="1039542" y="1451454"/>
                </a:cubicBezTo>
                <a:cubicBezTo>
                  <a:pt x="1050497" y="1441586"/>
                  <a:pt x="1063103" y="1423988"/>
                  <a:pt x="1067556" y="1412347"/>
                </a:cubicBezTo>
                <a:cubicBezTo>
                  <a:pt x="1076636" y="1388606"/>
                  <a:pt x="1112393" y="1376159"/>
                  <a:pt x="1146745" y="1384781"/>
                </a:cubicBezTo>
                <a:lnTo>
                  <a:pt x="1169540" y="1390502"/>
                </a:lnTo>
                <a:lnTo>
                  <a:pt x="1135984" y="1469157"/>
                </a:lnTo>
                <a:cubicBezTo>
                  <a:pt x="1117529" y="1512417"/>
                  <a:pt x="1099520" y="1551062"/>
                  <a:pt x="1095965" y="1555035"/>
                </a:cubicBezTo>
                <a:cubicBezTo>
                  <a:pt x="1092410" y="1559008"/>
                  <a:pt x="1040459" y="1563937"/>
                  <a:pt x="980519" y="1565989"/>
                </a:cubicBezTo>
                <a:cubicBezTo>
                  <a:pt x="920579" y="1568041"/>
                  <a:pt x="844748" y="1572845"/>
                  <a:pt x="812006" y="1576665"/>
                </a:cubicBezTo>
                <a:cubicBezTo>
                  <a:pt x="755342" y="1583276"/>
                  <a:pt x="752475" y="1582627"/>
                  <a:pt x="752475" y="1563201"/>
                </a:cubicBezTo>
                <a:close/>
                <a:moveTo>
                  <a:pt x="1298359" y="1574302"/>
                </a:moveTo>
                <a:lnTo>
                  <a:pt x="1267982" y="1570504"/>
                </a:lnTo>
                <a:lnTo>
                  <a:pt x="1286475" y="1527361"/>
                </a:lnTo>
                <a:cubicBezTo>
                  <a:pt x="1296646" y="1503632"/>
                  <a:pt x="1307665" y="1467356"/>
                  <a:pt x="1310960" y="1446748"/>
                </a:cubicBezTo>
                <a:cubicBezTo>
                  <a:pt x="1318540" y="1399347"/>
                  <a:pt x="1319872" y="1398665"/>
                  <a:pt x="1405772" y="1398270"/>
                </a:cubicBezTo>
                <a:cubicBezTo>
                  <a:pt x="1488819" y="1397888"/>
                  <a:pt x="1492113" y="1399438"/>
                  <a:pt x="1466547" y="1426880"/>
                </a:cubicBezTo>
                <a:cubicBezTo>
                  <a:pt x="1456014" y="1438186"/>
                  <a:pt x="1444739" y="1460722"/>
                  <a:pt x="1441491" y="1476961"/>
                </a:cubicBezTo>
                <a:cubicBezTo>
                  <a:pt x="1437997" y="1494430"/>
                  <a:pt x="1432794" y="1501969"/>
                  <a:pt x="1428750" y="1495425"/>
                </a:cubicBezTo>
                <a:cubicBezTo>
                  <a:pt x="1423038" y="1486184"/>
                  <a:pt x="1410850" y="1521682"/>
                  <a:pt x="1409928" y="1550239"/>
                </a:cubicBezTo>
                <a:cubicBezTo>
                  <a:pt x="1409013" y="1578625"/>
                  <a:pt x="1464627" y="1535884"/>
                  <a:pt x="1556009" y="1437971"/>
                </a:cubicBezTo>
                <a:cubicBezTo>
                  <a:pt x="1580561" y="1411664"/>
                  <a:pt x="1588098" y="1409058"/>
                  <a:pt x="1632209" y="1411620"/>
                </a:cubicBezTo>
                <a:lnTo>
                  <a:pt x="1681162" y="1414462"/>
                </a:lnTo>
                <a:lnTo>
                  <a:pt x="1678075" y="1452562"/>
                </a:lnTo>
                <a:cubicBezTo>
                  <a:pt x="1676377" y="1473517"/>
                  <a:pt x="1669576" y="1494948"/>
                  <a:pt x="1662962" y="1500187"/>
                </a:cubicBezTo>
                <a:cubicBezTo>
                  <a:pt x="1656348" y="1505426"/>
                  <a:pt x="1645603" y="1519723"/>
                  <a:pt x="1639084" y="1531959"/>
                </a:cubicBezTo>
                <a:cubicBezTo>
                  <a:pt x="1632565" y="1544195"/>
                  <a:pt x="1624711" y="1551686"/>
                  <a:pt x="1621632" y="1548607"/>
                </a:cubicBezTo>
                <a:cubicBezTo>
                  <a:pt x="1618553" y="1545528"/>
                  <a:pt x="1609256" y="1548795"/>
                  <a:pt x="1600972" y="1555868"/>
                </a:cubicBezTo>
                <a:cubicBezTo>
                  <a:pt x="1592689" y="1562942"/>
                  <a:pt x="1577580" y="1571708"/>
                  <a:pt x="1567396" y="1575349"/>
                </a:cubicBezTo>
                <a:cubicBezTo>
                  <a:pt x="1549058" y="1581906"/>
                  <a:pt x="1549058" y="1581772"/>
                  <a:pt x="1567396" y="1561416"/>
                </a:cubicBezTo>
                <a:cubicBezTo>
                  <a:pt x="1577580" y="1550112"/>
                  <a:pt x="1595474" y="1537206"/>
                  <a:pt x="1607161" y="1532736"/>
                </a:cubicBezTo>
                <a:cubicBezTo>
                  <a:pt x="1620934" y="1527469"/>
                  <a:pt x="1626440" y="1519475"/>
                  <a:pt x="1622811" y="1510017"/>
                </a:cubicBezTo>
                <a:cubicBezTo>
                  <a:pt x="1610340" y="1477519"/>
                  <a:pt x="1563062" y="1504091"/>
                  <a:pt x="1534380" y="1559718"/>
                </a:cubicBezTo>
                <a:cubicBezTo>
                  <a:pt x="1523927" y="1579990"/>
                  <a:pt x="1518065" y="1581067"/>
                  <a:pt x="1426033" y="1579625"/>
                </a:cubicBezTo>
                <a:cubicBezTo>
                  <a:pt x="1372520" y="1578787"/>
                  <a:pt x="1315067" y="1576391"/>
                  <a:pt x="1298359" y="1574302"/>
                </a:cubicBezTo>
                <a:close/>
                <a:moveTo>
                  <a:pt x="809322" y="1511531"/>
                </a:moveTo>
                <a:cubicBezTo>
                  <a:pt x="808807" y="1476055"/>
                  <a:pt x="786033" y="1453987"/>
                  <a:pt x="762780" y="1466432"/>
                </a:cubicBezTo>
                <a:cubicBezTo>
                  <a:pt x="738043" y="1479671"/>
                  <a:pt x="737789" y="1477839"/>
                  <a:pt x="769143" y="1512262"/>
                </a:cubicBezTo>
                <a:cubicBezTo>
                  <a:pt x="797856" y="1543783"/>
                  <a:pt x="809787" y="1543567"/>
                  <a:pt x="809322" y="1511531"/>
                </a:cubicBezTo>
                <a:close/>
                <a:moveTo>
                  <a:pt x="1235634" y="1419776"/>
                </a:moveTo>
                <a:cubicBezTo>
                  <a:pt x="1229366" y="1395808"/>
                  <a:pt x="1233592" y="1392401"/>
                  <a:pt x="1262688" y="1397963"/>
                </a:cubicBezTo>
                <a:cubicBezTo>
                  <a:pt x="1285500" y="1402324"/>
                  <a:pt x="1285884" y="1403426"/>
                  <a:pt x="1270513" y="1420412"/>
                </a:cubicBezTo>
                <a:cubicBezTo>
                  <a:pt x="1249979" y="1443101"/>
                  <a:pt x="1241694" y="1442951"/>
                  <a:pt x="1235634" y="1419776"/>
                </a:cubicBezTo>
                <a:close/>
                <a:moveTo>
                  <a:pt x="1228046" y="1301738"/>
                </a:moveTo>
                <a:lnTo>
                  <a:pt x="1165456" y="1293597"/>
                </a:lnTo>
                <a:lnTo>
                  <a:pt x="1175608" y="1261161"/>
                </a:lnTo>
                <a:cubicBezTo>
                  <a:pt x="1181192" y="1243321"/>
                  <a:pt x="1190070" y="1228659"/>
                  <a:pt x="1195336" y="1228579"/>
                </a:cubicBezTo>
                <a:cubicBezTo>
                  <a:pt x="1200603" y="1228498"/>
                  <a:pt x="1198483" y="1224278"/>
                  <a:pt x="1190625" y="1219200"/>
                </a:cubicBezTo>
                <a:cubicBezTo>
                  <a:pt x="1178117" y="1211117"/>
                  <a:pt x="1178224" y="1209948"/>
                  <a:pt x="1191477" y="1209820"/>
                </a:cubicBezTo>
                <a:cubicBezTo>
                  <a:pt x="1208856" y="1209653"/>
                  <a:pt x="1232059" y="1165626"/>
                  <a:pt x="1222727" y="1150526"/>
                </a:cubicBezTo>
                <a:cubicBezTo>
                  <a:pt x="1218486" y="1143664"/>
                  <a:pt x="1229891" y="1142409"/>
                  <a:pt x="1258325" y="1146609"/>
                </a:cubicBezTo>
                <a:cubicBezTo>
                  <a:pt x="1369927" y="1163091"/>
                  <a:pt x="1419228" y="1163616"/>
                  <a:pt x="1413334" y="1148257"/>
                </a:cubicBezTo>
                <a:cubicBezTo>
                  <a:pt x="1408857" y="1136591"/>
                  <a:pt x="1414402" y="1133712"/>
                  <a:pt x="1439637" y="1134601"/>
                </a:cubicBezTo>
                <a:lnTo>
                  <a:pt x="1471612" y="1135728"/>
                </a:lnTo>
                <a:lnTo>
                  <a:pt x="1443037" y="1143000"/>
                </a:lnTo>
                <a:cubicBezTo>
                  <a:pt x="1427321" y="1146999"/>
                  <a:pt x="1422216" y="1150778"/>
                  <a:pt x="1431693" y="1151398"/>
                </a:cubicBezTo>
                <a:cubicBezTo>
                  <a:pt x="1460365" y="1153273"/>
                  <a:pt x="1439360" y="1171471"/>
                  <a:pt x="1406756" y="1173002"/>
                </a:cubicBezTo>
                <a:cubicBezTo>
                  <a:pt x="1377953" y="1174354"/>
                  <a:pt x="1377733" y="1174636"/>
                  <a:pt x="1402556" y="1178397"/>
                </a:cubicBezTo>
                <a:cubicBezTo>
                  <a:pt x="1428949" y="1182395"/>
                  <a:pt x="1437741" y="1202993"/>
                  <a:pt x="1418208" y="1215065"/>
                </a:cubicBezTo>
                <a:cubicBezTo>
                  <a:pt x="1402960" y="1224489"/>
                  <a:pt x="1427404" y="1237924"/>
                  <a:pt x="1460123" y="1238104"/>
                </a:cubicBezTo>
                <a:cubicBezTo>
                  <a:pt x="1476492" y="1238193"/>
                  <a:pt x="1485743" y="1233667"/>
                  <a:pt x="1484157" y="1226343"/>
                </a:cubicBezTo>
                <a:cubicBezTo>
                  <a:pt x="1479821" y="1206312"/>
                  <a:pt x="1512357" y="1136325"/>
                  <a:pt x="1528968" y="1129951"/>
                </a:cubicBezTo>
                <a:cubicBezTo>
                  <a:pt x="1555428" y="1119797"/>
                  <a:pt x="1559607" y="1122991"/>
                  <a:pt x="1555384" y="1150143"/>
                </a:cubicBezTo>
                <a:lnTo>
                  <a:pt x="1551310" y="1176337"/>
                </a:lnTo>
                <a:lnTo>
                  <a:pt x="1568436" y="1150143"/>
                </a:lnTo>
                <a:cubicBezTo>
                  <a:pt x="1594243" y="1110671"/>
                  <a:pt x="1613490" y="1115630"/>
                  <a:pt x="1606406" y="1159926"/>
                </a:cubicBezTo>
                <a:cubicBezTo>
                  <a:pt x="1595850" y="1225941"/>
                  <a:pt x="1567460" y="1302029"/>
                  <a:pt x="1554956" y="1297820"/>
                </a:cubicBezTo>
                <a:cubicBezTo>
                  <a:pt x="1548407" y="1295616"/>
                  <a:pt x="1543050" y="1298455"/>
                  <a:pt x="1543050" y="1304131"/>
                </a:cubicBezTo>
                <a:cubicBezTo>
                  <a:pt x="1543050" y="1310157"/>
                  <a:pt x="1523324" y="1314450"/>
                  <a:pt x="1495629" y="1314450"/>
                </a:cubicBezTo>
                <a:cubicBezTo>
                  <a:pt x="1448368" y="1314450"/>
                  <a:pt x="1448245" y="1314368"/>
                  <a:pt x="1459175" y="1290379"/>
                </a:cubicBezTo>
                <a:cubicBezTo>
                  <a:pt x="1482772" y="1238590"/>
                  <a:pt x="1423412" y="1227595"/>
                  <a:pt x="1395701" y="1278621"/>
                </a:cubicBezTo>
                <a:cubicBezTo>
                  <a:pt x="1374103" y="1318390"/>
                  <a:pt x="1365349" y="1319597"/>
                  <a:pt x="1228046" y="1301738"/>
                </a:cubicBezTo>
                <a:close/>
                <a:moveTo>
                  <a:pt x="1638300" y="1285762"/>
                </a:moveTo>
                <a:cubicBezTo>
                  <a:pt x="1638300" y="1276629"/>
                  <a:pt x="1644832" y="1263735"/>
                  <a:pt x="1652817" y="1257108"/>
                </a:cubicBezTo>
                <a:cubicBezTo>
                  <a:pt x="1660802" y="1250482"/>
                  <a:pt x="1665125" y="1242850"/>
                  <a:pt x="1662425" y="1240150"/>
                </a:cubicBezTo>
                <a:cubicBezTo>
                  <a:pt x="1659724" y="1237449"/>
                  <a:pt x="1661679" y="1230223"/>
                  <a:pt x="1666768" y="1224091"/>
                </a:cubicBezTo>
                <a:cubicBezTo>
                  <a:pt x="1671857" y="1217959"/>
                  <a:pt x="1677377" y="1204052"/>
                  <a:pt x="1679035" y="1193187"/>
                </a:cubicBezTo>
                <a:cubicBezTo>
                  <a:pt x="1680693" y="1182322"/>
                  <a:pt x="1686543" y="1167657"/>
                  <a:pt x="1692034" y="1160597"/>
                </a:cubicBezTo>
                <a:cubicBezTo>
                  <a:pt x="1697525" y="1153538"/>
                  <a:pt x="1704507" y="1140742"/>
                  <a:pt x="1707550" y="1132161"/>
                </a:cubicBezTo>
                <a:cubicBezTo>
                  <a:pt x="1714706" y="1111980"/>
                  <a:pt x="1788199" y="1103760"/>
                  <a:pt x="1805630" y="1121190"/>
                </a:cubicBezTo>
                <a:cubicBezTo>
                  <a:pt x="1822149" y="1137710"/>
                  <a:pt x="1852347" y="1136722"/>
                  <a:pt x="1866900" y="1119187"/>
                </a:cubicBezTo>
                <a:cubicBezTo>
                  <a:pt x="1877764" y="1106096"/>
                  <a:pt x="1943100" y="1098212"/>
                  <a:pt x="1943100" y="1109992"/>
                </a:cubicBezTo>
                <a:cubicBezTo>
                  <a:pt x="1943100" y="1112793"/>
                  <a:pt x="1915239" y="1147737"/>
                  <a:pt x="1881187" y="1187645"/>
                </a:cubicBezTo>
                <a:cubicBezTo>
                  <a:pt x="1847135" y="1227554"/>
                  <a:pt x="1819275" y="1263839"/>
                  <a:pt x="1819275" y="1268278"/>
                </a:cubicBezTo>
                <a:cubicBezTo>
                  <a:pt x="1819275" y="1272717"/>
                  <a:pt x="1806550" y="1276350"/>
                  <a:pt x="1790998" y="1276350"/>
                </a:cubicBezTo>
                <a:cubicBezTo>
                  <a:pt x="1769777" y="1276350"/>
                  <a:pt x="1764090" y="1272785"/>
                  <a:pt x="1768205" y="1262062"/>
                </a:cubicBezTo>
                <a:cubicBezTo>
                  <a:pt x="1776685" y="1239963"/>
                  <a:pt x="1746333" y="1244665"/>
                  <a:pt x="1730002" y="1267980"/>
                </a:cubicBezTo>
                <a:cubicBezTo>
                  <a:pt x="1710614" y="1295661"/>
                  <a:pt x="1638300" y="1309683"/>
                  <a:pt x="1638300" y="1285762"/>
                </a:cubicBezTo>
                <a:close/>
                <a:moveTo>
                  <a:pt x="1012031" y="1285578"/>
                </a:moveTo>
                <a:cubicBezTo>
                  <a:pt x="985933" y="1275088"/>
                  <a:pt x="984927" y="1265424"/>
                  <a:pt x="1008406" y="1250762"/>
                </a:cubicBezTo>
                <a:cubicBezTo>
                  <a:pt x="1026702" y="1239335"/>
                  <a:pt x="1042070" y="1190625"/>
                  <a:pt x="1027379" y="1190625"/>
                </a:cubicBezTo>
                <a:cubicBezTo>
                  <a:pt x="1011357" y="1190625"/>
                  <a:pt x="1019498" y="1174329"/>
                  <a:pt x="1040606" y="1164150"/>
                </a:cubicBezTo>
                <a:cubicBezTo>
                  <a:pt x="1052393" y="1158465"/>
                  <a:pt x="1056679" y="1153524"/>
                  <a:pt x="1050131" y="1153169"/>
                </a:cubicBezTo>
                <a:cubicBezTo>
                  <a:pt x="1043582" y="1152815"/>
                  <a:pt x="1038225" y="1145877"/>
                  <a:pt x="1038225" y="1137753"/>
                </a:cubicBezTo>
                <a:cubicBezTo>
                  <a:pt x="1038225" y="1123543"/>
                  <a:pt x="1046584" y="1123061"/>
                  <a:pt x="1125140" y="1132741"/>
                </a:cubicBezTo>
                <a:cubicBezTo>
                  <a:pt x="1137553" y="1134270"/>
                  <a:pt x="1130454" y="1180220"/>
                  <a:pt x="1117008" y="1185380"/>
                </a:cubicBezTo>
                <a:cubicBezTo>
                  <a:pt x="1109232" y="1188364"/>
                  <a:pt x="1105365" y="1197149"/>
                  <a:pt x="1108375" y="1204992"/>
                </a:cubicBezTo>
                <a:cubicBezTo>
                  <a:pt x="1111373" y="1212806"/>
                  <a:pt x="1109422" y="1219200"/>
                  <a:pt x="1104038" y="1219200"/>
                </a:cubicBezTo>
                <a:cubicBezTo>
                  <a:pt x="1098655" y="1219200"/>
                  <a:pt x="1096424" y="1222717"/>
                  <a:pt x="1099081" y="1227016"/>
                </a:cubicBezTo>
                <a:cubicBezTo>
                  <a:pt x="1107428" y="1240522"/>
                  <a:pt x="1067888" y="1295429"/>
                  <a:pt x="1050271" y="1294796"/>
                </a:cubicBezTo>
                <a:cubicBezTo>
                  <a:pt x="1041026" y="1294464"/>
                  <a:pt x="1023818" y="1290316"/>
                  <a:pt x="1012031" y="1285578"/>
                </a:cubicBezTo>
                <a:close/>
                <a:moveTo>
                  <a:pt x="727480" y="1245393"/>
                </a:moveTo>
                <a:cubicBezTo>
                  <a:pt x="745752" y="1193313"/>
                  <a:pt x="782673" y="1164140"/>
                  <a:pt x="857250" y="1142855"/>
                </a:cubicBezTo>
                <a:cubicBezTo>
                  <a:pt x="880426" y="1136240"/>
                  <a:pt x="880171" y="1135793"/>
                  <a:pt x="847725" y="1126137"/>
                </a:cubicBezTo>
                <a:cubicBezTo>
                  <a:pt x="819122" y="1117625"/>
                  <a:pt x="826086" y="1116427"/>
                  <a:pt x="896758" y="1117702"/>
                </a:cubicBezTo>
                <a:cubicBezTo>
                  <a:pt x="985241" y="1119297"/>
                  <a:pt x="998091" y="1127331"/>
                  <a:pt x="928783" y="1137725"/>
                </a:cubicBezTo>
                <a:cubicBezTo>
                  <a:pt x="889924" y="1143552"/>
                  <a:pt x="886734" y="1145952"/>
                  <a:pt x="895664" y="1162636"/>
                </a:cubicBezTo>
                <a:cubicBezTo>
                  <a:pt x="901098" y="1172791"/>
                  <a:pt x="912488" y="1181100"/>
                  <a:pt x="920973" y="1181100"/>
                </a:cubicBezTo>
                <a:cubicBezTo>
                  <a:pt x="935151" y="1181100"/>
                  <a:pt x="935141" y="1182493"/>
                  <a:pt x="920854" y="1198280"/>
                </a:cubicBezTo>
                <a:cubicBezTo>
                  <a:pt x="910978" y="1209192"/>
                  <a:pt x="906712" y="1226566"/>
                  <a:pt x="909159" y="1245905"/>
                </a:cubicBezTo>
                <a:lnTo>
                  <a:pt x="913012" y="1276350"/>
                </a:lnTo>
                <a:lnTo>
                  <a:pt x="855701" y="1276350"/>
                </a:lnTo>
                <a:cubicBezTo>
                  <a:pt x="808475" y="1276350"/>
                  <a:pt x="795460" y="1272731"/>
                  <a:pt x="781738" y="1255784"/>
                </a:cubicBezTo>
                <a:cubicBezTo>
                  <a:pt x="764078" y="1233976"/>
                  <a:pt x="737711" y="1239435"/>
                  <a:pt x="746764" y="1263025"/>
                </a:cubicBezTo>
                <a:cubicBezTo>
                  <a:pt x="750009" y="1271483"/>
                  <a:pt x="745438" y="1276350"/>
                  <a:pt x="734248" y="1276350"/>
                </a:cubicBezTo>
                <a:cubicBezTo>
                  <a:pt x="718481" y="1276350"/>
                  <a:pt x="717767" y="1273080"/>
                  <a:pt x="727480" y="1245393"/>
                </a:cubicBezTo>
                <a:close/>
                <a:moveTo>
                  <a:pt x="1790775" y="1219058"/>
                </a:moveTo>
                <a:cubicBezTo>
                  <a:pt x="1798962" y="1203760"/>
                  <a:pt x="1797869" y="1198648"/>
                  <a:pt x="1785386" y="1193858"/>
                </a:cubicBezTo>
                <a:cubicBezTo>
                  <a:pt x="1769529" y="1187773"/>
                  <a:pt x="1753017" y="1204207"/>
                  <a:pt x="1752745" y="1226343"/>
                </a:cubicBezTo>
                <a:cubicBezTo>
                  <a:pt x="1752513" y="1245299"/>
                  <a:pt x="1779498" y="1240130"/>
                  <a:pt x="1790775" y="1219058"/>
                </a:cubicBezTo>
                <a:close/>
                <a:moveTo>
                  <a:pt x="1825065" y="1173956"/>
                </a:moveTo>
                <a:cubicBezTo>
                  <a:pt x="1842396" y="1151126"/>
                  <a:pt x="1841376" y="1143000"/>
                  <a:pt x="1821180" y="1143000"/>
                </a:cubicBezTo>
                <a:cubicBezTo>
                  <a:pt x="1798748" y="1143000"/>
                  <a:pt x="1781344" y="1160933"/>
                  <a:pt x="1787700" y="1177498"/>
                </a:cubicBezTo>
                <a:cubicBezTo>
                  <a:pt x="1794580" y="1195425"/>
                  <a:pt x="1809868" y="1193976"/>
                  <a:pt x="1825065" y="1173956"/>
                </a:cubicBezTo>
                <a:close/>
                <a:moveTo>
                  <a:pt x="1362075" y="1143000"/>
                </a:moveTo>
                <a:cubicBezTo>
                  <a:pt x="1350580" y="1135571"/>
                  <a:pt x="1352086" y="1133738"/>
                  <a:pt x="1369780" y="1133620"/>
                </a:cubicBezTo>
                <a:cubicBezTo>
                  <a:pt x="1382044" y="1133539"/>
                  <a:pt x="1389170" y="1137688"/>
                  <a:pt x="1385887" y="1143000"/>
                </a:cubicBezTo>
                <a:cubicBezTo>
                  <a:pt x="1378808" y="1154453"/>
                  <a:pt x="1379798" y="1154453"/>
                  <a:pt x="1362075" y="1143000"/>
                </a:cubicBezTo>
                <a:close/>
                <a:moveTo>
                  <a:pt x="1012777" y="950118"/>
                </a:moveTo>
                <a:cubicBezTo>
                  <a:pt x="1022994" y="876331"/>
                  <a:pt x="1023903" y="871571"/>
                  <a:pt x="1028700" y="866775"/>
                </a:cubicBezTo>
                <a:cubicBezTo>
                  <a:pt x="1043725" y="851749"/>
                  <a:pt x="1056187" y="817874"/>
                  <a:pt x="1051338" y="805239"/>
                </a:cubicBezTo>
                <a:cubicBezTo>
                  <a:pt x="1046693" y="793132"/>
                  <a:pt x="1054845" y="790575"/>
                  <a:pt x="1098077" y="790575"/>
                </a:cubicBezTo>
                <a:lnTo>
                  <a:pt x="1150443" y="790575"/>
                </a:lnTo>
                <a:lnTo>
                  <a:pt x="1208647" y="875555"/>
                </a:lnTo>
                <a:cubicBezTo>
                  <a:pt x="1272506" y="968792"/>
                  <a:pt x="1283727" y="990600"/>
                  <a:pt x="1267844" y="990600"/>
                </a:cubicBezTo>
                <a:cubicBezTo>
                  <a:pt x="1262044" y="990600"/>
                  <a:pt x="1257300" y="984170"/>
                  <a:pt x="1257300" y="976312"/>
                </a:cubicBezTo>
                <a:cubicBezTo>
                  <a:pt x="1257300" y="968454"/>
                  <a:pt x="1252555" y="962025"/>
                  <a:pt x="1246755" y="962025"/>
                </a:cubicBezTo>
                <a:cubicBezTo>
                  <a:pt x="1240892" y="962025"/>
                  <a:pt x="1238875" y="968966"/>
                  <a:pt x="1242211" y="977659"/>
                </a:cubicBezTo>
                <a:cubicBezTo>
                  <a:pt x="1247080" y="990348"/>
                  <a:pt x="1245637" y="991158"/>
                  <a:pt x="1234553" y="981959"/>
                </a:cubicBezTo>
                <a:cubicBezTo>
                  <a:pt x="1225243" y="974232"/>
                  <a:pt x="1218931" y="973803"/>
                  <a:pt x="1214723" y="980612"/>
                </a:cubicBezTo>
                <a:cubicBezTo>
                  <a:pt x="1211047" y="986560"/>
                  <a:pt x="1167821" y="990600"/>
                  <a:pt x="1107861" y="990600"/>
                </a:cubicBezTo>
                <a:lnTo>
                  <a:pt x="1007172" y="990600"/>
                </a:lnTo>
                <a:lnTo>
                  <a:pt x="1012777" y="950118"/>
                </a:lnTo>
                <a:close/>
                <a:moveTo>
                  <a:pt x="1704975" y="957884"/>
                </a:moveTo>
                <a:cubicBezTo>
                  <a:pt x="1809643" y="904160"/>
                  <a:pt x="1931338" y="865285"/>
                  <a:pt x="2000250" y="863561"/>
                </a:cubicBezTo>
                <a:lnTo>
                  <a:pt x="2062162" y="862012"/>
                </a:lnTo>
                <a:lnTo>
                  <a:pt x="2065009" y="891123"/>
                </a:lnTo>
                <a:cubicBezTo>
                  <a:pt x="2070449" y="946743"/>
                  <a:pt x="2052735" y="973101"/>
                  <a:pt x="2012173" y="969744"/>
                </a:cubicBezTo>
                <a:cubicBezTo>
                  <a:pt x="1988133" y="967755"/>
                  <a:pt x="1976403" y="962111"/>
                  <a:pt x="1976333" y="952500"/>
                </a:cubicBezTo>
                <a:cubicBezTo>
                  <a:pt x="1976264" y="943067"/>
                  <a:pt x="1968172" y="938948"/>
                  <a:pt x="1952520" y="940379"/>
                </a:cubicBezTo>
                <a:cubicBezTo>
                  <a:pt x="1934288" y="942045"/>
                  <a:pt x="1936512" y="939649"/>
                  <a:pt x="1962150" y="930004"/>
                </a:cubicBezTo>
                <a:cubicBezTo>
                  <a:pt x="1980485" y="923106"/>
                  <a:pt x="1995553" y="913559"/>
                  <a:pt x="1995633" y="908787"/>
                </a:cubicBezTo>
                <a:cubicBezTo>
                  <a:pt x="1995713" y="904016"/>
                  <a:pt x="1999181" y="894754"/>
                  <a:pt x="2003339" y="888206"/>
                </a:cubicBezTo>
                <a:cubicBezTo>
                  <a:pt x="2017127" y="866490"/>
                  <a:pt x="1967520" y="874991"/>
                  <a:pt x="1947757" y="897731"/>
                </a:cubicBezTo>
                <a:cubicBezTo>
                  <a:pt x="1937513" y="909518"/>
                  <a:pt x="1929028" y="921305"/>
                  <a:pt x="1928902" y="923925"/>
                </a:cubicBezTo>
                <a:cubicBezTo>
                  <a:pt x="1928776" y="926544"/>
                  <a:pt x="1921331" y="939102"/>
                  <a:pt x="1912359" y="951831"/>
                </a:cubicBezTo>
                <a:cubicBezTo>
                  <a:pt x="1895522" y="975715"/>
                  <a:pt x="1856998" y="979251"/>
                  <a:pt x="1741046" y="967554"/>
                </a:cubicBezTo>
                <a:cubicBezTo>
                  <a:pt x="1718615" y="965291"/>
                  <a:pt x="1701640" y="968853"/>
                  <a:pt x="1694636" y="977293"/>
                </a:cubicBezTo>
                <a:cubicBezTo>
                  <a:pt x="1688562" y="984611"/>
                  <a:pt x="1674473" y="990389"/>
                  <a:pt x="1663327" y="990131"/>
                </a:cubicBezTo>
                <a:cubicBezTo>
                  <a:pt x="1650436" y="989833"/>
                  <a:pt x="1665592" y="978099"/>
                  <a:pt x="1704975" y="957884"/>
                </a:cubicBezTo>
                <a:close/>
                <a:moveTo>
                  <a:pt x="704813" y="972401"/>
                </a:moveTo>
                <a:cubicBezTo>
                  <a:pt x="704793" y="969313"/>
                  <a:pt x="698439" y="928211"/>
                  <a:pt x="690692" y="881062"/>
                </a:cubicBezTo>
                <a:cubicBezTo>
                  <a:pt x="682945" y="833913"/>
                  <a:pt x="676532" y="792122"/>
                  <a:pt x="676441" y="788193"/>
                </a:cubicBezTo>
                <a:cubicBezTo>
                  <a:pt x="676055" y="771619"/>
                  <a:pt x="742945" y="781000"/>
                  <a:pt x="744360" y="797718"/>
                </a:cubicBezTo>
                <a:cubicBezTo>
                  <a:pt x="745135" y="806886"/>
                  <a:pt x="746644" y="820816"/>
                  <a:pt x="747712" y="828675"/>
                </a:cubicBezTo>
                <a:cubicBezTo>
                  <a:pt x="748780" y="836533"/>
                  <a:pt x="750289" y="850463"/>
                  <a:pt x="751064" y="859631"/>
                </a:cubicBezTo>
                <a:cubicBezTo>
                  <a:pt x="751840" y="868799"/>
                  <a:pt x="758904" y="876300"/>
                  <a:pt x="766762" y="876300"/>
                </a:cubicBezTo>
                <a:cubicBezTo>
                  <a:pt x="783384" y="876300"/>
                  <a:pt x="786129" y="842463"/>
                  <a:pt x="770301" y="832681"/>
                </a:cubicBezTo>
                <a:cubicBezTo>
                  <a:pt x="762953" y="828139"/>
                  <a:pt x="764459" y="823293"/>
                  <a:pt x="775064" y="817358"/>
                </a:cubicBezTo>
                <a:cubicBezTo>
                  <a:pt x="783595" y="812584"/>
                  <a:pt x="790575" y="802462"/>
                  <a:pt x="790575" y="794864"/>
                </a:cubicBezTo>
                <a:cubicBezTo>
                  <a:pt x="790575" y="784611"/>
                  <a:pt x="803027" y="781050"/>
                  <a:pt x="838880" y="781050"/>
                </a:cubicBezTo>
                <a:cubicBezTo>
                  <a:pt x="882794" y="781050"/>
                  <a:pt x="885825" y="782410"/>
                  <a:pt x="872217" y="796017"/>
                </a:cubicBezTo>
                <a:cubicBezTo>
                  <a:pt x="855351" y="812884"/>
                  <a:pt x="851483" y="885825"/>
                  <a:pt x="867455" y="885825"/>
                </a:cubicBezTo>
                <a:cubicBezTo>
                  <a:pt x="873068" y="885825"/>
                  <a:pt x="870756" y="892729"/>
                  <a:pt x="862316" y="901168"/>
                </a:cubicBezTo>
                <a:cubicBezTo>
                  <a:pt x="848208" y="915277"/>
                  <a:pt x="848345" y="917579"/>
                  <a:pt x="864017" y="929767"/>
                </a:cubicBezTo>
                <a:cubicBezTo>
                  <a:pt x="880257" y="942396"/>
                  <a:pt x="880223" y="942727"/>
                  <a:pt x="863285" y="936791"/>
                </a:cubicBezTo>
                <a:cubicBezTo>
                  <a:pt x="847758" y="931349"/>
                  <a:pt x="846854" y="933075"/>
                  <a:pt x="856141" y="950429"/>
                </a:cubicBezTo>
                <a:cubicBezTo>
                  <a:pt x="861990" y="961356"/>
                  <a:pt x="866775" y="972566"/>
                  <a:pt x="866775" y="975338"/>
                </a:cubicBezTo>
                <a:cubicBezTo>
                  <a:pt x="866775" y="978111"/>
                  <a:pt x="830341" y="979848"/>
                  <a:pt x="785812" y="979197"/>
                </a:cubicBezTo>
                <a:cubicBezTo>
                  <a:pt x="741283" y="978547"/>
                  <a:pt x="704833" y="975489"/>
                  <a:pt x="704813" y="972401"/>
                </a:cubicBezTo>
                <a:close/>
                <a:moveTo>
                  <a:pt x="1142848" y="925776"/>
                </a:moveTo>
                <a:cubicBezTo>
                  <a:pt x="1152029" y="902512"/>
                  <a:pt x="1152485" y="891500"/>
                  <a:pt x="1144593" y="883608"/>
                </a:cubicBezTo>
                <a:cubicBezTo>
                  <a:pt x="1131159" y="870174"/>
                  <a:pt x="1102079" y="934066"/>
                  <a:pt x="1111021" y="957370"/>
                </a:cubicBezTo>
                <a:cubicBezTo>
                  <a:pt x="1118137" y="975913"/>
                  <a:pt x="1126232" y="967877"/>
                  <a:pt x="1142848" y="925776"/>
                </a:cubicBezTo>
                <a:close/>
                <a:moveTo>
                  <a:pt x="786167" y="941855"/>
                </a:moveTo>
                <a:cubicBezTo>
                  <a:pt x="790685" y="927620"/>
                  <a:pt x="786281" y="915709"/>
                  <a:pt x="771197" y="901374"/>
                </a:cubicBezTo>
                <a:cubicBezTo>
                  <a:pt x="752583" y="883683"/>
                  <a:pt x="750610" y="883313"/>
                  <a:pt x="755912" y="898510"/>
                </a:cubicBezTo>
                <a:cubicBezTo>
                  <a:pt x="759260" y="908106"/>
                  <a:pt x="762000" y="926323"/>
                  <a:pt x="762000" y="938991"/>
                </a:cubicBezTo>
                <a:cubicBezTo>
                  <a:pt x="762000" y="967394"/>
                  <a:pt x="777479" y="969228"/>
                  <a:pt x="786167" y="941855"/>
                </a:cubicBezTo>
                <a:close/>
                <a:moveTo>
                  <a:pt x="1536185" y="858262"/>
                </a:moveTo>
                <a:cubicBezTo>
                  <a:pt x="1547819" y="836837"/>
                  <a:pt x="1560794" y="819271"/>
                  <a:pt x="1565019" y="819228"/>
                </a:cubicBezTo>
                <a:cubicBezTo>
                  <a:pt x="1574043" y="819136"/>
                  <a:pt x="1543592" y="873326"/>
                  <a:pt x="1526660" y="887491"/>
                </a:cubicBezTo>
                <a:cubicBezTo>
                  <a:pt x="1520266" y="892841"/>
                  <a:pt x="1524552" y="879688"/>
                  <a:pt x="1536185" y="858262"/>
                </a:cubicBezTo>
                <a:close/>
                <a:moveTo>
                  <a:pt x="963703" y="817018"/>
                </a:moveTo>
                <a:cubicBezTo>
                  <a:pt x="946169" y="799484"/>
                  <a:pt x="950417" y="790575"/>
                  <a:pt x="976312" y="790575"/>
                </a:cubicBezTo>
                <a:cubicBezTo>
                  <a:pt x="1002498" y="790575"/>
                  <a:pt x="1007027" y="801563"/>
                  <a:pt x="987515" y="817757"/>
                </a:cubicBezTo>
                <a:cubicBezTo>
                  <a:pt x="978308" y="825398"/>
                  <a:pt x="971884" y="825199"/>
                  <a:pt x="963703" y="817018"/>
                </a:cubicBezTo>
                <a:close/>
                <a:moveTo>
                  <a:pt x="665461" y="688608"/>
                </a:moveTo>
                <a:cubicBezTo>
                  <a:pt x="623655" y="682175"/>
                  <a:pt x="589314" y="564556"/>
                  <a:pt x="618851" y="528967"/>
                </a:cubicBezTo>
                <a:cubicBezTo>
                  <a:pt x="644767" y="497740"/>
                  <a:pt x="766918" y="509307"/>
                  <a:pt x="852991" y="551138"/>
                </a:cubicBezTo>
                <a:cubicBezTo>
                  <a:pt x="918364" y="582909"/>
                  <a:pt x="1054036" y="674178"/>
                  <a:pt x="1045814" y="680853"/>
                </a:cubicBezTo>
                <a:cubicBezTo>
                  <a:pt x="1044259" y="682115"/>
                  <a:pt x="1001015" y="685785"/>
                  <a:pt x="949715" y="689007"/>
                </a:cubicBezTo>
                <a:lnTo>
                  <a:pt x="856443" y="694867"/>
                </a:lnTo>
                <a:lnTo>
                  <a:pt x="872818" y="667145"/>
                </a:lnTo>
                <a:cubicBezTo>
                  <a:pt x="888670" y="640310"/>
                  <a:pt x="880555" y="609600"/>
                  <a:pt x="857612" y="609600"/>
                </a:cubicBezTo>
                <a:cubicBezTo>
                  <a:pt x="848003" y="609600"/>
                  <a:pt x="828675" y="654434"/>
                  <a:pt x="828675" y="676723"/>
                </a:cubicBezTo>
                <a:cubicBezTo>
                  <a:pt x="828675" y="692585"/>
                  <a:pt x="822011" y="695303"/>
                  <a:pt x="783431" y="695179"/>
                </a:cubicBezTo>
                <a:cubicBezTo>
                  <a:pt x="758547" y="695098"/>
                  <a:pt x="743384" y="691730"/>
                  <a:pt x="749735" y="687694"/>
                </a:cubicBezTo>
                <a:cubicBezTo>
                  <a:pt x="761832" y="680007"/>
                  <a:pt x="755915" y="638175"/>
                  <a:pt x="742730" y="638175"/>
                </a:cubicBezTo>
                <a:cubicBezTo>
                  <a:pt x="738593" y="638175"/>
                  <a:pt x="737006" y="630674"/>
                  <a:pt x="739203" y="621506"/>
                </a:cubicBezTo>
                <a:cubicBezTo>
                  <a:pt x="745462" y="595388"/>
                  <a:pt x="704801" y="558308"/>
                  <a:pt x="697424" y="583406"/>
                </a:cubicBezTo>
                <a:cubicBezTo>
                  <a:pt x="691291" y="604271"/>
                  <a:pt x="697152" y="619125"/>
                  <a:pt x="711517" y="619125"/>
                </a:cubicBezTo>
                <a:cubicBezTo>
                  <a:pt x="723710" y="619125"/>
                  <a:pt x="725007" y="621827"/>
                  <a:pt x="716768" y="630066"/>
                </a:cubicBezTo>
                <a:cubicBezTo>
                  <a:pt x="708528" y="638306"/>
                  <a:pt x="709295" y="647716"/>
                  <a:pt x="719870" y="668166"/>
                </a:cubicBezTo>
                <a:cubicBezTo>
                  <a:pt x="735263" y="697935"/>
                  <a:pt x="732593" y="698938"/>
                  <a:pt x="665461" y="688608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pic>
        <p:nvPicPr>
          <p:cNvPr id="7" name="butterfly" descr="0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2657475" y="2149451"/>
            <a:ext cx="2571750" cy="2133600"/>
          </a:xfrm>
          <a:prstGeom prst="rect">
            <a:avLst/>
          </a:prstGeom>
        </p:spPr>
      </p:pic>
      <p:sp>
        <p:nvSpPr>
          <p:cNvPr id="8" name="butterfly pattern"/>
          <p:cNvSpPr/>
          <p:nvPr/>
        </p:nvSpPr>
        <p:spPr>
          <a:xfrm rot="900000">
            <a:off x="2657475" y="2149451"/>
            <a:ext cx="2571750" cy="2133600"/>
          </a:xfrm>
          <a:custGeom>
            <a:avLst/>
            <a:gdLst/>
            <a:ahLst/>
            <a:cxnLst/>
            <a:rect l="0" t="0" r="r" b="b"/>
            <a:pathLst>
              <a:path w="2571750" h="2133600">
                <a:moveTo>
                  <a:pt x="1038225" y="1619930"/>
                </a:moveTo>
                <a:cubicBezTo>
                  <a:pt x="1038225" y="1604581"/>
                  <a:pt x="1067411" y="1581150"/>
                  <a:pt x="1086530" y="1581150"/>
                </a:cubicBezTo>
                <a:cubicBezTo>
                  <a:pt x="1113694" y="1581150"/>
                  <a:pt x="1108834" y="1597676"/>
                  <a:pt x="1076798" y="1614242"/>
                </a:cubicBezTo>
                <a:cubicBezTo>
                  <a:pt x="1044132" y="1631134"/>
                  <a:pt x="1038225" y="1632005"/>
                  <a:pt x="1038225" y="1619930"/>
                </a:cubicBezTo>
                <a:close/>
                <a:moveTo>
                  <a:pt x="1615963" y="1582781"/>
                </a:moveTo>
                <a:cubicBezTo>
                  <a:pt x="1586844" y="1550605"/>
                  <a:pt x="1600911" y="1513868"/>
                  <a:pt x="1644168" y="1509120"/>
                </a:cubicBezTo>
                <a:cubicBezTo>
                  <a:pt x="1687866" y="1504323"/>
                  <a:pt x="1701248" y="1546776"/>
                  <a:pt x="1666875" y="1581150"/>
                </a:cubicBezTo>
                <a:cubicBezTo>
                  <a:pt x="1643376" y="1604648"/>
                  <a:pt x="1635967" y="1604885"/>
                  <a:pt x="1615963" y="1582781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1400482" y="1505524"/>
                </a:moveTo>
                <a:cubicBezTo>
                  <a:pt x="1387389" y="1481060"/>
                  <a:pt x="1403737" y="1445222"/>
                  <a:pt x="1425990" y="1449606"/>
                </a:cubicBezTo>
                <a:cubicBezTo>
                  <a:pt x="1450050" y="1454346"/>
                  <a:pt x="1463834" y="1482971"/>
                  <a:pt x="1451492" y="1502568"/>
                </a:cubicBezTo>
                <a:cubicBezTo>
                  <a:pt x="1436257" y="1526761"/>
                  <a:pt x="1412582" y="1528133"/>
                  <a:pt x="1400482" y="1505524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67870" y="1380030"/>
                </a:moveTo>
                <a:cubicBezTo>
                  <a:pt x="1256605" y="1347716"/>
                  <a:pt x="1260651" y="1333500"/>
                  <a:pt x="1281112" y="1333500"/>
                </a:cubicBezTo>
                <a:cubicBezTo>
                  <a:pt x="1300698" y="1333500"/>
                  <a:pt x="1307087" y="1349594"/>
                  <a:pt x="1300111" y="1381357"/>
                </a:cubicBezTo>
                <a:cubicBezTo>
                  <a:pt x="1292104" y="1417812"/>
                  <a:pt x="1280880" y="1417350"/>
                  <a:pt x="1267870" y="1380030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735544" y="1309147"/>
                </a:moveTo>
                <a:cubicBezTo>
                  <a:pt x="699861" y="1284154"/>
                  <a:pt x="716470" y="1219200"/>
                  <a:pt x="758544" y="1219200"/>
                </a:cubicBezTo>
                <a:cubicBezTo>
                  <a:pt x="807243" y="1219200"/>
                  <a:pt x="826027" y="1269472"/>
                  <a:pt x="790575" y="1304925"/>
                </a:cubicBezTo>
                <a:cubicBezTo>
                  <a:pt x="767643" y="1327856"/>
                  <a:pt x="762787" y="1328229"/>
                  <a:pt x="735544" y="1309147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612" y="1301679"/>
                </a:moveTo>
                <a:cubicBezTo>
                  <a:pt x="1889917" y="1294656"/>
                  <a:pt x="1891536" y="1282869"/>
                  <a:pt x="1896210" y="1275486"/>
                </a:cubicBezTo>
                <a:cubicBezTo>
                  <a:pt x="1902394" y="1265716"/>
                  <a:pt x="1904747" y="1269193"/>
                  <a:pt x="1904854" y="1288256"/>
                </a:cubicBezTo>
                <a:cubicBezTo>
                  <a:pt x="1905012" y="1316700"/>
                  <a:pt x="1900341" y="1321821"/>
                  <a:pt x="1892612" y="1301679"/>
                </a:cubicBezTo>
                <a:close/>
                <a:moveTo>
                  <a:pt x="906482" y="1274816"/>
                </a:moveTo>
                <a:cubicBezTo>
                  <a:pt x="908217" y="1262562"/>
                  <a:pt x="916066" y="1252537"/>
                  <a:pt x="923925" y="1252537"/>
                </a:cubicBezTo>
                <a:cubicBezTo>
                  <a:pt x="944582" y="1252537"/>
                  <a:pt x="941736" y="1289697"/>
                  <a:pt x="920770" y="1293735"/>
                </a:cubicBezTo>
                <a:cubicBezTo>
                  <a:pt x="907244" y="1296340"/>
                  <a:pt x="904036" y="1292092"/>
                  <a:pt x="906482" y="1274816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1518185" y="1148455"/>
                </a:moveTo>
                <a:cubicBezTo>
                  <a:pt x="1509507" y="1125840"/>
                  <a:pt x="1518228" y="1093190"/>
                  <a:pt x="1535906" y="1082108"/>
                </a:cubicBezTo>
                <a:cubicBezTo>
                  <a:pt x="1570441" y="1060459"/>
                  <a:pt x="1607806" y="1115643"/>
                  <a:pt x="1580714" y="1148286"/>
                </a:cubicBezTo>
                <a:cubicBezTo>
                  <a:pt x="1566015" y="1165997"/>
                  <a:pt x="1524959" y="1166108"/>
                  <a:pt x="1518185" y="1148455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1689639" y="1034166"/>
                </a:moveTo>
                <a:cubicBezTo>
                  <a:pt x="1680973" y="1011583"/>
                  <a:pt x="1693235" y="988776"/>
                  <a:pt x="1712089" y="992407"/>
                </a:cubicBezTo>
                <a:cubicBezTo>
                  <a:pt x="1722634" y="994438"/>
                  <a:pt x="1728787" y="1004302"/>
                  <a:pt x="1728787" y="1019175"/>
                </a:cubicBezTo>
                <a:cubicBezTo>
                  <a:pt x="1728787" y="1046327"/>
                  <a:pt x="1698723" y="1057839"/>
                  <a:pt x="1689639" y="1034166"/>
                </a:cubicBezTo>
                <a:close/>
                <a:moveTo>
                  <a:pt x="702468" y="1022134"/>
                </a:moveTo>
                <a:cubicBezTo>
                  <a:pt x="682430" y="1016897"/>
                  <a:pt x="681183" y="1006288"/>
                  <a:pt x="698880" y="991601"/>
                </a:cubicBezTo>
                <a:cubicBezTo>
                  <a:pt x="716526" y="976957"/>
                  <a:pt x="742950" y="988389"/>
                  <a:pt x="742950" y="1010669"/>
                </a:cubicBezTo>
                <a:cubicBezTo>
                  <a:pt x="742950" y="1028462"/>
                  <a:pt x="735143" y="1030673"/>
                  <a:pt x="702468" y="1022134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1486000" y="985958"/>
                </a:moveTo>
                <a:cubicBezTo>
                  <a:pt x="1470533" y="967322"/>
                  <a:pt x="1480520" y="942975"/>
                  <a:pt x="1503631" y="942975"/>
                </a:cubicBezTo>
                <a:cubicBezTo>
                  <a:pt x="1528015" y="942975"/>
                  <a:pt x="1536335" y="967378"/>
                  <a:pt x="1518152" y="985561"/>
                </a:cubicBezTo>
                <a:cubicBezTo>
                  <a:pt x="1500313" y="1003401"/>
                  <a:pt x="1500474" y="1003399"/>
                  <a:pt x="1486000" y="985958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829588" y="953972"/>
                </a:moveTo>
                <a:cubicBezTo>
                  <a:pt x="1822817" y="941320"/>
                  <a:pt x="1824209" y="930644"/>
                  <a:pt x="1834555" y="915872"/>
                </a:cubicBezTo>
                <a:cubicBezTo>
                  <a:pt x="1852391" y="890407"/>
                  <a:pt x="1872663" y="889574"/>
                  <a:pt x="1885614" y="913773"/>
                </a:cubicBezTo>
                <a:cubicBezTo>
                  <a:pt x="1898366" y="937601"/>
                  <a:pt x="1898214" y="938874"/>
                  <a:pt x="1880507" y="956582"/>
                </a:cubicBezTo>
                <a:cubicBezTo>
                  <a:pt x="1860593" y="976495"/>
                  <a:pt x="1841107" y="975497"/>
                  <a:pt x="1829588" y="953972"/>
                </a:cubicBezTo>
                <a:close/>
                <a:moveTo>
                  <a:pt x="1603578" y="909466"/>
                </a:moveTo>
                <a:cubicBezTo>
                  <a:pt x="1595038" y="887210"/>
                  <a:pt x="1619457" y="836241"/>
                  <a:pt x="1635677" y="842465"/>
                </a:cubicBezTo>
                <a:cubicBezTo>
                  <a:pt x="1643215" y="845358"/>
                  <a:pt x="1653029" y="847725"/>
                  <a:pt x="1657487" y="847725"/>
                </a:cubicBezTo>
                <a:cubicBezTo>
                  <a:pt x="1671661" y="847725"/>
                  <a:pt x="1677844" y="884377"/>
                  <a:pt x="1667067" y="904515"/>
                </a:cubicBezTo>
                <a:cubicBezTo>
                  <a:pt x="1654790" y="927455"/>
                  <a:pt x="1611769" y="930810"/>
                  <a:pt x="1603578" y="909466"/>
                </a:cubicBezTo>
                <a:close/>
                <a:moveTo>
                  <a:pt x="723900" y="867337"/>
                </a:moveTo>
                <a:cubicBezTo>
                  <a:pt x="723900" y="843322"/>
                  <a:pt x="740231" y="833611"/>
                  <a:pt x="757088" y="847601"/>
                </a:cubicBezTo>
                <a:cubicBezTo>
                  <a:pt x="774431" y="861994"/>
                  <a:pt x="764981" y="885825"/>
                  <a:pt x="741930" y="885825"/>
                </a:cubicBezTo>
                <a:cubicBezTo>
                  <a:pt x="730432" y="885825"/>
                  <a:pt x="723900" y="879126"/>
                  <a:pt x="723900" y="867337"/>
                </a:cubicBezTo>
                <a:close/>
                <a:moveTo>
                  <a:pt x="1136919" y="852487"/>
                </a:moveTo>
                <a:cubicBezTo>
                  <a:pt x="1133904" y="844629"/>
                  <a:pt x="1134205" y="830985"/>
                  <a:pt x="1137589" y="822166"/>
                </a:cubicBezTo>
                <a:cubicBezTo>
                  <a:pt x="1143148" y="807681"/>
                  <a:pt x="1145656" y="808048"/>
                  <a:pt x="1163576" y="825968"/>
                </a:cubicBezTo>
                <a:cubicBezTo>
                  <a:pt x="1184203" y="846595"/>
                  <a:pt x="1180667" y="866775"/>
                  <a:pt x="1156426" y="866775"/>
                </a:cubicBezTo>
                <a:cubicBezTo>
                  <a:pt x="1148713" y="866775"/>
                  <a:pt x="1139934" y="860345"/>
                  <a:pt x="1136919" y="852487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1424109" y="819346"/>
                </a:moveTo>
                <a:cubicBezTo>
                  <a:pt x="1411897" y="799588"/>
                  <a:pt x="1466284" y="735589"/>
                  <a:pt x="1485299" y="747341"/>
                </a:cubicBezTo>
                <a:cubicBezTo>
                  <a:pt x="1498186" y="755305"/>
                  <a:pt x="1498317" y="786422"/>
                  <a:pt x="1485564" y="810251"/>
                </a:cubicBezTo>
                <a:cubicBezTo>
                  <a:pt x="1475244" y="829535"/>
                  <a:pt x="1434163" y="835615"/>
                  <a:pt x="1424109" y="819346"/>
                </a:cubicBezTo>
                <a:close/>
                <a:moveTo>
                  <a:pt x="1775318" y="776870"/>
                </a:moveTo>
                <a:cubicBezTo>
                  <a:pt x="1767785" y="757239"/>
                  <a:pt x="1788054" y="733007"/>
                  <a:pt x="1806187" y="739965"/>
                </a:cubicBezTo>
                <a:cubicBezTo>
                  <a:pt x="1825193" y="747259"/>
                  <a:pt x="1818755" y="784809"/>
                  <a:pt x="1797814" y="788800"/>
                </a:cubicBezTo>
                <a:cubicBezTo>
                  <a:pt x="1788631" y="790550"/>
                  <a:pt x="1778507" y="785182"/>
                  <a:pt x="1775318" y="776870"/>
                </a:cubicBezTo>
                <a:close/>
                <a:moveTo>
                  <a:pt x="1925955" y="779145"/>
                </a:moveTo>
                <a:cubicBezTo>
                  <a:pt x="1890639" y="743829"/>
                  <a:pt x="1937871" y="675470"/>
                  <a:pt x="1979558" y="701563"/>
                </a:cubicBezTo>
                <a:cubicBezTo>
                  <a:pt x="1999255" y="713892"/>
                  <a:pt x="2005573" y="758396"/>
                  <a:pt x="1990246" y="776863"/>
                </a:cubicBezTo>
                <a:cubicBezTo>
                  <a:pt x="1976413" y="793531"/>
                  <a:pt x="1941577" y="794767"/>
                  <a:pt x="1925955" y="779145"/>
                </a:cubicBezTo>
                <a:close/>
                <a:moveTo>
                  <a:pt x="634836" y="767038"/>
                </a:moveTo>
                <a:cubicBezTo>
                  <a:pt x="631879" y="759331"/>
                  <a:pt x="636319" y="746166"/>
                  <a:pt x="644702" y="737782"/>
                </a:cubicBezTo>
                <a:cubicBezTo>
                  <a:pt x="663669" y="718816"/>
                  <a:pt x="690299" y="739191"/>
                  <a:pt x="680368" y="765071"/>
                </a:cubicBezTo>
                <a:cubicBezTo>
                  <a:pt x="672805" y="784779"/>
                  <a:pt x="642152" y="786103"/>
                  <a:pt x="634836" y="767038"/>
                </a:cubicBezTo>
                <a:close/>
                <a:moveTo>
                  <a:pt x="780815" y="756955"/>
                </a:moveTo>
                <a:cubicBezTo>
                  <a:pt x="764804" y="737663"/>
                  <a:pt x="783146" y="695325"/>
                  <a:pt x="807515" y="695325"/>
                </a:cubicBezTo>
                <a:cubicBezTo>
                  <a:pt x="844267" y="695325"/>
                  <a:pt x="858780" y="730533"/>
                  <a:pt x="832757" y="756557"/>
                </a:cubicBezTo>
                <a:cubicBezTo>
                  <a:pt x="813855" y="775459"/>
                  <a:pt x="796284" y="775593"/>
                  <a:pt x="780815" y="756955"/>
                </a:cubicBezTo>
                <a:close/>
                <a:moveTo>
                  <a:pt x="1025743" y="760534"/>
                </a:moveTo>
                <a:cubicBezTo>
                  <a:pt x="1005596" y="749259"/>
                  <a:pt x="1004939" y="720616"/>
                  <a:pt x="1024456" y="704418"/>
                </a:cubicBezTo>
                <a:cubicBezTo>
                  <a:pt x="1036796" y="694177"/>
                  <a:pt x="1042412" y="695279"/>
                  <a:pt x="1058165" y="711031"/>
                </a:cubicBezTo>
                <a:cubicBezTo>
                  <a:pt x="1088246" y="741113"/>
                  <a:pt x="1062173" y="780922"/>
                  <a:pt x="1025743" y="760534"/>
                </a:cubicBezTo>
                <a:close/>
                <a:moveTo>
                  <a:pt x="545092" y="705686"/>
                </a:moveTo>
                <a:cubicBezTo>
                  <a:pt x="531870" y="669203"/>
                  <a:pt x="534474" y="659378"/>
                  <a:pt x="551823" y="680283"/>
                </a:cubicBezTo>
                <a:cubicBezTo>
                  <a:pt x="558211" y="687979"/>
                  <a:pt x="561959" y="704156"/>
                  <a:pt x="560153" y="716231"/>
                </a:cubicBezTo>
                <a:cubicBezTo>
                  <a:pt x="557237" y="735733"/>
                  <a:pt x="555553" y="734554"/>
                  <a:pt x="545092" y="705686"/>
                </a:cubicBezTo>
                <a:close/>
                <a:moveTo>
                  <a:pt x="1628775" y="715962"/>
                </a:moveTo>
                <a:cubicBezTo>
                  <a:pt x="1628775" y="693491"/>
                  <a:pt x="1636781" y="685815"/>
                  <a:pt x="1653518" y="692237"/>
                </a:cubicBezTo>
                <a:cubicBezTo>
                  <a:pt x="1674589" y="700323"/>
                  <a:pt x="1670013" y="733425"/>
                  <a:pt x="1647825" y="733425"/>
                </a:cubicBezTo>
                <a:cubicBezTo>
                  <a:pt x="1635702" y="733425"/>
                  <a:pt x="1628775" y="727075"/>
                  <a:pt x="1628775" y="715962"/>
                </a:cubicBezTo>
                <a:close/>
                <a:moveTo>
                  <a:pt x="892681" y="635433"/>
                </a:moveTo>
                <a:cubicBezTo>
                  <a:pt x="885128" y="615752"/>
                  <a:pt x="899876" y="597715"/>
                  <a:pt x="920303" y="601649"/>
                </a:cubicBezTo>
                <a:cubicBezTo>
                  <a:pt x="945610" y="606523"/>
                  <a:pt x="943747" y="642147"/>
                  <a:pt x="917993" y="645822"/>
                </a:cubicBezTo>
                <a:cubicBezTo>
                  <a:pt x="906873" y="647409"/>
                  <a:pt x="895482" y="642734"/>
                  <a:pt x="892681" y="635433"/>
                </a:cubicBezTo>
                <a:close/>
                <a:moveTo>
                  <a:pt x="1733929" y="633869"/>
                </a:moveTo>
                <a:cubicBezTo>
                  <a:pt x="1719962" y="617041"/>
                  <a:pt x="1728700" y="584923"/>
                  <a:pt x="1749407" y="576978"/>
                </a:cubicBezTo>
                <a:cubicBezTo>
                  <a:pt x="1781146" y="564798"/>
                  <a:pt x="1804457" y="611082"/>
                  <a:pt x="1779270" y="636270"/>
                </a:cubicBezTo>
                <a:cubicBezTo>
                  <a:pt x="1763998" y="651541"/>
                  <a:pt x="1747887" y="650688"/>
                  <a:pt x="1733929" y="633869"/>
                </a:cubicBezTo>
                <a:close/>
                <a:moveTo>
                  <a:pt x="689244" y="604837"/>
                </a:moveTo>
                <a:cubicBezTo>
                  <a:pt x="680885" y="583053"/>
                  <a:pt x="692595" y="561975"/>
                  <a:pt x="713056" y="561975"/>
                </a:cubicBezTo>
                <a:cubicBezTo>
                  <a:pt x="723138" y="561975"/>
                  <a:pt x="733854" y="568404"/>
                  <a:pt x="736869" y="576262"/>
                </a:cubicBezTo>
                <a:cubicBezTo>
                  <a:pt x="745228" y="598046"/>
                  <a:pt x="733518" y="619125"/>
                  <a:pt x="713056" y="619125"/>
                </a:cubicBezTo>
                <a:cubicBezTo>
                  <a:pt x="702975" y="619125"/>
                  <a:pt x="692259" y="612695"/>
                  <a:pt x="689244" y="604837"/>
                </a:cubicBezTo>
                <a:close/>
                <a:moveTo>
                  <a:pt x="1872665" y="578174"/>
                </a:moveTo>
                <a:cubicBezTo>
                  <a:pt x="1861405" y="569940"/>
                  <a:pt x="1856811" y="556391"/>
                  <a:pt x="1858939" y="537692"/>
                </a:cubicBezTo>
                <a:cubicBezTo>
                  <a:pt x="1861887" y="511786"/>
                  <a:pt x="1865118" y="509587"/>
                  <a:pt x="1900237" y="509587"/>
                </a:cubicBezTo>
                <a:cubicBezTo>
                  <a:pt x="1934272" y="509587"/>
                  <a:pt x="1938646" y="512254"/>
                  <a:pt x="1941235" y="534583"/>
                </a:cubicBezTo>
                <a:cubicBezTo>
                  <a:pt x="1946293" y="578201"/>
                  <a:pt x="1906927" y="603226"/>
                  <a:pt x="1872665" y="578174"/>
                </a:cubicBezTo>
                <a:close/>
                <a:moveTo>
                  <a:pt x="1095831" y="548237"/>
                </a:moveTo>
                <a:cubicBezTo>
                  <a:pt x="1089351" y="540429"/>
                  <a:pt x="1085879" y="528549"/>
                  <a:pt x="1088116" y="521839"/>
                </a:cubicBezTo>
                <a:cubicBezTo>
                  <a:pt x="1090689" y="514119"/>
                  <a:pt x="1096550" y="517799"/>
                  <a:pt x="1104075" y="531859"/>
                </a:cubicBezTo>
                <a:cubicBezTo>
                  <a:pt x="1118078" y="558023"/>
                  <a:pt x="1112745" y="568617"/>
                  <a:pt x="1095831" y="548237"/>
                </a:cubicBezTo>
                <a:close/>
                <a:moveTo>
                  <a:pt x="552796" y="538579"/>
                </a:moveTo>
                <a:cubicBezTo>
                  <a:pt x="535868" y="518182"/>
                  <a:pt x="549146" y="504825"/>
                  <a:pt x="586349" y="504825"/>
                </a:cubicBezTo>
                <a:cubicBezTo>
                  <a:pt x="620394" y="504825"/>
                  <a:pt x="629110" y="519604"/>
                  <a:pt x="607695" y="541020"/>
                </a:cubicBezTo>
                <a:cubicBezTo>
                  <a:pt x="592174" y="556540"/>
                  <a:pt x="566765" y="555411"/>
                  <a:pt x="552796" y="538579"/>
                </a:cubicBezTo>
                <a:close/>
              </a:path>
            </a:pathLst>
          </a:custGeom>
          <a:solidFill>
            <a:srgbClr val="F9C9DF">
              <a:alpha val="75000"/>
            </a:srgbClr>
          </a:solidFill>
          <a:ln>
            <a:noFill/>
          </a:ln>
        </p:spPr>
      </p:sp>
      <p:pic>
        <p:nvPicPr>
          <p:cNvPr id="9" name="butterfly" descr="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3457575" y="2079878"/>
            <a:ext cx="2571750" cy="2009775"/>
          </a:xfrm>
          <a:prstGeom prst="rect">
            <a:avLst/>
          </a:prstGeom>
        </p:spPr>
      </p:pic>
      <p:sp>
        <p:nvSpPr>
          <p:cNvPr id="10" name="butterfly pattern"/>
          <p:cNvSpPr/>
          <p:nvPr/>
        </p:nvSpPr>
        <p:spPr>
          <a:xfrm rot="300000">
            <a:off x="3457575" y="2079877"/>
            <a:ext cx="2571750" cy="2009775"/>
          </a:xfrm>
          <a:custGeom>
            <a:avLst/>
            <a:gdLst/>
            <a:ahLst/>
            <a:cxnLst/>
            <a:rect l="0" t="0" r="r" b="b"/>
            <a:pathLst>
              <a:path w="2571750" h="2009775">
                <a:moveTo>
                  <a:pt x="920166" y="1497050"/>
                </a:moveTo>
                <a:cubicBezTo>
                  <a:pt x="910767" y="1481842"/>
                  <a:pt x="942564" y="1461925"/>
                  <a:pt x="959344" y="1472510"/>
                </a:cubicBezTo>
                <a:cubicBezTo>
                  <a:pt x="967469" y="1477635"/>
                  <a:pt x="973673" y="1485959"/>
                  <a:pt x="973129" y="1491008"/>
                </a:cubicBezTo>
                <a:cubicBezTo>
                  <a:pt x="971804" y="1503324"/>
                  <a:pt x="927189" y="1508413"/>
                  <a:pt x="920166" y="1497050"/>
                </a:cubicBezTo>
                <a:close/>
                <a:moveTo>
                  <a:pt x="1048751" y="1434719"/>
                </a:moveTo>
                <a:cubicBezTo>
                  <a:pt x="1034022" y="1416971"/>
                  <a:pt x="1045589" y="1390650"/>
                  <a:pt x="1068118" y="1390650"/>
                </a:cubicBezTo>
                <a:cubicBezTo>
                  <a:pt x="1091229" y="1390650"/>
                  <a:pt x="1101216" y="1414997"/>
                  <a:pt x="1085749" y="1433633"/>
                </a:cubicBezTo>
                <a:cubicBezTo>
                  <a:pt x="1071153" y="1451220"/>
                  <a:pt x="1062653" y="1451470"/>
                  <a:pt x="1048751" y="1434719"/>
                </a:cubicBezTo>
                <a:close/>
                <a:moveTo>
                  <a:pt x="1489344" y="1423987"/>
                </a:moveTo>
                <a:cubicBezTo>
                  <a:pt x="1480985" y="1402203"/>
                  <a:pt x="1492695" y="1381125"/>
                  <a:pt x="1513156" y="1381125"/>
                </a:cubicBezTo>
                <a:cubicBezTo>
                  <a:pt x="1535685" y="1381125"/>
                  <a:pt x="1547252" y="1407446"/>
                  <a:pt x="1532523" y="1425194"/>
                </a:cubicBezTo>
                <a:cubicBezTo>
                  <a:pt x="1518192" y="1442461"/>
                  <a:pt x="1496197" y="1441847"/>
                  <a:pt x="1489344" y="1423987"/>
                </a:cubicBezTo>
                <a:close/>
                <a:moveTo>
                  <a:pt x="800100" y="1390650"/>
                </a:moveTo>
                <a:cubicBezTo>
                  <a:pt x="789622" y="1380172"/>
                  <a:pt x="781050" y="1365170"/>
                  <a:pt x="781050" y="1357312"/>
                </a:cubicBezTo>
                <a:cubicBezTo>
                  <a:pt x="781050" y="1336892"/>
                  <a:pt x="815789" y="1304925"/>
                  <a:pt x="837980" y="1304925"/>
                </a:cubicBezTo>
                <a:cubicBezTo>
                  <a:pt x="883229" y="1304925"/>
                  <a:pt x="895279" y="1387198"/>
                  <a:pt x="852438" y="1403638"/>
                </a:cubicBezTo>
                <a:cubicBezTo>
                  <a:pt x="828020" y="1413008"/>
                  <a:pt x="820622" y="1411172"/>
                  <a:pt x="800100" y="1390650"/>
                </a:cubicBezTo>
                <a:close/>
                <a:moveTo>
                  <a:pt x="1649730" y="1379220"/>
                </a:moveTo>
                <a:cubicBezTo>
                  <a:pt x="1623031" y="1352521"/>
                  <a:pt x="1649003" y="1307494"/>
                  <a:pt x="1684587" y="1318788"/>
                </a:cubicBezTo>
                <a:cubicBezTo>
                  <a:pt x="1708593" y="1326407"/>
                  <a:pt x="1717056" y="1349025"/>
                  <a:pt x="1704605" y="1372290"/>
                </a:cubicBezTo>
                <a:cubicBezTo>
                  <a:pt x="1693522" y="1392998"/>
                  <a:pt x="1666873" y="1396363"/>
                  <a:pt x="1649730" y="1379220"/>
                </a:cubicBezTo>
                <a:close/>
                <a:moveTo>
                  <a:pt x="1365766" y="1357015"/>
                </a:moveTo>
                <a:cubicBezTo>
                  <a:pt x="1357078" y="1343754"/>
                  <a:pt x="1352182" y="1330692"/>
                  <a:pt x="1354888" y="1327986"/>
                </a:cubicBezTo>
                <a:cubicBezTo>
                  <a:pt x="1362291" y="1320583"/>
                  <a:pt x="1390650" y="1351930"/>
                  <a:pt x="1390650" y="1367517"/>
                </a:cubicBezTo>
                <a:cubicBezTo>
                  <a:pt x="1390650" y="1387272"/>
                  <a:pt x="1383658" y="1384321"/>
                  <a:pt x="1365766" y="1357015"/>
                </a:cubicBezTo>
                <a:close/>
                <a:moveTo>
                  <a:pt x="1809750" y="1323676"/>
                </a:moveTo>
                <a:cubicBezTo>
                  <a:pt x="1809750" y="1305129"/>
                  <a:pt x="1833603" y="1287503"/>
                  <a:pt x="1844270" y="1298170"/>
                </a:cubicBezTo>
                <a:cubicBezTo>
                  <a:pt x="1851427" y="1305327"/>
                  <a:pt x="1830139" y="1343025"/>
                  <a:pt x="1818939" y="1343025"/>
                </a:cubicBezTo>
                <a:cubicBezTo>
                  <a:pt x="1813885" y="1343025"/>
                  <a:pt x="1809750" y="1334317"/>
                  <a:pt x="1809750" y="1323676"/>
                </a:cubicBezTo>
                <a:close/>
                <a:moveTo>
                  <a:pt x="946643" y="1319795"/>
                </a:moveTo>
                <a:cubicBezTo>
                  <a:pt x="939110" y="1300164"/>
                  <a:pt x="959379" y="1275932"/>
                  <a:pt x="977512" y="1282890"/>
                </a:cubicBezTo>
                <a:cubicBezTo>
                  <a:pt x="996518" y="1290184"/>
                  <a:pt x="990080" y="1327734"/>
                  <a:pt x="969139" y="1331725"/>
                </a:cubicBezTo>
                <a:cubicBezTo>
                  <a:pt x="959956" y="1333475"/>
                  <a:pt x="949832" y="1328107"/>
                  <a:pt x="946643" y="1319795"/>
                </a:cubicBezTo>
                <a:close/>
                <a:moveTo>
                  <a:pt x="1089294" y="1262062"/>
                </a:moveTo>
                <a:cubicBezTo>
                  <a:pt x="1081748" y="1242398"/>
                  <a:pt x="1091979" y="1219200"/>
                  <a:pt x="1108197" y="1219200"/>
                </a:cubicBezTo>
                <a:cubicBezTo>
                  <a:pt x="1127694" y="1219200"/>
                  <a:pt x="1144282" y="1242875"/>
                  <a:pt x="1137382" y="1260855"/>
                </a:cubicBezTo>
                <a:cubicBezTo>
                  <a:pt x="1129915" y="1280314"/>
                  <a:pt x="1096619" y="1281150"/>
                  <a:pt x="1089294" y="1262062"/>
                </a:cubicBezTo>
                <a:close/>
                <a:moveTo>
                  <a:pt x="1499311" y="1233487"/>
                </a:moveTo>
                <a:cubicBezTo>
                  <a:pt x="1484858" y="1211428"/>
                  <a:pt x="1484858" y="1207921"/>
                  <a:pt x="1499311" y="1185862"/>
                </a:cubicBezTo>
                <a:cubicBezTo>
                  <a:pt x="1525308" y="1146186"/>
                  <a:pt x="1581150" y="1161363"/>
                  <a:pt x="1581150" y="1208105"/>
                </a:cubicBezTo>
                <a:cubicBezTo>
                  <a:pt x="1581150" y="1259749"/>
                  <a:pt x="1527434" y="1276408"/>
                  <a:pt x="1499311" y="1233487"/>
                </a:cubicBezTo>
                <a:close/>
                <a:moveTo>
                  <a:pt x="787679" y="1225391"/>
                </a:moveTo>
                <a:cubicBezTo>
                  <a:pt x="779731" y="1204680"/>
                  <a:pt x="803795" y="1176825"/>
                  <a:pt x="823203" y="1184272"/>
                </a:cubicBezTo>
                <a:cubicBezTo>
                  <a:pt x="846560" y="1193235"/>
                  <a:pt x="838998" y="1232694"/>
                  <a:pt x="813218" y="1236372"/>
                </a:cubicBezTo>
                <a:cubicBezTo>
                  <a:pt x="802098" y="1237959"/>
                  <a:pt x="790605" y="1233017"/>
                  <a:pt x="787679" y="1225391"/>
                </a:cubicBezTo>
                <a:close/>
                <a:moveTo>
                  <a:pt x="1353890" y="1225578"/>
                </a:moveTo>
                <a:cubicBezTo>
                  <a:pt x="1337706" y="1206076"/>
                  <a:pt x="1350984" y="1179523"/>
                  <a:pt x="1375193" y="1182977"/>
                </a:cubicBezTo>
                <a:cubicBezTo>
                  <a:pt x="1389607" y="1185034"/>
                  <a:pt x="1395412" y="1192662"/>
                  <a:pt x="1395412" y="1209544"/>
                </a:cubicBezTo>
                <a:cubicBezTo>
                  <a:pt x="1395412" y="1236717"/>
                  <a:pt x="1370968" y="1246156"/>
                  <a:pt x="1353890" y="1225578"/>
                </a:cubicBezTo>
                <a:close/>
                <a:moveTo>
                  <a:pt x="1209675" y="1214999"/>
                </a:moveTo>
                <a:cubicBezTo>
                  <a:pt x="1209675" y="1207450"/>
                  <a:pt x="1214149" y="1198509"/>
                  <a:pt x="1219617" y="1195129"/>
                </a:cubicBezTo>
                <a:cubicBezTo>
                  <a:pt x="1232522" y="1187153"/>
                  <a:pt x="1258869" y="1208953"/>
                  <a:pt x="1251242" y="1221296"/>
                </a:cubicBezTo>
                <a:cubicBezTo>
                  <a:pt x="1247689" y="1227044"/>
                  <a:pt x="1242179" y="1225685"/>
                  <a:pt x="1237205" y="1217835"/>
                </a:cubicBezTo>
                <a:cubicBezTo>
                  <a:pt x="1231179" y="1208326"/>
                  <a:pt x="1228978" y="1208057"/>
                  <a:pt x="1228870" y="1216818"/>
                </a:cubicBezTo>
                <a:cubicBezTo>
                  <a:pt x="1228790" y="1223367"/>
                  <a:pt x="1224438" y="1228725"/>
                  <a:pt x="1219200" y="1228725"/>
                </a:cubicBezTo>
                <a:cubicBezTo>
                  <a:pt x="1213961" y="1228725"/>
                  <a:pt x="1209675" y="1222548"/>
                  <a:pt x="1209675" y="1214999"/>
                </a:cubicBezTo>
                <a:close/>
                <a:moveTo>
                  <a:pt x="1715840" y="1197003"/>
                </a:moveTo>
                <a:cubicBezTo>
                  <a:pt x="1699656" y="1177501"/>
                  <a:pt x="1712934" y="1150948"/>
                  <a:pt x="1737143" y="1154402"/>
                </a:cubicBezTo>
                <a:cubicBezTo>
                  <a:pt x="1751557" y="1156459"/>
                  <a:pt x="1757362" y="1164087"/>
                  <a:pt x="1757362" y="1180969"/>
                </a:cubicBezTo>
                <a:cubicBezTo>
                  <a:pt x="1757362" y="1208142"/>
                  <a:pt x="1732918" y="1217581"/>
                  <a:pt x="1715840" y="1197003"/>
                </a:cubicBezTo>
                <a:close/>
                <a:moveTo>
                  <a:pt x="975855" y="1167451"/>
                </a:moveTo>
                <a:cubicBezTo>
                  <a:pt x="958575" y="1141079"/>
                  <a:pt x="970414" y="1104900"/>
                  <a:pt x="996323" y="1104900"/>
                </a:cubicBezTo>
                <a:cubicBezTo>
                  <a:pt x="1041411" y="1104900"/>
                  <a:pt x="1062537" y="1145901"/>
                  <a:pt x="1032782" y="1175657"/>
                </a:cubicBezTo>
                <a:cubicBezTo>
                  <a:pt x="1011573" y="1196865"/>
                  <a:pt x="993412" y="1194247"/>
                  <a:pt x="975855" y="1167451"/>
                </a:cubicBezTo>
                <a:close/>
                <a:moveTo>
                  <a:pt x="858709" y="1112074"/>
                </a:moveTo>
                <a:cubicBezTo>
                  <a:pt x="843141" y="1096506"/>
                  <a:pt x="845092" y="1067212"/>
                  <a:pt x="862133" y="1060672"/>
                </a:cubicBezTo>
                <a:cubicBezTo>
                  <a:pt x="878926" y="1054228"/>
                  <a:pt x="904875" y="1072909"/>
                  <a:pt x="904875" y="1091443"/>
                </a:cubicBezTo>
                <a:cubicBezTo>
                  <a:pt x="904875" y="1110761"/>
                  <a:pt x="872060" y="1125425"/>
                  <a:pt x="858709" y="1112074"/>
                </a:cubicBezTo>
                <a:close/>
                <a:moveTo>
                  <a:pt x="1238752" y="1100742"/>
                </a:moveTo>
                <a:cubicBezTo>
                  <a:pt x="1231907" y="1092495"/>
                  <a:pt x="1229107" y="1076099"/>
                  <a:pt x="1232341" y="1063211"/>
                </a:cubicBezTo>
                <a:cubicBezTo>
                  <a:pt x="1245075" y="1012476"/>
                  <a:pt x="1308183" y="1026859"/>
                  <a:pt x="1303100" y="1079339"/>
                </a:cubicBezTo>
                <a:cubicBezTo>
                  <a:pt x="1299729" y="1114129"/>
                  <a:pt x="1260650" y="1127128"/>
                  <a:pt x="1238752" y="1100742"/>
                </a:cubicBezTo>
                <a:close/>
                <a:moveTo>
                  <a:pt x="1428850" y="1100258"/>
                </a:moveTo>
                <a:cubicBezTo>
                  <a:pt x="1413321" y="1081547"/>
                  <a:pt x="1423404" y="1057275"/>
                  <a:pt x="1446707" y="1057275"/>
                </a:cubicBezTo>
                <a:cubicBezTo>
                  <a:pt x="1468951" y="1057275"/>
                  <a:pt x="1477000" y="1074867"/>
                  <a:pt x="1465227" y="1097756"/>
                </a:cubicBezTo>
                <a:cubicBezTo>
                  <a:pt x="1454739" y="1118149"/>
                  <a:pt x="1444294" y="1118867"/>
                  <a:pt x="1428850" y="1100258"/>
                </a:cubicBezTo>
                <a:close/>
                <a:moveTo>
                  <a:pt x="1602224" y="1093589"/>
                </a:moveTo>
                <a:cubicBezTo>
                  <a:pt x="1586595" y="1077960"/>
                  <a:pt x="1587701" y="1062075"/>
                  <a:pt x="1605440" y="1047353"/>
                </a:cubicBezTo>
                <a:cubicBezTo>
                  <a:pt x="1626561" y="1029824"/>
                  <a:pt x="1657101" y="1059489"/>
                  <a:pt x="1642220" y="1083080"/>
                </a:cubicBezTo>
                <a:cubicBezTo>
                  <a:pt x="1628842" y="1104289"/>
                  <a:pt x="1616236" y="1107601"/>
                  <a:pt x="1602224" y="1093589"/>
                </a:cubicBezTo>
                <a:close/>
                <a:moveTo>
                  <a:pt x="1144471" y="1081681"/>
                </a:moveTo>
                <a:cubicBezTo>
                  <a:pt x="1146281" y="1072943"/>
                  <a:pt x="1152048" y="1066020"/>
                  <a:pt x="1157287" y="1066296"/>
                </a:cubicBezTo>
                <a:cubicBezTo>
                  <a:pt x="1171425" y="1067043"/>
                  <a:pt x="1168828" y="1088353"/>
                  <a:pt x="1153996" y="1093296"/>
                </a:cubicBezTo>
                <a:cubicBezTo>
                  <a:pt x="1145984" y="1095967"/>
                  <a:pt x="1142414" y="1091613"/>
                  <a:pt x="1144471" y="1081681"/>
                </a:cubicBezTo>
                <a:close/>
                <a:moveTo>
                  <a:pt x="709922" y="1027242"/>
                </a:moveTo>
                <a:cubicBezTo>
                  <a:pt x="687012" y="1009221"/>
                  <a:pt x="685764" y="1005664"/>
                  <a:pt x="699625" y="997907"/>
                </a:cubicBezTo>
                <a:cubicBezTo>
                  <a:pt x="718604" y="987286"/>
                  <a:pt x="762000" y="1012175"/>
                  <a:pt x="762000" y="1033682"/>
                </a:cubicBezTo>
                <a:cubicBezTo>
                  <a:pt x="762000" y="1053759"/>
                  <a:pt x="740208" y="1051064"/>
                  <a:pt x="709922" y="1027242"/>
                </a:cubicBezTo>
                <a:close/>
                <a:moveTo>
                  <a:pt x="1731168" y="1018412"/>
                </a:moveTo>
                <a:cubicBezTo>
                  <a:pt x="1710334" y="1006276"/>
                  <a:pt x="1709210" y="959222"/>
                  <a:pt x="1729356" y="942502"/>
                </a:cubicBezTo>
                <a:cubicBezTo>
                  <a:pt x="1752453" y="923333"/>
                  <a:pt x="1794748" y="941970"/>
                  <a:pt x="1798360" y="972909"/>
                </a:cubicBezTo>
                <a:cubicBezTo>
                  <a:pt x="1803265" y="1014911"/>
                  <a:pt x="1767149" y="1039368"/>
                  <a:pt x="1731168" y="1018412"/>
                </a:cubicBezTo>
                <a:close/>
                <a:moveTo>
                  <a:pt x="1062717" y="994682"/>
                </a:moveTo>
                <a:cubicBezTo>
                  <a:pt x="1036342" y="968307"/>
                  <a:pt x="1047309" y="923925"/>
                  <a:pt x="1080201" y="923925"/>
                </a:cubicBezTo>
                <a:cubicBezTo>
                  <a:pt x="1105281" y="923925"/>
                  <a:pt x="1123950" y="940705"/>
                  <a:pt x="1123950" y="963249"/>
                </a:cubicBezTo>
                <a:cubicBezTo>
                  <a:pt x="1123950" y="980433"/>
                  <a:pt x="1099960" y="1009650"/>
                  <a:pt x="1085850" y="1009650"/>
                </a:cubicBezTo>
                <a:cubicBezTo>
                  <a:pt x="1081359" y="1009650"/>
                  <a:pt x="1070950" y="1002914"/>
                  <a:pt x="1062717" y="994682"/>
                </a:cubicBezTo>
                <a:close/>
                <a:moveTo>
                  <a:pt x="1329599" y="965600"/>
                </a:moveTo>
                <a:cubicBezTo>
                  <a:pt x="1321520" y="944546"/>
                  <a:pt x="1345982" y="919366"/>
                  <a:pt x="1366766" y="927342"/>
                </a:cubicBezTo>
                <a:cubicBezTo>
                  <a:pt x="1376435" y="931052"/>
                  <a:pt x="1381290" y="941609"/>
                  <a:pt x="1379411" y="954838"/>
                </a:cubicBezTo>
                <a:cubicBezTo>
                  <a:pt x="1375613" y="981585"/>
                  <a:pt x="1338787" y="989541"/>
                  <a:pt x="1329599" y="965600"/>
                </a:cubicBezTo>
                <a:close/>
                <a:moveTo>
                  <a:pt x="864001" y="965601"/>
                </a:moveTo>
                <a:cubicBezTo>
                  <a:pt x="851086" y="952686"/>
                  <a:pt x="857363" y="924534"/>
                  <a:pt x="875299" y="914935"/>
                </a:cubicBezTo>
                <a:cubicBezTo>
                  <a:pt x="896908" y="903370"/>
                  <a:pt x="917830" y="922792"/>
                  <a:pt x="912707" y="949661"/>
                </a:cubicBezTo>
                <a:cubicBezTo>
                  <a:pt x="909388" y="967074"/>
                  <a:pt x="876302" y="977902"/>
                  <a:pt x="864001" y="965601"/>
                </a:cubicBezTo>
                <a:close/>
                <a:moveTo>
                  <a:pt x="1510392" y="956582"/>
                </a:moveTo>
                <a:cubicBezTo>
                  <a:pt x="1491941" y="938130"/>
                  <a:pt x="1491493" y="923417"/>
                  <a:pt x="1508669" y="899928"/>
                </a:cubicBezTo>
                <a:cubicBezTo>
                  <a:pt x="1526931" y="874953"/>
                  <a:pt x="1571625" y="893872"/>
                  <a:pt x="1571625" y="926578"/>
                </a:cubicBezTo>
                <a:cubicBezTo>
                  <a:pt x="1571625" y="967710"/>
                  <a:pt x="1537998" y="984187"/>
                  <a:pt x="1510392" y="956582"/>
                </a:cubicBezTo>
                <a:close/>
                <a:moveTo>
                  <a:pt x="653973" y="891091"/>
                </a:moveTo>
                <a:cubicBezTo>
                  <a:pt x="644823" y="867246"/>
                  <a:pt x="657801" y="846454"/>
                  <a:pt x="679868" y="849602"/>
                </a:cubicBezTo>
                <a:cubicBezTo>
                  <a:pt x="694316" y="851664"/>
                  <a:pt x="700087" y="859284"/>
                  <a:pt x="700087" y="876300"/>
                </a:cubicBezTo>
                <a:cubicBezTo>
                  <a:pt x="700087" y="904052"/>
                  <a:pt x="663456" y="915802"/>
                  <a:pt x="653973" y="891091"/>
                </a:cubicBezTo>
                <a:close/>
                <a:moveTo>
                  <a:pt x="1230409" y="876308"/>
                </a:moveTo>
                <a:cubicBezTo>
                  <a:pt x="1219432" y="845493"/>
                  <a:pt x="1219708" y="844151"/>
                  <a:pt x="1234071" y="858513"/>
                </a:cubicBezTo>
                <a:cubicBezTo>
                  <a:pt x="1242614" y="867057"/>
                  <a:pt x="1247957" y="882055"/>
                  <a:pt x="1245943" y="891842"/>
                </a:cubicBezTo>
                <a:cubicBezTo>
                  <a:pt x="1243228" y="905036"/>
                  <a:pt x="1239212" y="901019"/>
                  <a:pt x="1230409" y="876308"/>
                </a:cubicBezTo>
                <a:close/>
                <a:moveTo>
                  <a:pt x="1920875" y="898525"/>
                </a:moveTo>
                <a:cubicBezTo>
                  <a:pt x="1908812" y="886462"/>
                  <a:pt x="1914572" y="847108"/>
                  <a:pt x="1929223" y="841486"/>
                </a:cubicBezTo>
                <a:cubicBezTo>
                  <a:pt x="1950374" y="833370"/>
                  <a:pt x="1955318" y="842352"/>
                  <a:pt x="1948012" y="875618"/>
                </a:cubicBezTo>
                <a:cubicBezTo>
                  <a:pt x="1941713" y="904295"/>
                  <a:pt x="1933542" y="911192"/>
                  <a:pt x="1920875" y="898525"/>
                </a:cubicBezTo>
                <a:close/>
                <a:moveTo>
                  <a:pt x="955698" y="851847"/>
                </a:moveTo>
                <a:cubicBezTo>
                  <a:pt x="947760" y="831159"/>
                  <a:pt x="967914" y="811704"/>
                  <a:pt x="982339" y="826129"/>
                </a:cubicBezTo>
                <a:cubicBezTo>
                  <a:pt x="994532" y="838322"/>
                  <a:pt x="986978" y="866775"/>
                  <a:pt x="971550" y="866775"/>
                </a:cubicBezTo>
                <a:cubicBezTo>
                  <a:pt x="965982" y="866775"/>
                  <a:pt x="958849" y="860057"/>
                  <a:pt x="955698" y="851847"/>
                </a:cubicBezTo>
                <a:close/>
                <a:moveTo>
                  <a:pt x="787668" y="830725"/>
                </a:moveTo>
                <a:cubicBezTo>
                  <a:pt x="766567" y="807409"/>
                  <a:pt x="767254" y="787867"/>
                  <a:pt x="789892" y="767380"/>
                </a:cubicBezTo>
                <a:cubicBezTo>
                  <a:pt x="814013" y="745551"/>
                  <a:pt x="845794" y="755755"/>
                  <a:pt x="853867" y="787921"/>
                </a:cubicBezTo>
                <a:cubicBezTo>
                  <a:pt x="865884" y="835798"/>
                  <a:pt x="819437" y="865830"/>
                  <a:pt x="787668" y="830725"/>
                </a:cubicBezTo>
                <a:close/>
                <a:moveTo>
                  <a:pt x="1609401" y="833047"/>
                </a:moveTo>
                <a:cubicBezTo>
                  <a:pt x="1593316" y="813665"/>
                  <a:pt x="1608160" y="785812"/>
                  <a:pt x="1634575" y="785812"/>
                </a:cubicBezTo>
                <a:cubicBezTo>
                  <a:pt x="1648220" y="785812"/>
                  <a:pt x="1652587" y="792708"/>
                  <a:pt x="1652587" y="814257"/>
                </a:cubicBezTo>
                <a:cubicBezTo>
                  <a:pt x="1652587" y="847129"/>
                  <a:pt x="1629445" y="857198"/>
                  <a:pt x="1609401" y="833047"/>
                </a:cubicBezTo>
                <a:close/>
                <a:moveTo>
                  <a:pt x="1768475" y="822325"/>
                </a:moveTo>
                <a:cubicBezTo>
                  <a:pt x="1758474" y="812324"/>
                  <a:pt x="1761061" y="782831"/>
                  <a:pt x="1772564" y="775722"/>
                </a:cubicBezTo>
                <a:cubicBezTo>
                  <a:pt x="1791147" y="764237"/>
                  <a:pt x="1814954" y="796639"/>
                  <a:pt x="1800621" y="813909"/>
                </a:cubicBezTo>
                <a:cubicBezTo>
                  <a:pt x="1787342" y="829909"/>
                  <a:pt x="1778400" y="832250"/>
                  <a:pt x="1768475" y="822325"/>
                </a:cubicBezTo>
                <a:close/>
                <a:moveTo>
                  <a:pt x="1871149" y="732595"/>
                </a:moveTo>
                <a:cubicBezTo>
                  <a:pt x="1867629" y="726899"/>
                  <a:pt x="1869146" y="717843"/>
                  <a:pt x="1874520" y="712470"/>
                </a:cubicBezTo>
                <a:cubicBezTo>
                  <a:pt x="1886537" y="700452"/>
                  <a:pt x="1905000" y="710601"/>
                  <a:pt x="1905000" y="729224"/>
                </a:cubicBezTo>
                <a:cubicBezTo>
                  <a:pt x="1905000" y="745261"/>
                  <a:pt x="1880486" y="747701"/>
                  <a:pt x="1871149" y="732595"/>
                </a:cubicBezTo>
                <a:close/>
                <a:moveTo>
                  <a:pt x="1990725" y="726886"/>
                </a:moveTo>
                <a:cubicBezTo>
                  <a:pt x="1990725" y="716049"/>
                  <a:pt x="1997154" y="701846"/>
                  <a:pt x="2005012" y="695325"/>
                </a:cubicBezTo>
                <a:cubicBezTo>
                  <a:pt x="2024406" y="679229"/>
                  <a:pt x="2024192" y="702343"/>
                  <a:pt x="2004709" y="728101"/>
                </a:cubicBezTo>
                <a:cubicBezTo>
                  <a:pt x="1990961" y="746277"/>
                  <a:pt x="1990725" y="746257"/>
                  <a:pt x="1990725" y="726886"/>
                </a:cubicBezTo>
                <a:close/>
                <a:moveTo>
                  <a:pt x="914500" y="709733"/>
                </a:moveTo>
                <a:cubicBezTo>
                  <a:pt x="902707" y="695524"/>
                  <a:pt x="907296" y="666485"/>
                  <a:pt x="921244" y="667052"/>
                </a:cubicBezTo>
                <a:cubicBezTo>
                  <a:pt x="939259" y="667786"/>
                  <a:pt x="963982" y="695535"/>
                  <a:pt x="958756" y="709154"/>
                </a:cubicBezTo>
                <a:cubicBezTo>
                  <a:pt x="951584" y="727844"/>
                  <a:pt x="929768" y="728129"/>
                  <a:pt x="914500" y="709733"/>
                </a:cubicBezTo>
                <a:close/>
                <a:moveTo>
                  <a:pt x="653324" y="679850"/>
                </a:moveTo>
                <a:cubicBezTo>
                  <a:pt x="645245" y="658796"/>
                  <a:pt x="669707" y="633616"/>
                  <a:pt x="690491" y="641592"/>
                </a:cubicBezTo>
                <a:cubicBezTo>
                  <a:pt x="700160" y="645302"/>
                  <a:pt x="705015" y="655859"/>
                  <a:pt x="703136" y="669088"/>
                </a:cubicBezTo>
                <a:cubicBezTo>
                  <a:pt x="699338" y="695835"/>
                  <a:pt x="662512" y="703791"/>
                  <a:pt x="653324" y="679850"/>
                </a:cubicBezTo>
                <a:close/>
                <a:moveTo>
                  <a:pt x="1701541" y="679191"/>
                </a:moveTo>
                <a:cubicBezTo>
                  <a:pt x="1690157" y="667807"/>
                  <a:pt x="1695390" y="647700"/>
                  <a:pt x="1709737" y="647700"/>
                </a:cubicBezTo>
                <a:cubicBezTo>
                  <a:pt x="1717595" y="647700"/>
                  <a:pt x="1724025" y="653876"/>
                  <a:pt x="1724025" y="661425"/>
                </a:cubicBezTo>
                <a:cubicBezTo>
                  <a:pt x="1724025" y="677338"/>
                  <a:pt x="1710430" y="688080"/>
                  <a:pt x="1701541" y="679191"/>
                </a:cubicBezTo>
                <a:close/>
                <a:moveTo>
                  <a:pt x="515163" y="636415"/>
                </a:moveTo>
                <a:cubicBezTo>
                  <a:pt x="507014" y="613038"/>
                  <a:pt x="507347" y="604364"/>
                  <a:pt x="516617" y="598504"/>
                </a:cubicBezTo>
                <a:cubicBezTo>
                  <a:pt x="532738" y="588313"/>
                  <a:pt x="551787" y="614839"/>
                  <a:pt x="545530" y="638766"/>
                </a:cubicBezTo>
                <a:cubicBezTo>
                  <a:pt x="537494" y="669495"/>
                  <a:pt x="526396" y="668636"/>
                  <a:pt x="515163" y="636415"/>
                </a:cubicBezTo>
                <a:close/>
                <a:moveTo>
                  <a:pt x="1805667" y="642257"/>
                </a:moveTo>
                <a:cubicBezTo>
                  <a:pt x="1788115" y="624705"/>
                  <a:pt x="1787164" y="614954"/>
                  <a:pt x="1800560" y="589923"/>
                </a:cubicBezTo>
                <a:cubicBezTo>
                  <a:pt x="1817721" y="557858"/>
                  <a:pt x="1876425" y="576768"/>
                  <a:pt x="1876425" y="614362"/>
                </a:cubicBezTo>
                <a:cubicBezTo>
                  <a:pt x="1876425" y="631039"/>
                  <a:pt x="1850239" y="657225"/>
                  <a:pt x="1833562" y="657225"/>
                </a:cubicBezTo>
                <a:cubicBezTo>
                  <a:pt x="1826452" y="657225"/>
                  <a:pt x="1813900" y="650489"/>
                  <a:pt x="1805667" y="642257"/>
                </a:cubicBezTo>
                <a:close/>
                <a:moveTo>
                  <a:pt x="766074" y="595598"/>
                </a:moveTo>
                <a:cubicBezTo>
                  <a:pt x="744131" y="562110"/>
                  <a:pt x="755907" y="554361"/>
                  <a:pt x="795962" y="575933"/>
                </a:cubicBezTo>
                <a:cubicBezTo>
                  <a:pt x="831809" y="595238"/>
                  <a:pt x="834480" y="612582"/>
                  <a:pt x="802337" y="617327"/>
                </a:cubicBezTo>
                <a:cubicBezTo>
                  <a:pt x="789156" y="619273"/>
                  <a:pt x="776692" y="611804"/>
                  <a:pt x="766074" y="595598"/>
                </a:cubicBezTo>
                <a:close/>
                <a:moveTo>
                  <a:pt x="594531" y="529117"/>
                </a:moveTo>
                <a:cubicBezTo>
                  <a:pt x="571504" y="512120"/>
                  <a:pt x="586547" y="493545"/>
                  <a:pt x="616908" y="501485"/>
                </a:cubicBezTo>
                <a:cubicBezTo>
                  <a:pt x="641186" y="507834"/>
                  <a:pt x="643736" y="516926"/>
                  <a:pt x="625487" y="532072"/>
                </a:cubicBezTo>
                <a:cubicBezTo>
                  <a:pt x="616087" y="539873"/>
                  <a:pt x="608065" y="539107"/>
                  <a:pt x="594531" y="529117"/>
                </a:cubicBezTo>
                <a:close/>
                <a:moveTo>
                  <a:pt x="1937679" y="532335"/>
                </a:moveTo>
                <a:cubicBezTo>
                  <a:pt x="1930091" y="520058"/>
                  <a:pt x="1949867" y="505182"/>
                  <a:pt x="1974056" y="504970"/>
                </a:cubicBezTo>
                <a:cubicBezTo>
                  <a:pt x="1993452" y="504801"/>
                  <a:pt x="1995520" y="515269"/>
                  <a:pt x="1979295" y="531495"/>
                </a:cubicBezTo>
                <a:cubicBezTo>
                  <a:pt x="1964976" y="545813"/>
                  <a:pt x="1946243" y="546191"/>
                  <a:pt x="1937679" y="532335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pic>
        <p:nvPicPr>
          <p:cNvPr id="11" name="butterfly" descr="0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257675" y="1836990"/>
            <a:ext cx="2571750" cy="2495550"/>
          </a:xfrm>
          <a:prstGeom prst="rect">
            <a:avLst/>
          </a:prstGeom>
        </p:spPr>
      </p:pic>
      <p:sp>
        <p:nvSpPr>
          <p:cNvPr id="12" name="butterfly pattern"/>
          <p:cNvSpPr/>
          <p:nvPr/>
        </p:nvSpPr>
        <p:spPr>
          <a:xfrm rot="-300000">
            <a:off x="4257675" y="1836990"/>
            <a:ext cx="2571750" cy="2495550"/>
          </a:xfrm>
          <a:custGeom>
            <a:avLst/>
            <a:gdLst/>
            <a:ahLst/>
            <a:cxnLst/>
            <a:rect l="0" t="0" r="r" b="b"/>
            <a:pathLst>
              <a:path w="2571750" h="2495550">
                <a:moveTo>
                  <a:pt x="1333130" y="1849833"/>
                </a:moveTo>
                <a:cubicBezTo>
                  <a:pt x="1324120" y="1804038"/>
                  <a:pt x="1316929" y="1791003"/>
                  <a:pt x="1290796" y="1773096"/>
                </a:cubicBezTo>
                <a:cubicBezTo>
                  <a:pt x="1273481" y="1761232"/>
                  <a:pt x="1257283" y="1740898"/>
                  <a:pt x="1254800" y="1727909"/>
                </a:cubicBezTo>
                <a:lnTo>
                  <a:pt x="1250286" y="1704293"/>
                </a:lnTo>
                <a:lnTo>
                  <a:pt x="1337028" y="1707015"/>
                </a:lnTo>
                <a:cubicBezTo>
                  <a:pt x="1407932" y="1709240"/>
                  <a:pt x="1424306" y="1712546"/>
                  <a:pt x="1426711" y="1725125"/>
                </a:cubicBezTo>
                <a:cubicBezTo>
                  <a:pt x="1428731" y="1735689"/>
                  <a:pt x="1420522" y="1742339"/>
                  <a:pt x="1400521" y="1746339"/>
                </a:cubicBezTo>
                <a:cubicBezTo>
                  <a:pt x="1360292" y="1754385"/>
                  <a:pt x="1347740" y="1784906"/>
                  <a:pt x="1360347" y="1844020"/>
                </a:cubicBezTo>
                <a:cubicBezTo>
                  <a:pt x="1365750" y="1869353"/>
                  <a:pt x="1368096" y="1893437"/>
                  <a:pt x="1365561" y="1897540"/>
                </a:cubicBezTo>
                <a:cubicBezTo>
                  <a:pt x="1353888" y="1916427"/>
                  <a:pt x="1343113" y="1900578"/>
                  <a:pt x="1333130" y="1849833"/>
                </a:cubicBezTo>
                <a:close/>
                <a:moveTo>
                  <a:pt x="504825" y="1867231"/>
                </a:moveTo>
                <a:cubicBezTo>
                  <a:pt x="504825" y="1840399"/>
                  <a:pt x="668717" y="1695450"/>
                  <a:pt x="699056" y="1695450"/>
                </a:cubicBezTo>
                <a:cubicBezTo>
                  <a:pt x="724927" y="1695450"/>
                  <a:pt x="717268" y="1706453"/>
                  <a:pt x="631229" y="1792892"/>
                </a:cubicBezTo>
                <a:cubicBezTo>
                  <a:pt x="554901" y="1869576"/>
                  <a:pt x="504825" y="1899026"/>
                  <a:pt x="504825" y="1867231"/>
                </a:cubicBezTo>
                <a:close/>
                <a:moveTo>
                  <a:pt x="752475" y="1563201"/>
                </a:moveTo>
                <a:cubicBezTo>
                  <a:pt x="752475" y="1551975"/>
                  <a:pt x="747265" y="1534449"/>
                  <a:pt x="740898" y="1524253"/>
                </a:cubicBezTo>
                <a:cubicBezTo>
                  <a:pt x="731812" y="1509704"/>
                  <a:pt x="731812" y="1498827"/>
                  <a:pt x="740898" y="1473700"/>
                </a:cubicBezTo>
                <a:cubicBezTo>
                  <a:pt x="747265" y="1456091"/>
                  <a:pt x="752475" y="1434420"/>
                  <a:pt x="752475" y="1425541"/>
                </a:cubicBezTo>
                <a:cubicBezTo>
                  <a:pt x="752475" y="1413874"/>
                  <a:pt x="759738" y="1409861"/>
                  <a:pt x="778668" y="1411069"/>
                </a:cubicBezTo>
                <a:cubicBezTo>
                  <a:pt x="793075" y="1411989"/>
                  <a:pt x="849387" y="1409409"/>
                  <a:pt x="903807" y="1405337"/>
                </a:cubicBezTo>
                <a:lnTo>
                  <a:pt x="1002753" y="1397931"/>
                </a:lnTo>
                <a:lnTo>
                  <a:pt x="996291" y="1423676"/>
                </a:lnTo>
                <a:cubicBezTo>
                  <a:pt x="988082" y="1456384"/>
                  <a:pt x="997248" y="1485900"/>
                  <a:pt x="1015616" y="1485900"/>
                </a:cubicBezTo>
                <a:cubicBezTo>
                  <a:pt x="1023430" y="1485900"/>
                  <a:pt x="1027529" y="1482186"/>
                  <a:pt x="1024724" y="1477647"/>
                </a:cubicBezTo>
                <a:cubicBezTo>
                  <a:pt x="1021919" y="1473109"/>
                  <a:pt x="1028587" y="1461322"/>
                  <a:pt x="1039542" y="1451454"/>
                </a:cubicBezTo>
                <a:cubicBezTo>
                  <a:pt x="1050497" y="1441586"/>
                  <a:pt x="1063103" y="1423988"/>
                  <a:pt x="1067556" y="1412347"/>
                </a:cubicBezTo>
                <a:cubicBezTo>
                  <a:pt x="1076636" y="1388606"/>
                  <a:pt x="1112393" y="1376159"/>
                  <a:pt x="1146745" y="1384781"/>
                </a:cubicBezTo>
                <a:lnTo>
                  <a:pt x="1169540" y="1390502"/>
                </a:lnTo>
                <a:lnTo>
                  <a:pt x="1135984" y="1469157"/>
                </a:lnTo>
                <a:cubicBezTo>
                  <a:pt x="1117529" y="1512417"/>
                  <a:pt x="1099520" y="1551062"/>
                  <a:pt x="1095965" y="1555035"/>
                </a:cubicBezTo>
                <a:cubicBezTo>
                  <a:pt x="1092410" y="1559008"/>
                  <a:pt x="1040459" y="1563937"/>
                  <a:pt x="980519" y="1565989"/>
                </a:cubicBezTo>
                <a:cubicBezTo>
                  <a:pt x="920579" y="1568041"/>
                  <a:pt x="844748" y="1572845"/>
                  <a:pt x="812006" y="1576665"/>
                </a:cubicBezTo>
                <a:cubicBezTo>
                  <a:pt x="755342" y="1583276"/>
                  <a:pt x="752475" y="1582627"/>
                  <a:pt x="752475" y="1563201"/>
                </a:cubicBezTo>
                <a:close/>
                <a:moveTo>
                  <a:pt x="1298359" y="1574302"/>
                </a:moveTo>
                <a:lnTo>
                  <a:pt x="1267982" y="1570504"/>
                </a:lnTo>
                <a:lnTo>
                  <a:pt x="1286475" y="1527361"/>
                </a:lnTo>
                <a:cubicBezTo>
                  <a:pt x="1296646" y="1503632"/>
                  <a:pt x="1307665" y="1467356"/>
                  <a:pt x="1310960" y="1446748"/>
                </a:cubicBezTo>
                <a:cubicBezTo>
                  <a:pt x="1318540" y="1399347"/>
                  <a:pt x="1319872" y="1398665"/>
                  <a:pt x="1405772" y="1398270"/>
                </a:cubicBezTo>
                <a:cubicBezTo>
                  <a:pt x="1488819" y="1397888"/>
                  <a:pt x="1492113" y="1399438"/>
                  <a:pt x="1466547" y="1426880"/>
                </a:cubicBezTo>
                <a:cubicBezTo>
                  <a:pt x="1456014" y="1438186"/>
                  <a:pt x="1444739" y="1460722"/>
                  <a:pt x="1441491" y="1476961"/>
                </a:cubicBezTo>
                <a:cubicBezTo>
                  <a:pt x="1437997" y="1494430"/>
                  <a:pt x="1432794" y="1501969"/>
                  <a:pt x="1428750" y="1495425"/>
                </a:cubicBezTo>
                <a:cubicBezTo>
                  <a:pt x="1423038" y="1486184"/>
                  <a:pt x="1410850" y="1521682"/>
                  <a:pt x="1409928" y="1550239"/>
                </a:cubicBezTo>
                <a:cubicBezTo>
                  <a:pt x="1409013" y="1578625"/>
                  <a:pt x="1464627" y="1535884"/>
                  <a:pt x="1556009" y="1437971"/>
                </a:cubicBezTo>
                <a:cubicBezTo>
                  <a:pt x="1580561" y="1411664"/>
                  <a:pt x="1588098" y="1409058"/>
                  <a:pt x="1632209" y="1411620"/>
                </a:cubicBezTo>
                <a:lnTo>
                  <a:pt x="1681162" y="1414462"/>
                </a:lnTo>
                <a:lnTo>
                  <a:pt x="1678075" y="1452562"/>
                </a:lnTo>
                <a:cubicBezTo>
                  <a:pt x="1676377" y="1473517"/>
                  <a:pt x="1669576" y="1494948"/>
                  <a:pt x="1662962" y="1500187"/>
                </a:cubicBezTo>
                <a:cubicBezTo>
                  <a:pt x="1656348" y="1505426"/>
                  <a:pt x="1645603" y="1519723"/>
                  <a:pt x="1639084" y="1531959"/>
                </a:cubicBezTo>
                <a:cubicBezTo>
                  <a:pt x="1632565" y="1544195"/>
                  <a:pt x="1624711" y="1551686"/>
                  <a:pt x="1621632" y="1548607"/>
                </a:cubicBezTo>
                <a:cubicBezTo>
                  <a:pt x="1618553" y="1545528"/>
                  <a:pt x="1609256" y="1548795"/>
                  <a:pt x="1600972" y="1555868"/>
                </a:cubicBezTo>
                <a:cubicBezTo>
                  <a:pt x="1592689" y="1562942"/>
                  <a:pt x="1577580" y="1571708"/>
                  <a:pt x="1567396" y="1575349"/>
                </a:cubicBezTo>
                <a:cubicBezTo>
                  <a:pt x="1549058" y="1581906"/>
                  <a:pt x="1549058" y="1581772"/>
                  <a:pt x="1567396" y="1561416"/>
                </a:cubicBezTo>
                <a:cubicBezTo>
                  <a:pt x="1577580" y="1550112"/>
                  <a:pt x="1595474" y="1537206"/>
                  <a:pt x="1607161" y="1532736"/>
                </a:cubicBezTo>
                <a:cubicBezTo>
                  <a:pt x="1620934" y="1527469"/>
                  <a:pt x="1626440" y="1519475"/>
                  <a:pt x="1622811" y="1510017"/>
                </a:cubicBezTo>
                <a:cubicBezTo>
                  <a:pt x="1610340" y="1477519"/>
                  <a:pt x="1563062" y="1504091"/>
                  <a:pt x="1534380" y="1559718"/>
                </a:cubicBezTo>
                <a:cubicBezTo>
                  <a:pt x="1523927" y="1579990"/>
                  <a:pt x="1518065" y="1581067"/>
                  <a:pt x="1426033" y="1579625"/>
                </a:cubicBezTo>
                <a:cubicBezTo>
                  <a:pt x="1372520" y="1578787"/>
                  <a:pt x="1315067" y="1576391"/>
                  <a:pt x="1298359" y="1574302"/>
                </a:cubicBezTo>
                <a:close/>
                <a:moveTo>
                  <a:pt x="809322" y="1511531"/>
                </a:moveTo>
                <a:cubicBezTo>
                  <a:pt x="808807" y="1476055"/>
                  <a:pt x="786033" y="1453987"/>
                  <a:pt x="762780" y="1466432"/>
                </a:cubicBezTo>
                <a:cubicBezTo>
                  <a:pt x="738043" y="1479671"/>
                  <a:pt x="737789" y="1477839"/>
                  <a:pt x="769143" y="1512262"/>
                </a:cubicBezTo>
                <a:cubicBezTo>
                  <a:pt x="797856" y="1543783"/>
                  <a:pt x="809787" y="1543567"/>
                  <a:pt x="809322" y="1511531"/>
                </a:cubicBezTo>
                <a:close/>
                <a:moveTo>
                  <a:pt x="1235634" y="1419776"/>
                </a:moveTo>
                <a:cubicBezTo>
                  <a:pt x="1229366" y="1395808"/>
                  <a:pt x="1233592" y="1392401"/>
                  <a:pt x="1262688" y="1397963"/>
                </a:cubicBezTo>
                <a:cubicBezTo>
                  <a:pt x="1285500" y="1402324"/>
                  <a:pt x="1285884" y="1403426"/>
                  <a:pt x="1270513" y="1420412"/>
                </a:cubicBezTo>
                <a:cubicBezTo>
                  <a:pt x="1249979" y="1443101"/>
                  <a:pt x="1241694" y="1442951"/>
                  <a:pt x="1235634" y="1419776"/>
                </a:cubicBezTo>
                <a:close/>
                <a:moveTo>
                  <a:pt x="1228046" y="1301738"/>
                </a:moveTo>
                <a:lnTo>
                  <a:pt x="1165456" y="1293597"/>
                </a:lnTo>
                <a:lnTo>
                  <a:pt x="1175608" y="1261161"/>
                </a:lnTo>
                <a:cubicBezTo>
                  <a:pt x="1181192" y="1243321"/>
                  <a:pt x="1190070" y="1228659"/>
                  <a:pt x="1195336" y="1228579"/>
                </a:cubicBezTo>
                <a:cubicBezTo>
                  <a:pt x="1200603" y="1228498"/>
                  <a:pt x="1198483" y="1224278"/>
                  <a:pt x="1190625" y="1219200"/>
                </a:cubicBezTo>
                <a:cubicBezTo>
                  <a:pt x="1178117" y="1211117"/>
                  <a:pt x="1178224" y="1209948"/>
                  <a:pt x="1191477" y="1209820"/>
                </a:cubicBezTo>
                <a:cubicBezTo>
                  <a:pt x="1208856" y="1209653"/>
                  <a:pt x="1232059" y="1165626"/>
                  <a:pt x="1222727" y="1150526"/>
                </a:cubicBezTo>
                <a:cubicBezTo>
                  <a:pt x="1218486" y="1143664"/>
                  <a:pt x="1229891" y="1142409"/>
                  <a:pt x="1258325" y="1146609"/>
                </a:cubicBezTo>
                <a:cubicBezTo>
                  <a:pt x="1369927" y="1163091"/>
                  <a:pt x="1419228" y="1163616"/>
                  <a:pt x="1413334" y="1148257"/>
                </a:cubicBezTo>
                <a:cubicBezTo>
                  <a:pt x="1408857" y="1136591"/>
                  <a:pt x="1414402" y="1133712"/>
                  <a:pt x="1439637" y="1134601"/>
                </a:cubicBezTo>
                <a:lnTo>
                  <a:pt x="1471612" y="1135728"/>
                </a:lnTo>
                <a:lnTo>
                  <a:pt x="1443037" y="1143000"/>
                </a:lnTo>
                <a:cubicBezTo>
                  <a:pt x="1427321" y="1146999"/>
                  <a:pt x="1422216" y="1150778"/>
                  <a:pt x="1431693" y="1151398"/>
                </a:cubicBezTo>
                <a:cubicBezTo>
                  <a:pt x="1460365" y="1153273"/>
                  <a:pt x="1439360" y="1171471"/>
                  <a:pt x="1406756" y="1173002"/>
                </a:cubicBezTo>
                <a:cubicBezTo>
                  <a:pt x="1377953" y="1174354"/>
                  <a:pt x="1377733" y="1174636"/>
                  <a:pt x="1402556" y="1178397"/>
                </a:cubicBezTo>
                <a:cubicBezTo>
                  <a:pt x="1428949" y="1182395"/>
                  <a:pt x="1437741" y="1202993"/>
                  <a:pt x="1418208" y="1215065"/>
                </a:cubicBezTo>
                <a:cubicBezTo>
                  <a:pt x="1402960" y="1224489"/>
                  <a:pt x="1427404" y="1237924"/>
                  <a:pt x="1460123" y="1238104"/>
                </a:cubicBezTo>
                <a:cubicBezTo>
                  <a:pt x="1476492" y="1238193"/>
                  <a:pt x="1485743" y="1233667"/>
                  <a:pt x="1484157" y="1226343"/>
                </a:cubicBezTo>
                <a:cubicBezTo>
                  <a:pt x="1479821" y="1206312"/>
                  <a:pt x="1512357" y="1136325"/>
                  <a:pt x="1528968" y="1129951"/>
                </a:cubicBezTo>
                <a:cubicBezTo>
                  <a:pt x="1555428" y="1119797"/>
                  <a:pt x="1559607" y="1122991"/>
                  <a:pt x="1555384" y="1150143"/>
                </a:cubicBezTo>
                <a:lnTo>
                  <a:pt x="1551310" y="1176337"/>
                </a:lnTo>
                <a:lnTo>
                  <a:pt x="1568436" y="1150143"/>
                </a:lnTo>
                <a:cubicBezTo>
                  <a:pt x="1594243" y="1110671"/>
                  <a:pt x="1613490" y="1115630"/>
                  <a:pt x="1606406" y="1159926"/>
                </a:cubicBezTo>
                <a:cubicBezTo>
                  <a:pt x="1595850" y="1225941"/>
                  <a:pt x="1567460" y="1302029"/>
                  <a:pt x="1554956" y="1297820"/>
                </a:cubicBezTo>
                <a:cubicBezTo>
                  <a:pt x="1548407" y="1295616"/>
                  <a:pt x="1543050" y="1298455"/>
                  <a:pt x="1543050" y="1304131"/>
                </a:cubicBezTo>
                <a:cubicBezTo>
                  <a:pt x="1543050" y="1310157"/>
                  <a:pt x="1523324" y="1314450"/>
                  <a:pt x="1495629" y="1314450"/>
                </a:cubicBezTo>
                <a:cubicBezTo>
                  <a:pt x="1448368" y="1314450"/>
                  <a:pt x="1448245" y="1314368"/>
                  <a:pt x="1459175" y="1290379"/>
                </a:cubicBezTo>
                <a:cubicBezTo>
                  <a:pt x="1482772" y="1238590"/>
                  <a:pt x="1423412" y="1227595"/>
                  <a:pt x="1395701" y="1278621"/>
                </a:cubicBezTo>
                <a:cubicBezTo>
                  <a:pt x="1374103" y="1318390"/>
                  <a:pt x="1365349" y="1319597"/>
                  <a:pt x="1228046" y="1301738"/>
                </a:cubicBezTo>
                <a:close/>
                <a:moveTo>
                  <a:pt x="1638300" y="1285762"/>
                </a:moveTo>
                <a:cubicBezTo>
                  <a:pt x="1638300" y="1276629"/>
                  <a:pt x="1644832" y="1263735"/>
                  <a:pt x="1652817" y="1257108"/>
                </a:cubicBezTo>
                <a:cubicBezTo>
                  <a:pt x="1660802" y="1250482"/>
                  <a:pt x="1665125" y="1242850"/>
                  <a:pt x="1662425" y="1240150"/>
                </a:cubicBezTo>
                <a:cubicBezTo>
                  <a:pt x="1659724" y="1237449"/>
                  <a:pt x="1661679" y="1230223"/>
                  <a:pt x="1666768" y="1224091"/>
                </a:cubicBezTo>
                <a:cubicBezTo>
                  <a:pt x="1671857" y="1217959"/>
                  <a:pt x="1677377" y="1204052"/>
                  <a:pt x="1679035" y="1193187"/>
                </a:cubicBezTo>
                <a:cubicBezTo>
                  <a:pt x="1680693" y="1182322"/>
                  <a:pt x="1686543" y="1167657"/>
                  <a:pt x="1692034" y="1160597"/>
                </a:cubicBezTo>
                <a:cubicBezTo>
                  <a:pt x="1697525" y="1153538"/>
                  <a:pt x="1704507" y="1140742"/>
                  <a:pt x="1707550" y="1132161"/>
                </a:cubicBezTo>
                <a:cubicBezTo>
                  <a:pt x="1714706" y="1111980"/>
                  <a:pt x="1788199" y="1103760"/>
                  <a:pt x="1805630" y="1121190"/>
                </a:cubicBezTo>
                <a:cubicBezTo>
                  <a:pt x="1822149" y="1137710"/>
                  <a:pt x="1852347" y="1136722"/>
                  <a:pt x="1866900" y="1119187"/>
                </a:cubicBezTo>
                <a:cubicBezTo>
                  <a:pt x="1877764" y="1106096"/>
                  <a:pt x="1943100" y="1098212"/>
                  <a:pt x="1943100" y="1109992"/>
                </a:cubicBezTo>
                <a:cubicBezTo>
                  <a:pt x="1943100" y="1112793"/>
                  <a:pt x="1915239" y="1147737"/>
                  <a:pt x="1881187" y="1187645"/>
                </a:cubicBezTo>
                <a:cubicBezTo>
                  <a:pt x="1847135" y="1227554"/>
                  <a:pt x="1819275" y="1263839"/>
                  <a:pt x="1819275" y="1268278"/>
                </a:cubicBezTo>
                <a:cubicBezTo>
                  <a:pt x="1819275" y="1272717"/>
                  <a:pt x="1806550" y="1276350"/>
                  <a:pt x="1790998" y="1276350"/>
                </a:cubicBezTo>
                <a:cubicBezTo>
                  <a:pt x="1769777" y="1276350"/>
                  <a:pt x="1764090" y="1272785"/>
                  <a:pt x="1768205" y="1262062"/>
                </a:cubicBezTo>
                <a:cubicBezTo>
                  <a:pt x="1776685" y="1239963"/>
                  <a:pt x="1746333" y="1244665"/>
                  <a:pt x="1730002" y="1267980"/>
                </a:cubicBezTo>
                <a:cubicBezTo>
                  <a:pt x="1710614" y="1295661"/>
                  <a:pt x="1638300" y="1309683"/>
                  <a:pt x="1638300" y="1285762"/>
                </a:cubicBezTo>
                <a:close/>
                <a:moveTo>
                  <a:pt x="1012031" y="1285578"/>
                </a:moveTo>
                <a:cubicBezTo>
                  <a:pt x="985933" y="1275088"/>
                  <a:pt x="984927" y="1265424"/>
                  <a:pt x="1008406" y="1250762"/>
                </a:cubicBezTo>
                <a:cubicBezTo>
                  <a:pt x="1026702" y="1239335"/>
                  <a:pt x="1042070" y="1190625"/>
                  <a:pt x="1027379" y="1190625"/>
                </a:cubicBezTo>
                <a:cubicBezTo>
                  <a:pt x="1011357" y="1190625"/>
                  <a:pt x="1019498" y="1174329"/>
                  <a:pt x="1040606" y="1164150"/>
                </a:cubicBezTo>
                <a:cubicBezTo>
                  <a:pt x="1052393" y="1158465"/>
                  <a:pt x="1056679" y="1153524"/>
                  <a:pt x="1050131" y="1153169"/>
                </a:cubicBezTo>
                <a:cubicBezTo>
                  <a:pt x="1043582" y="1152815"/>
                  <a:pt x="1038225" y="1145877"/>
                  <a:pt x="1038225" y="1137753"/>
                </a:cubicBezTo>
                <a:cubicBezTo>
                  <a:pt x="1038225" y="1123543"/>
                  <a:pt x="1046584" y="1123061"/>
                  <a:pt x="1125140" y="1132741"/>
                </a:cubicBezTo>
                <a:cubicBezTo>
                  <a:pt x="1137553" y="1134270"/>
                  <a:pt x="1130454" y="1180220"/>
                  <a:pt x="1117008" y="1185380"/>
                </a:cubicBezTo>
                <a:cubicBezTo>
                  <a:pt x="1109232" y="1188364"/>
                  <a:pt x="1105365" y="1197149"/>
                  <a:pt x="1108375" y="1204992"/>
                </a:cubicBezTo>
                <a:cubicBezTo>
                  <a:pt x="1111373" y="1212806"/>
                  <a:pt x="1109422" y="1219200"/>
                  <a:pt x="1104038" y="1219200"/>
                </a:cubicBezTo>
                <a:cubicBezTo>
                  <a:pt x="1098655" y="1219200"/>
                  <a:pt x="1096424" y="1222717"/>
                  <a:pt x="1099081" y="1227016"/>
                </a:cubicBezTo>
                <a:cubicBezTo>
                  <a:pt x="1107428" y="1240522"/>
                  <a:pt x="1067888" y="1295429"/>
                  <a:pt x="1050271" y="1294796"/>
                </a:cubicBezTo>
                <a:cubicBezTo>
                  <a:pt x="1041026" y="1294464"/>
                  <a:pt x="1023818" y="1290316"/>
                  <a:pt x="1012031" y="1285578"/>
                </a:cubicBezTo>
                <a:close/>
                <a:moveTo>
                  <a:pt x="727480" y="1245393"/>
                </a:moveTo>
                <a:cubicBezTo>
                  <a:pt x="745752" y="1193313"/>
                  <a:pt x="782673" y="1164140"/>
                  <a:pt x="857250" y="1142855"/>
                </a:cubicBezTo>
                <a:cubicBezTo>
                  <a:pt x="880426" y="1136240"/>
                  <a:pt x="880171" y="1135793"/>
                  <a:pt x="847725" y="1126137"/>
                </a:cubicBezTo>
                <a:cubicBezTo>
                  <a:pt x="819122" y="1117625"/>
                  <a:pt x="826086" y="1116427"/>
                  <a:pt x="896758" y="1117702"/>
                </a:cubicBezTo>
                <a:cubicBezTo>
                  <a:pt x="985241" y="1119297"/>
                  <a:pt x="998091" y="1127331"/>
                  <a:pt x="928783" y="1137725"/>
                </a:cubicBezTo>
                <a:cubicBezTo>
                  <a:pt x="889924" y="1143552"/>
                  <a:pt x="886734" y="1145952"/>
                  <a:pt x="895664" y="1162636"/>
                </a:cubicBezTo>
                <a:cubicBezTo>
                  <a:pt x="901098" y="1172791"/>
                  <a:pt x="912488" y="1181100"/>
                  <a:pt x="920973" y="1181100"/>
                </a:cubicBezTo>
                <a:cubicBezTo>
                  <a:pt x="935151" y="1181100"/>
                  <a:pt x="935141" y="1182493"/>
                  <a:pt x="920854" y="1198280"/>
                </a:cubicBezTo>
                <a:cubicBezTo>
                  <a:pt x="910978" y="1209192"/>
                  <a:pt x="906712" y="1226566"/>
                  <a:pt x="909159" y="1245905"/>
                </a:cubicBezTo>
                <a:lnTo>
                  <a:pt x="913012" y="1276350"/>
                </a:lnTo>
                <a:lnTo>
                  <a:pt x="855701" y="1276350"/>
                </a:lnTo>
                <a:cubicBezTo>
                  <a:pt x="808475" y="1276350"/>
                  <a:pt x="795460" y="1272731"/>
                  <a:pt x="781738" y="1255784"/>
                </a:cubicBezTo>
                <a:cubicBezTo>
                  <a:pt x="764078" y="1233976"/>
                  <a:pt x="737711" y="1239435"/>
                  <a:pt x="746764" y="1263025"/>
                </a:cubicBezTo>
                <a:cubicBezTo>
                  <a:pt x="750009" y="1271483"/>
                  <a:pt x="745438" y="1276350"/>
                  <a:pt x="734248" y="1276350"/>
                </a:cubicBezTo>
                <a:cubicBezTo>
                  <a:pt x="718481" y="1276350"/>
                  <a:pt x="717767" y="1273080"/>
                  <a:pt x="727480" y="1245393"/>
                </a:cubicBezTo>
                <a:close/>
                <a:moveTo>
                  <a:pt x="1790775" y="1219058"/>
                </a:moveTo>
                <a:cubicBezTo>
                  <a:pt x="1798962" y="1203760"/>
                  <a:pt x="1797869" y="1198648"/>
                  <a:pt x="1785386" y="1193858"/>
                </a:cubicBezTo>
                <a:cubicBezTo>
                  <a:pt x="1769529" y="1187773"/>
                  <a:pt x="1753017" y="1204207"/>
                  <a:pt x="1752745" y="1226343"/>
                </a:cubicBezTo>
                <a:cubicBezTo>
                  <a:pt x="1752513" y="1245299"/>
                  <a:pt x="1779498" y="1240130"/>
                  <a:pt x="1790775" y="1219058"/>
                </a:cubicBezTo>
                <a:close/>
                <a:moveTo>
                  <a:pt x="1825065" y="1173956"/>
                </a:moveTo>
                <a:cubicBezTo>
                  <a:pt x="1842396" y="1151126"/>
                  <a:pt x="1841376" y="1143000"/>
                  <a:pt x="1821180" y="1143000"/>
                </a:cubicBezTo>
                <a:cubicBezTo>
                  <a:pt x="1798748" y="1143000"/>
                  <a:pt x="1781344" y="1160933"/>
                  <a:pt x="1787700" y="1177498"/>
                </a:cubicBezTo>
                <a:cubicBezTo>
                  <a:pt x="1794580" y="1195425"/>
                  <a:pt x="1809868" y="1193976"/>
                  <a:pt x="1825065" y="1173956"/>
                </a:cubicBezTo>
                <a:close/>
                <a:moveTo>
                  <a:pt x="1362075" y="1143000"/>
                </a:moveTo>
                <a:cubicBezTo>
                  <a:pt x="1350580" y="1135571"/>
                  <a:pt x="1352086" y="1133738"/>
                  <a:pt x="1369780" y="1133620"/>
                </a:cubicBezTo>
                <a:cubicBezTo>
                  <a:pt x="1382044" y="1133539"/>
                  <a:pt x="1389170" y="1137688"/>
                  <a:pt x="1385887" y="1143000"/>
                </a:cubicBezTo>
                <a:cubicBezTo>
                  <a:pt x="1378808" y="1154453"/>
                  <a:pt x="1379798" y="1154453"/>
                  <a:pt x="1362075" y="1143000"/>
                </a:cubicBezTo>
                <a:close/>
                <a:moveTo>
                  <a:pt x="1012777" y="950118"/>
                </a:moveTo>
                <a:cubicBezTo>
                  <a:pt x="1022994" y="876331"/>
                  <a:pt x="1023903" y="871571"/>
                  <a:pt x="1028700" y="866775"/>
                </a:cubicBezTo>
                <a:cubicBezTo>
                  <a:pt x="1043725" y="851749"/>
                  <a:pt x="1056187" y="817874"/>
                  <a:pt x="1051338" y="805239"/>
                </a:cubicBezTo>
                <a:cubicBezTo>
                  <a:pt x="1046693" y="793132"/>
                  <a:pt x="1054845" y="790575"/>
                  <a:pt x="1098077" y="790575"/>
                </a:cubicBezTo>
                <a:lnTo>
                  <a:pt x="1150443" y="790575"/>
                </a:lnTo>
                <a:lnTo>
                  <a:pt x="1208647" y="875555"/>
                </a:lnTo>
                <a:cubicBezTo>
                  <a:pt x="1272506" y="968792"/>
                  <a:pt x="1283727" y="990600"/>
                  <a:pt x="1267844" y="990600"/>
                </a:cubicBezTo>
                <a:cubicBezTo>
                  <a:pt x="1262044" y="990600"/>
                  <a:pt x="1257300" y="984170"/>
                  <a:pt x="1257300" y="976312"/>
                </a:cubicBezTo>
                <a:cubicBezTo>
                  <a:pt x="1257300" y="968454"/>
                  <a:pt x="1252555" y="962025"/>
                  <a:pt x="1246755" y="962025"/>
                </a:cubicBezTo>
                <a:cubicBezTo>
                  <a:pt x="1240892" y="962025"/>
                  <a:pt x="1238875" y="968966"/>
                  <a:pt x="1242211" y="977659"/>
                </a:cubicBezTo>
                <a:cubicBezTo>
                  <a:pt x="1247080" y="990348"/>
                  <a:pt x="1245637" y="991158"/>
                  <a:pt x="1234553" y="981959"/>
                </a:cubicBezTo>
                <a:cubicBezTo>
                  <a:pt x="1225243" y="974232"/>
                  <a:pt x="1218931" y="973803"/>
                  <a:pt x="1214723" y="980612"/>
                </a:cubicBezTo>
                <a:cubicBezTo>
                  <a:pt x="1211047" y="986560"/>
                  <a:pt x="1167821" y="990600"/>
                  <a:pt x="1107861" y="990600"/>
                </a:cubicBezTo>
                <a:lnTo>
                  <a:pt x="1007172" y="990600"/>
                </a:lnTo>
                <a:lnTo>
                  <a:pt x="1012777" y="950118"/>
                </a:lnTo>
                <a:close/>
                <a:moveTo>
                  <a:pt x="1704975" y="957884"/>
                </a:moveTo>
                <a:cubicBezTo>
                  <a:pt x="1809643" y="904160"/>
                  <a:pt x="1931338" y="865285"/>
                  <a:pt x="2000250" y="863561"/>
                </a:cubicBezTo>
                <a:lnTo>
                  <a:pt x="2062162" y="862012"/>
                </a:lnTo>
                <a:lnTo>
                  <a:pt x="2065009" y="891123"/>
                </a:lnTo>
                <a:cubicBezTo>
                  <a:pt x="2070449" y="946743"/>
                  <a:pt x="2052735" y="973101"/>
                  <a:pt x="2012173" y="969744"/>
                </a:cubicBezTo>
                <a:cubicBezTo>
                  <a:pt x="1988133" y="967755"/>
                  <a:pt x="1976403" y="962111"/>
                  <a:pt x="1976333" y="952500"/>
                </a:cubicBezTo>
                <a:cubicBezTo>
                  <a:pt x="1976264" y="943067"/>
                  <a:pt x="1968172" y="938948"/>
                  <a:pt x="1952520" y="940379"/>
                </a:cubicBezTo>
                <a:cubicBezTo>
                  <a:pt x="1934288" y="942045"/>
                  <a:pt x="1936512" y="939649"/>
                  <a:pt x="1962150" y="930004"/>
                </a:cubicBezTo>
                <a:cubicBezTo>
                  <a:pt x="1980485" y="923106"/>
                  <a:pt x="1995553" y="913559"/>
                  <a:pt x="1995633" y="908787"/>
                </a:cubicBezTo>
                <a:cubicBezTo>
                  <a:pt x="1995713" y="904016"/>
                  <a:pt x="1999181" y="894754"/>
                  <a:pt x="2003339" y="888206"/>
                </a:cubicBezTo>
                <a:cubicBezTo>
                  <a:pt x="2017127" y="866490"/>
                  <a:pt x="1967520" y="874991"/>
                  <a:pt x="1947757" y="897731"/>
                </a:cubicBezTo>
                <a:cubicBezTo>
                  <a:pt x="1937513" y="909518"/>
                  <a:pt x="1929028" y="921305"/>
                  <a:pt x="1928902" y="923925"/>
                </a:cubicBezTo>
                <a:cubicBezTo>
                  <a:pt x="1928776" y="926544"/>
                  <a:pt x="1921331" y="939102"/>
                  <a:pt x="1912359" y="951831"/>
                </a:cubicBezTo>
                <a:cubicBezTo>
                  <a:pt x="1895522" y="975715"/>
                  <a:pt x="1856998" y="979251"/>
                  <a:pt x="1741046" y="967554"/>
                </a:cubicBezTo>
                <a:cubicBezTo>
                  <a:pt x="1718615" y="965291"/>
                  <a:pt x="1701640" y="968853"/>
                  <a:pt x="1694636" y="977293"/>
                </a:cubicBezTo>
                <a:cubicBezTo>
                  <a:pt x="1688562" y="984611"/>
                  <a:pt x="1674473" y="990389"/>
                  <a:pt x="1663327" y="990131"/>
                </a:cubicBezTo>
                <a:cubicBezTo>
                  <a:pt x="1650436" y="989833"/>
                  <a:pt x="1665592" y="978099"/>
                  <a:pt x="1704975" y="957884"/>
                </a:cubicBezTo>
                <a:close/>
                <a:moveTo>
                  <a:pt x="704813" y="972401"/>
                </a:moveTo>
                <a:cubicBezTo>
                  <a:pt x="704793" y="969313"/>
                  <a:pt x="698439" y="928211"/>
                  <a:pt x="690692" y="881062"/>
                </a:cubicBezTo>
                <a:cubicBezTo>
                  <a:pt x="682945" y="833913"/>
                  <a:pt x="676532" y="792122"/>
                  <a:pt x="676441" y="788193"/>
                </a:cubicBezTo>
                <a:cubicBezTo>
                  <a:pt x="676055" y="771619"/>
                  <a:pt x="742945" y="781000"/>
                  <a:pt x="744360" y="797718"/>
                </a:cubicBezTo>
                <a:cubicBezTo>
                  <a:pt x="745135" y="806886"/>
                  <a:pt x="746644" y="820816"/>
                  <a:pt x="747712" y="828675"/>
                </a:cubicBezTo>
                <a:cubicBezTo>
                  <a:pt x="748780" y="836533"/>
                  <a:pt x="750289" y="850463"/>
                  <a:pt x="751064" y="859631"/>
                </a:cubicBezTo>
                <a:cubicBezTo>
                  <a:pt x="751840" y="868799"/>
                  <a:pt x="758904" y="876300"/>
                  <a:pt x="766762" y="876300"/>
                </a:cubicBezTo>
                <a:cubicBezTo>
                  <a:pt x="783384" y="876300"/>
                  <a:pt x="786129" y="842463"/>
                  <a:pt x="770301" y="832681"/>
                </a:cubicBezTo>
                <a:cubicBezTo>
                  <a:pt x="762953" y="828139"/>
                  <a:pt x="764459" y="823293"/>
                  <a:pt x="775064" y="817358"/>
                </a:cubicBezTo>
                <a:cubicBezTo>
                  <a:pt x="783595" y="812584"/>
                  <a:pt x="790575" y="802462"/>
                  <a:pt x="790575" y="794864"/>
                </a:cubicBezTo>
                <a:cubicBezTo>
                  <a:pt x="790575" y="784611"/>
                  <a:pt x="803027" y="781050"/>
                  <a:pt x="838880" y="781050"/>
                </a:cubicBezTo>
                <a:cubicBezTo>
                  <a:pt x="882794" y="781050"/>
                  <a:pt x="885825" y="782410"/>
                  <a:pt x="872217" y="796017"/>
                </a:cubicBezTo>
                <a:cubicBezTo>
                  <a:pt x="855351" y="812884"/>
                  <a:pt x="851483" y="885825"/>
                  <a:pt x="867455" y="885825"/>
                </a:cubicBezTo>
                <a:cubicBezTo>
                  <a:pt x="873068" y="885825"/>
                  <a:pt x="870756" y="892729"/>
                  <a:pt x="862316" y="901168"/>
                </a:cubicBezTo>
                <a:cubicBezTo>
                  <a:pt x="848208" y="915277"/>
                  <a:pt x="848345" y="917579"/>
                  <a:pt x="864017" y="929767"/>
                </a:cubicBezTo>
                <a:cubicBezTo>
                  <a:pt x="880257" y="942396"/>
                  <a:pt x="880223" y="942727"/>
                  <a:pt x="863285" y="936791"/>
                </a:cubicBezTo>
                <a:cubicBezTo>
                  <a:pt x="847758" y="931349"/>
                  <a:pt x="846854" y="933075"/>
                  <a:pt x="856141" y="950429"/>
                </a:cubicBezTo>
                <a:cubicBezTo>
                  <a:pt x="861990" y="961356"/>
                  <a:pt x="866775" y="972566"/>
                  <a:pt x="866775" y="975338"/>
                </a:cubicBezTo>
                <a:cubicBezTo>
                  <a:pt x="866775" y="978111"/>
                  <a:pt x="830341" y="979848"/>
                  <a:pt x="785812" y="979197"/>
                </a:cubicBezTo>
                <a:cubicBezTo>
                  <a:pt x="741283" y="978547"/>
                  <a:pt x="704833" y="975489"/>
                  <a:pt x="704813" y="972401"/>
                </a:cubicBezTo>
                <a:close/>
                <a:moveTo>
                  <a:pt x="1142848" y="925776"/>
                </a:moveTo>
                <a:cubicBezTo>
                  <a:pt x="1152029" y="902512"/>
                  <a:pt x="1152485" y="891500"/>
                  <a:pt x="1144593" y="883608"/>
                </a:cubicBezTo>
                <a:cubicBezTo>
                  <a:pt x="1131159" y="870174"/>
                  <a:pt x="1102079" y="934066"/>
                  <a:pt x="1111021" y="957370"/>
                </a:cubicBezTo>
                <a:cubicBezTo>
                  <a:pt x="1118137" y="975913"/>
                  <a:pt x="1126232" y="967877"/>
                  <a:pt x="1142848" y="925776"/>
                </a:cubicBezTo>
                <a:close/>
                <a:moveTo>
                  <a:pt x="786167" y="941855"/>
                </a:moveTo>
                <a:cubicBezTo>
                  <a:pt x="790685" y="927620"/>
                  <a:pt x="786281" y="915709"/>
                  <a:pt x="771197" y="901374"/>
                </a:cubicBezTo>
                <a:cubicBezTo>
                  <a:pt x="752583" y="883683"/>
                  <a:pt x="750610" y="883313"/>
                  <a:pt x="755912" y="898510"/>
                </a:cubicBezTo>
                <a:cubicBezTo>
                  <a:pt x="759260" y="908106"/>
                  <a:pt x="762000" y="926323"/>
                  <a:pt x="762000" y="938991"/>
                </a:cubicBezTo>
                <a:cubicBezTo>
                  <a:pt x="762000" y="967394"/>
                  <a:pt x="777479" y="969228"/>
                  <a:pt x="786167" y="941855"/>
                </a:cubicBezTo>
                <a:close/>
                <a:moveTo>
                  <a:pt x="1536185" y="858262"/>
                </a:moveTo>
                <a:cubicBezTo>
                  <a:pt x="1547819" y="836837"/>
                  <a:pt x="1560794" y="819271"/>
                  <a:pt x="1565019" y="819228"/>
                </a:cubicBezTo>
                <a:cubicBezTo>
                  <a:pt x="1574043" y="819136"/>
                  <a:pt x="1543592" y="873326"/>
                  <a:pt x="1526660" y="887491"/>
                </a:cubicBezTo>
                <a:cubicBezTo>
                  <a:pt x="1520266" y="892841"/>
                  <a:pt x="1524552" y="879688"/>
                  <a:pt x="1536185" y="858262"/>
                </a:cubicBezTo>
                <a:close/>
                <a:moveTo>
                  <a:pt x="963703" y="817018"/>
                </a:moveTo>
                <a:cubicBezTo>
                  <a:pt x="946169" y="799484"/>
                  <a:pt x="950417" y="790575"/>
                  <a:pt x="976312" y="790575"/>
                </a:cubicBezTo>
                <a:cubicBezTo>
                  <a:pt x="1002498" y="790575"/>
                  <a:pt x="1007027" y="801563"/>
                  <a:pt x="987515" y="817757"/>
                </a:cubicBezTo>
                <a:cubicBezTo>
                  <a:pt x="978308" y="825398"/>
                  <a:pt x="971884" y="825199"/>
                  <a:pt x="963703" y="817018"/>
                </a:cubicBezTo>
                <a:close/>
                <a:moveTo>
                  <a:pt x="665461" y="688608"/>
                </a:moveTo>
                <a:cubicBezTo>
                  <a:pt x="623655" y="682175"/>
                  <a:pt x="589314" y="564556"/>
                  <a:pt x="618851" y="528967"/>
                </a:cubicBezTo>
                <a:cubicBezTo>
                  <a:pt x="644767" y="497740"/>
                  <a:pt x="766918" y="509307"/>
                  <a:pt x="852991" y="551138"/>
                </a:cubicBezTo>
                <a:cubicBezTo>
                  <a:pt x="918364" y="582909"/>
                  <a:pt x="1054036" y="674178"/>
                  <a:pt x="1045814" y="680853"/>
                </a:cubicBezTo>
                <a:cubicBezTo>
                  <a:pt x="1044259" y="682115"/>
                  <a:pt x="1001015" y="685785"/>
                  <a:pt x="949715" y="689007"/>
                </a:cubicBezTo>
                <a:lnTo>
                  <a:pt x="856443" y="694867"/>
                </a:lnTo>
                <a:lnTo>
                  <a:pt x="872818" y="667145"/>
                </a:lnTo>
                <a:cubicBezTo>
                  <a:pt x="888670" y="640310"/>
                  <a:pt x="880555" y="609600"/>
                  <a:pt x="857612" y="609600"/>
                </a:cubicBezTo>
                <a:cubicBezTo>
                  <a:pt x="848003" y="609600"/>
                  <a:pt x="828675" y="654434"/>
                  <a:pt x="828675" y="676723"/>
                </a:cubicBezTo>
                <a:cubicBezTo>
                  <a:pt x="828675" y="692585"/>
                  <a:pt x="822011" y="695303"/>
                  <a:pt x="783431" y="695179"/>
                </a:cubicBezTo>
                <a:cubicBezTo>
                  <a:pt x="758547" y="695098"/>
                  <a:pt x="743384" y="691730"/>
                  <a:pt x="749735" y="687694"/>
                </a:cubicBezTo>
                <a:cubicBezTo>
                  <a:pt x="761832" y="680007"/>
                  <a:pt x="755915" y="638175"/>
                  <a:pt x="742730" y="638175"/>
                </a:cubicBezTo>
                <a:cubicBezTo>
                  <a:pt x="738593" y="638175"/>
                  <a:pt x="737006" y="630674"/>
                  <a:pt x="739203" y="621506"/>
                </a:cubicBezTo>
                <a:cubicBezTo>
                  <a:pt x="745462" y="595388"/>
                  <a:pt x="704801" y="558308"/>
                  <a:pt x="697424" y="583406"/>
                </a:cubicBezTo>
                <a:cubicBezTo>
                  <a:pt x="691291" y="604271"/>
                  <a:pt x="697152" y="619125"/>
                  <a:pt x="711517" y="619125"/>
                </a:cubicBezTo>
                <a:cubicBezTo>
                  <a:pt x="723710" y="619125"/>
                  <a:pt x="725007" y="621827"/>
                  <a:pt x="716768" y="630066"/>
                </a:cubicBezTo>
                <a:cubicBezTo>
                  <a:pt x="708528" y="638306"/>
                  <a:pt x="709295" y="647716"/>
                  <a:pt x="719870" y="668166"/>
                </a:cubicBezTo>
                <a:cubicBezTo>
                  <a:pt x="735263" y="697935"/>
                  <a:pt x="732593" y="698938"/>
                  <a:pt x="665461" y="688608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pic>
        <p:nvPicPr>
          <p:cNvPr id="13" name="butterfly" descr="0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00000">
            <a:off x="5057775" y="2149451"/>
            <a:ext cx="2571750" cy="2133600"/>
          </a:xfrm>
          <a:prstGeom prst="rect">
            <a:avLst/>
          </a:prstGeom>
        </p:spPr>
      </p:pic>
      <p:sp>
        <p:nvSpPr>
          <p:cNvPr id="14" name="butterfly pattern"/>
          <p:cNvSpPr/>
          <p:nvPr/>
        </p:nvSpPr>
        <p:spPr>
          <a:xfrm rot="-900000">
            <a:off x="5057775" y="2149451"/>
            <a:ext cx="2571750" cy="2133600"/>
          </a:xfrm>
          <a:custGeom>
            <a:avLst/>
            <a:gdLst/>
            <a:ahLst/>
            <a:cxnLst/>
            <a:rect l="0" t="0" r="r" b="b"/>
            <a:pathLst>
              <a:path w="2571750" h="2133600">
                <a:moveTo>
                  <a:pt x="1038225" y="1619930"/>
                </a:moveTo>
                <a:cubicBezTo>
                  <a:pt x="1038225" y="1604581"/>
                  <a:pt x="1067411" y="1581150"/>
                  <a:pt x="1086530" y="1581150"/>
                </a:cubicBezTo>
                <a:cubicBezTo>
                  <a:pt x="1113694" y="1581150"/>
                  <a:pt x="1108834" y="1597676"/>
                  <a:pt x="1076798" y="1614242"/>
                </a:cubicBezTo>
                <a:cubicBezTo>
                  <a:pt x="1044132" y="1631134"/>
                  <a:pt x="1038225" y="1632005"/>
                  <a:pt x="1038225" y="1619930"/>
                </a:cubicBezTo>
                <a:close/>
                <a:moveTo>
                  <a:pt x="1615963" y="1582781"/>
                </a:moveTo>
                <a:cubicBezTo>
                  <a:pt x="1586844" y="1550605"/>
                  <a:pt x="1600911" y="1513868"/>
                  <a:pt x="1644168" y="1509120"/>
                </a:cubicBezTo>
                <a:cubicBezTo>
                  <a:pt x="1687866" y="1504323"/>
                  <a:pt x="1701248" y="1546776"/>
                  <a:pt x="1666875" y="1581150"/>
                </a:cubicBezTo>
                <a:cubicBezTo>
                  <a:pt x="1643376" y="1604648"/>
                  <a:pt x="1635967" y="1604885"/>
                  <a:pt x="1615963" y="1582781"/>
                </a:cubicBezTo>
                <a:close/>
                <a:moveTo>
                  <a:pt x="885927" y="1576511"/>
                </a:moveTo>
                <a:cubicBezTo>
                  <a:pt x="858103" y="1542985"/>
                  <a:pt x="905626" y="1487430"/>
                  <a:pt x="938669" y="1514854"/>
                </a:cubicBezTo>
                <a:cubicBezTo>
                  <a:pt x="957554" y="1530527"/>
                  <a:pt x="956035" y="1555947"/>
                  <a:pt x="935081" y="1574911"/>
                </a:cubicBezTo>
                <a:cubicBezTo>
                  <a:pt x="913547" y="1594398"/>
                  <a:pt x="901108" y="1594803"/>
                  <a:pt x="885927" y="1576511"/>
                </a:cubicBezTo>
                <a:close/>
                <a:moveTo>
                  <a:pt x="1400482" y="1505524"/>
                </a:moveTo>
                <a:cubicBezTo>
                  <a:pt x="1387389" y="1481060"/>
                  <a:pt x="1403737" y="1445222"/>
                  <a:pt x="1425990" y="1449606"/>
                </a:cubicBezTo>
                <a:cubicBezTo>
                  <a:pt x="1450050" y="1454346"/>
                  <a:pt x="1463834" y="1482971"/>
                  <a:pt x="1451492" y="1502568"/>
                </a:cubicBezTo>
                <a:cubicBezTo>
                  <a:pt x="1436257" y="1526761"/>
                  <a:pt x="1412582" y="1528133"/>
                  <a:pt x="1400482" y="1505524"/>
                </a:cubicBezTo>
                <a:close/>
                <a:moveTo>
                  <a:pt x="1118093" y="1472195"/>
                </a:moveTo>
                <a:cubicBezTo>
                  <a:pt x="1110560" y="1452564"/>
                  <a:pt x="1130829" y="1428332"/>
                  <a:pt x="1148962" y="1435290"/>
                </a:cubicBezTo>
                <a:cubicBezTo>
                  <a:pt x="1167968" y="1442584"/>
                  <a:pt x="1161530" y="1480134"/>
                  <a:pt x="1140589" y="1484125"/>
                </a:cubicBezTo>
                <a:cubicBezTo>
                  <a:pt x="1131406" y="1485875"/>
                  <a:pt x="1121282" y="1480507"/>
                  <a:pt x="1118093" y="1472195"/>
                </a:cubicBezTo>
                <a:close/>
                <a:moveTo>
                  <a:pt x="844748" y="1451173"/>
                </a:moveTo>
                <a:cubicBezTo>
                  <a:pt x="830736" y="1437161"/>
                  <a:pt x="838105" y="1408284"/>
                  <a:pt x="854868" y="1411513"/>
                </a:cubicBezTo>
                <a:cubicBezTo>
                  <a:pt x="864036" y="1413278"/>
                  <a:pt x="871537" y="1422880"/>
                  <a:pt x="871537" y="1432849"/>
                </a:cubicBezTo>
                <a:cubicBezTo>
                  <a:pt x="871537" y="1451799"/>
                  <a:pt x="856001" y="1462426"/>
                  <a:pt x="844748" y="1451173"/>
                </a:cubicBezTo>
                <a:close/>
                <a:moveTo>
                  <a:pt x="1757383" y="1406130"/>
                </a:moveTo>
                <a:cubicBezTo>
                  <a:pt x="1735014" y="1389774"/>
                  <a:pt x="1741966" y="1348626"/>
                  <a:pt x="1767720" y="1344946"/>
                </a:cubicBezTo>
                <a:cubicBezTo>
                  <a:pt x="1792961" y="1341340"/>
                  <a:pt x="1813110" y="1365057"/>
                  <a:pt x="1805411" y="1389312"/>
                </a:cubicBezTo>
                <a:cubicBezTo>
                  <a:pt x="1797658" y="1413742"/>
                  <a:pt x="1777464" y="1420814"/>
                  <a:pt x="1757383" y="1406130"/>
                </a:cubicBezTo>
                <a:close/>
                <a:moveTo>
                  <a:pt x="992050" y="1393359"/>
                </a:moveTo>
                <a:cubicBezTo>
                  <a:pt x="979797" y="1370465"/>
                  <a:pt x="995005" y="1343025"/>
                  <a:pt x="1019947" y="1343025"/>
                </a:cubicBezTo>
                <a:cubicBezTo>
                  <a:pt x="1042822" y="1343025"/>
                  <a:pt x="1054386" y="1368464"/>
                  <a:pt x="1041101" y="1389563"/>
                </a:cubicBezTo>
                <a:cubicBezTo>
                  <a:pt x="1027125" y="1411759"/>
                  <a:pt x="1002900" y="1413634"/>
                  <a:pt x="992050" y="1393359"/>
                </a:cubicBezTo>
                <a:close/>
                <a:moveTo>
                  <a:pt x="1267870" y="1380030"/>
                </a:moveTo>
                <a:cubicBezTo>
                  <a:pt x="1256605" y="1347716"/>
                  <a:pt x="1260651" y="1333500"/>
                  <a:pt x="1281112" y="1333500"/>
                </a:cubicBezTo>
                <a:cubicBezTo>
                  <a:pt x="1300698" y="1333500"/>
                  <a:pt x="1307087" y="1349594"/>
                  <a:pt x="1300111" y="1381357"/>
                </a:cubicBezTo>
                <a:cubicBezTo>
                  <a:pt x="1292104" y="1417812"/>
                  <a:pt x="1280880" y="1417350"/>
                  <a:pt x="1267870" y="1380030"/>
                </a:cubicBezTo>
                <a:close/>
                <a:moveTo>
                  <a:pt x="1573232" y="1379591"/>
                </a:moveTo>
                <a:cubicBezTo>
                  <a:pt x="1574967" y="1367337"/>
                  <a:pt x="1582816" y="1357312"/>
                  <a:pt x="1590675" y="1357312"/>
                </a:cubicBezTo>
                <a:cubicBezTo>
                  <a:pt x="1611332" y="1357312"/>
                  <a:pt x="1608486" y="1394472"/>
                  <a:pt x="1587520" y="1398510"/>
                </a:cubicBezTo>
                <a:cubicBezTo>
                  <a:pt x="1573994" y="1401115"/>
                  <a:pt x="1570786" y="1396867"/>
                  <a:pt x="1573232" y="1379591"/>
                </a:cubicBezTo>
                <a:close/>
                <a:moveTo>
                  <a:pt x="735544" y="1309147"/>
                </a:moveTo>
                <a:cubicBezTo>
                  <a:pt x="699861" y="1284154"/>
                  <a:pt x="716470" y="1219200"/>
                  <a:pt x="758544" y="1219200"/>
                </a:cubicBezTo>
                <a:cubicBezTo>
                  <a:pt x="807243" y="1219200"/>
                  <a:pt x="826027" y="1269472"/>
                  <a:pt x="790575" y="1304925"/>
                </a:cubicBezTo>
                <a:cubicBezTo>
                  <a:pt x="767643" y="1327856"/>
                  <a:pt x="762787" y="1328229"/>
                  <a:pt x="735544" y="1309147"/>
                </a:cubicBezTo>
                <a:close/>
                <a:moveTo>
                  <a:pt x="1444843" y="1312984"/>
                </a:moveTo>
                <a:cubicBezTo>
                  <a:pt x="1424836" y="1301788"/>
                  <a:pt x="1424235" y="1282225"/>
                  <a:pt x="1443313" y="1263147"/>
                </a:cubicBezTo>
                <a:cubicBezTo>
                  <a:pt x="1467732" y="1238728"/>
                  <a:pt x="1502475" y="1265943"/>
                  <a:pt x="1489627" y="1299426"/>
                </a:cubicBezTo>
                <a:cubicBezTo>
                  <a:pt x="1482449" y="1318129"/>
                  <a:pt x="1464012" y="1323712"/>
                  <a:pt x="1444843" y="1312984"/>
                </a:cubicBezTo>
                <a:close/>
                <a:moveTo>
                  <a:pt x="1892612" y="1301679"/>
                </a:moveTo>
                <a:cubicBezTo>
                  <a:pt x="1889917" y="1294656"/>
                  <a:pt x="1891536" y="1282869"/>
                  <a:pt x="1896210" y="1275486"/>
                </a:cubicBezTo>
                <a:cubicBezTo>
                  <a:pt x="1902394" y="1265716"/>
                  <a:pt x="1904747" y="1269193"/>
                  <a:pt x="1904854" y="1288256"/>
                </a:cubicBezTo>
                <a:cubicBezTo>
                  <a:pt x="1905012" y="1316700"/>
                  <a:pt x="1900341" y="1321821"/>
                  <a:pt x="1892612" y="1301679"/>
                </a:cubicBezTo>
                <a:close/>
                <a:moveTo>
                  <a:pt x="906482" y="1274816"/>
                </a:moveTo>
                <a:cubicBezTo>
                  <a:pt x="908217" y="1262562"/>
                  <a:pt x="916066" y="1252537"/>
                  <a:pt x="923925" y="1252537"/>
                </a:cubicBezTo>
                <a:cubicBezTo>
                  <a:pt x="944582" y="1252537"/>
                  <a:pt x="941736" y="1289697"/>
                  <a:pt x="920770" y="1293735"/>
                </a:cubicBezTo>
                <a:cubicBezTo>
                  <a:pt x="907244" y="1296340"/>
                  <a:pt x="904036" y="1292092"/>
                  <a:pt x="906482" y="1274816"/>
                </a:cubicBezTo>
                <a:close/>
                <a:moveTo>
                  <a:pt x="1648260" y="1281636"/>
                </a:moveTo>
                <a:cubicBezTo>
                  <a:pt x="1621390" y="1249260"/>
                  <a:pt x="1658723" y="1192672"/>
                  <a:pt x="1689889" y="1218537"/>
                </a:cubicBezTo>
                <a:cubicBezTo>
                  <a:pt x="1710709" y="1235816"/>
                  <a:pt x="1708825" y="1273618"/>
                  <a:pt x="1686551" y="1285539"/>
                </a:cubicBezTo>
                <a:cubicBezTo>
                  <a:pt x="1662965" y="1298162"/>
                  <a:pt x="1661883" y="1298052"/>
                  <a:pt x="1648260" y="1281636"/>
                </a:cubicBezTo>
                <a:close/>
                <a:moveTo>
                  <a:pt x="1116330" y="1264920"/>
                </a:moveTo>
                <a:cubicBezTo>
                  <a:pt x="1098206" y="1246796"/>
                  <a:pt x="1102970" y="1220903"/>
                  <a:pt x="1127370" y="1204916"/>
                </a:cubicBezTo>
                <a:cubicBezTo>
                  <a:pt x="1153329" y="1187906"/>
                  <a:pt x="1177898" y="1194107"/>
                  <a:pt x="1186027" y="1219720"/>
                </a:cubicBezTo>
                <a:cubicBezTo>
                  <a:pt x="1199223" y="1261295"/>
                  <a:pt x="1146740" y="1295330"/>
                  <a:pt x="1116330" y="1264920"/>
                </a:cubicBezTo>
                <a:close/>
                <a:moveTo>
                  <a:pt x="1253525" y="1213577"/>
                </a:moveTo>
                <a:cubicBezTo>
                  <a:pt x="1246374" y="1194941"/>
                  <a:pt x="1254071" y="1181100"/>
                  <a:pt x="1271587" y="1181100"/>
                </a:cubicBezTo>
                <a:cubicBezTo>
                  <a:pt x="1278827" y="1181100"/>
                  <a:pt x="1287160" y="1184999"/>
                  <a:pt x="1290106" y="1189765"/>
                </a:cubicBezTo>
                <a:cubicBezTo>
                  <a:pt x="1298061" y="1202637"/>
                  <a:pt x="1285661" y="1228725"/>
                  <a:pt x="1271587" y="1228725"/>
                </a:cubicBezTo>
                <a:cubicBezTo>
                  <a:pt x="1264850" y="1228725"/>
                  <a:pt x="1256722" y="1221908"/>
                  <a:pt x="1253525" y="1213577"/>
                </a:cubicBezTo>
                <a:close/>
                <a:moveTo>
                  <a:pt x="965682" y="1167368"/>
                </a:moveTo>
                <a:cubicBezTo>
                  <a:pt x="962784" y="1159816"/>
                  <a:pt x="961906" y="1145886"/>
                  <a:pt x="963731" y="1136412"/>
                </a:cubicBezTo>
                <a:cubicBezTo>
                  <a:pt x="968241" y="1112990"/>
                  <a:pt x="1012942" y="1112908"/>
                  <a:pt x="1017449" y="1136313"/>
                </a:cubicBezTo>
                <a:cubicBezTo>
                  <a:pt x="1024001" y="1170333"/>
                  <a:pt x="977520" y="1198217"/>
                  <a:pt x="965682" y="1167368"/>
                </a:cubicBezTo>
                <a:close/>
                <a:moveTo>
                  <a:pt x="1518185" y="1148455"/>
                </a:moveTo>
                <a:cubicBezTo>
                  <a:pt x="1509507" y="1125840"/>
                  <a:pt x="1518228" y="1093190"/>
                  <a:pt x="1535906" y="1082108"/>
                </a:cubicBezTo>
                <a:cubicBezTo>
                  <a:pt x="1570441" y="1060459"/>
                  <a:pt x="1607806" y="1115643"/>
                  <a:pt x="1580714" y="1148286"/>
                </a:cubicBezTo>
                <a:cubicBezTo>
                  <a:pt x="1566015" y="1165997"/>
                  <a:pt x="1524959" y="1166108"/>
                  <a:pt x="1518185" y="1148455"/>
                </a:cubicBezTo>
                <a:close/>
                <a:moveTo>
                  <a:pt x="1368826" y="1146576"/>
                </a:moveTo>
                <a:cubicBezTo>
                  <a:pt x="1347059" y="1124809"/>
                  <a:pt x="1375542" y="1080650"/>
                  <a:pt x="1404245" y="1091664"/>
                </a:cubicBezTo>
                <a:cubicBezTo>
                  <a:pt x="1427576" y="1100617"/>
                  <a:pt x="1420321" y="1146923"/>
                  <a:pt x="1395020" y="1150545"/>
                </a:cubicBezTo>
                <a:cubicBezTo>
                  <a:pt x="1384327" y="1152076"/>
                  <a:pt x="1372540" y="1150290"/>
                  <a:pt x="1368826" y="1146576"/>
                </a:cubicBezTo>
                <a:close/>
                <a:moveTo>
                  <a:pt x="1763267" y="1135610"/>
                </a:moveTo>
                <a:cubicBezTo>
                  <a:pt x="1752485" y="1115462"/>
                  <a:pt x="1766058" y="1085850"/>
                  <a:pt x="1786075" y="1085850"/>
                </a:cubicBezTo>
                <a:cubicBezTo>
                  <a:pt x="1805897" y="1085850"/>
                  <a:pt x="1819504" y="1116383"/>
                  <a:pt x="1808469" y="1136102"/>
                </a:cubicBezTo>
                <a:cubicBezTo>
                  <a:pt x="1796580" y="1157345"/>
                  <a:pt x="1774772" y="1157107"/>
                  <a:pt x="1763267" y="1135610"/>
                </a:cubicBezTo>
                <a:close/>
                <a:moveTo>
                  <a:pt x="805748" y="1118062"/>
                </a:moveTo>
                <a:cubicBezTo>
                  <a:pt x="802298" y="1109071"/>
                  <a:pt x="803614" y="1097575"/>
                  <a:pt x="808672" y="1092517"/>
                </a:cubicBezTo>
                <a:cubicBezTo>
                  <a:pt x="822436" y="1078753"/>
                  <a:pt x="849601" y="1092886"/>
                  <a:pt x="845938" y="1111905"/>
                </a:cubicBezTo>
                <a:cubicBezTo>
                  <a:pt x="841645" y="1134194"/>
                  <a:pt x="813588" y="1138492"/>
                  <a:pt x="805748" y="1118062"/>
                </a:cubicBezTo>
                <a:close/>
                <a:moveTo>
                  <a:pt x="1191502" y="1053570"/>
                </a:moveTo>
                <a:cubicBezTo>
                  <a:pt x="1153058" y="1007247"/>
                  <a:pt x="1217332" y="946398"/>
                  <a:pt x="1259823" y="988890"/>
                </a:cubicBezTo>
                <a:cubicBezTo>
                  <a:pt x="1279609" y="1008675"/>
                  <a:pt x="1280040" y="1011742"/>
                  <a:pt x="1266461" y="1036044"/>
                </a:cubicBezTo>
                <a:cubicBezTo>
                  <a:pt x="1249798" y="1065864"/>
                  <a:pt x="1209521" y="1075280"/>
                  <a:pt x="1191502" y="1053570"/>
                </a:cubicBezTo>
                <a:close/>
                <a:moveTo>
                  <a:pt x="1689639" y="1034166"/>
                </a:moveTo>
                <a:cubicBezTo>
                  <a:pt x="1680973" y="1011583"/>
                  <a:pt x="1693235" y="988776"/>
                  <a:pt x="1712089" y="992407"/>
                </a:cubicBezTo>
                <a:cubicBezTo>
                  <a:pt x="1722634" y="994438"/>
                  <a:pt x="1728787" y="1004302"/>
                  <a:pt x="1728787" y="1019175"/>
                </a:cubicBezTo>
                <a:cubicBezTo>
                  <a:pt x="1728787" y="1046327"/>
                  <a:pt x="1698723" y="1057839"/>
                  <a:pt x="1689639" y="1034166"/>
                </a:cubicBezTo>
                <a:close/>
                <a:moveTo>
                  <a:pt x="702468" y="1022134"/>
                </a:moveTo>
                <a:cubicBezTo>
                  <a:pt x="682430" y="1016897"/>
                  <a:pt x="681183" y="1006288"/>
                  <a:pt x="698880" y="991601"/>
                </a:cubicBezTo>
                <a:cubicBezTo>
                  <a:pt x="716526" y="976957"/>
                  <a:pt x="742950" y="988389"/>
                  <a:pt x="742950" y="1010669"/>
                </a:cubicBezTo>
                <a:cubicBezTo>
                  <a:pt x="742950" y="1028462"/>
                  <a:pt x="735143" y="1030673"/>
                  <a:pt x="702468" y="1022134"/>
                </a:cubicBezTo>
                <a:close/>
                <a:moveTo>
                  <a:pt x="868680" y="998220"/>
                </a:moveTo>
                <a:cubicBezTo>
                  <a:pt x="841376" y="970916"/>
                  <a:pt x="875741" y="916417"/>
                  <a:pt x="912837" y="928191"/>
                </a:cubicBezTo>
                <a:cubicBezTo>
                  <a:pt x="939420" y="936628"/>
                  <a:pt x="945929" y="960859"/>
                  <a:pt x="928683" y="987179"/>
                </a:cubicBezTo>
                <a:cubicBezTo>
                  <a:pt x="912696" y="1011579"/>
                  <a:pt x="886803" y="1016343"/>
                  <a:pt x="868680" y="998220"/>
                </a:cubicBezTo>
                <a:close/>
                <a:moveTo>
                  <a:pt x="1486000" y="985958"/>
                </a:moveTo>
                <a:cubicBezTo>
                  <a:pt x="1470533" y="967322"/>
                  <a:pt x="1480520" y="942975"/>
                  <a:pt x="1503631" y="942975"/>
                </a:cubicBezTo>
                <a:cubicBezTo>
                  <a:pt x="1528015" y="942975"/>
                  <a:pt x="1536335" y="967378"/>
                  <a:pt x="1518152" y="985561"/>
                </a:cubicBezTo>
                <a:cubicBezTo>
                  <a:pt x="1500313" y="1003401"/>
                  <a:pt x="1500474" y="1003399"/>
                  <a:pt x="1486000" y="985958"/>
                </a:cubicBezTo>
                <a:close/>
                <a:moveTo>
                  <a:pt x="1041939" y="957966"/>
                </a:moveTo>
                <a:cubicBezTo>
                  <a:pt x="1033273" y="935383"/>
                  <a:pt x="1045535" y="912576"/>
                  <a:pt x="1064389" y="916207"/>
                </a:cubicBezTo>
                <a:cubicBezTo>
                  <a:pt x="1074934" y="918238"/>
                  <a:pt x="1081087" y="928102"/>
                  <a:pt x="1081087" y="942975"/>
                </a:cubicBezTo>
                <a:cubicBezTo>
                  <a:pt x="1081087" y="970127"/>
                  <a:pt x="1051023" y="981639"/>
                  <a:pt x="1041939" y="957966"/>
                </a:cubicBezTo>
                <a:close/>
                <a:moveTo>
                  <a:pt x="1829588" y="953972"/>
                </a:moveTo>
                <a:cubicBezTo>
                  <a:pt x="1822817" y="941320"/>
                  <a:pt x="1824209" y="930644"/>
                  <a:pt x="1834555" y="915872"/>
                </a:cubicBezTo>
                <a:cubicBezTo>
                  <a:pt x="1852391" y="890407"/>
                  <a:pt x="1872663" y="889574"/>
                  <a:pt x="1885614" y="913773"/>
                </a:cubicBezTo>
                <a:cubicBezTo>
                  <a:pt x="1898366" y="937601"/>
                  <a:pt x="1898214" y="938874"/>
                  <a:pt x="1880507" y="956582"/>
                </a:cubicBezTo>
                <a:cubicBezTo>
                  <a:pt x="1860593" y="976495"/>
                  <a:pt x="1841107" y="975497"/>
                  <a:pt x="1829588" y="953972"/>
                </a:cubicBezTo>
                <a:close/>
                <a:moveTo>
                  <a:pt x="1603578" y="909466"/>
                </a:moveTo>
                <a:cubicBezTo>
                  <a:pt x="1595038" y="887210"/>
                  <a:pt x="1619457" y="836241"/>
                  <a:pt x="1635677" y="842465"/>
                </a:cubicBezTo>
                <a:cubicBezTo>
                  <a:pt x="1643215" y="845358"/>
                  <a:pt x="1653029" y="847725"/>
                  <a:pt x="1657487" y="847725"/>
                </a:cubicBezTo>
                <a:cubicBezTo>
                  <a:pt x="1671661" y="847725"/>
                  <a:pt x="1677844" y="884377"/>
                  <a:pt x="1667067" y="904515"/>
                </a:cubicBezTo>
                <a:cubicBezTo>
                  <a:pt x="1654790" y="927455"/>
                  <a:pt x="1611769" y="930810"/>
                  <a:pt x="1603578" y="909466"/>
                </a:cubicBezTo>
                <a:close/>
                <a:moveTo>
                  <a:pt x="723900" y="867337"/>
                </a:moveTo>
                <a:cubicBezTo>
                  <a:pt x="723900" y="843322"/>
                  <a:pt x="740231" y="833611"/>
                  <a:pt x="757088" y="847601"/>
                </a:cubicBezTo>
                <a:cubicBezTo>
                  <a:pt x="774431" y="861994"/>
                  <a:pt x="764981" y="885825"/>
                  <a:pt x="741930" y="885825"/>
                </a:cubicBezTo>
                <a:cubicBezTo>
                  <a:pt x="730432" y="885825"/>
                  <a:pt x="723900" y="879126"/>
                  <a:pt x="723900" y="867337"/>
                </a:cubicBezTo>
                <a:close/>
                <a:moveTo>
                  <a:pt x="1136919" y="852487"/>
                </a:moveTo>
                <a:cubicBezTo>
                  <a:pt x="1133904" y="844629"/>
                  <a:pt x="1134205" y="830985"/>
                  <a:pt x="1137589" y="822166"/>
                </a:cubicBezTo>
                <a:cubicBezTo>
                  <a:pt x="1143148" y="807681"/>
                  <a:pt x="1145656" y="808048"/>
                  <a:pt x="1163576" y="825968"/>
                </a:cubicBezTo>
                <a:cubicBezTo>
                  <a:pt x="1184203" y="846595"/>
                  <a:pt x="1180667" y="866775"/>
                  <a:pt x="1156426" y="866775"/>
                </a:cubicBezTo>
                <a:cubicBezTo>
                  <a:pt x="1148713" y="866775"/>
                  <a:pt x="1139934" y="860345"/>
                  <a:pt x="1136919" y="852487"/>
                </a:cubicBezTo>
                <a:close/>
                <a:moveTo>
                  <a:pt x="919162" y="838200"/>
                </a:moveTo>
                <a:cubicBezTo>
                  <a:pt x="911189" y="825299"/>
                  <a:pt x="921947" y="809625"/>
                  <a:pt x="938774" y="809625"/>
                </a:cubicBezTo>
                <a:cubicBezTo>
                  <a:pt x="946323" y="809625"/>
                  <a:pt x="952500" y="818197"/>
                  <a:pt x="952500" y="828675"/>
                </a:cubicBezTo>
                <a:cubicBezTo>
                  <a:pt x="952500" y="848394"/>
                  <a:pt x="929520" y="854960"/>
                  <a:pt x="919162" y="838200"/>
                </a:cubicBezTo>
                <a:close/>
                <a:moveTo>
                  <a:pt x="1424109" y="819346"/>
                </a:moveTo>
                <a:cubicBezTo>
                  <a:pt x="1411897" y="799588"/>
                  <a:pt x="1466284" y="735589"/>
                  <a:pt x="1485299" y="747341"/>
                </a:cubicBezTo>
                <a:cubicBezTo>
                  <a:pt x="1498186" y="755305"/>
                  <a:pt x="1498317" y="786422"/>
                  <a:pt x="1485564" y="810251"/>
                </a:cubicBezTo>
                <a:cubicBezTo>
                  <a:pt x="1475244" y="829535"/>
                  <a:pt x="1434163" y="835615"/>
                  <a:pt x="1424109" y="819346"/>
                </a:cubicBezTo>
                <a:close/>
                <a:moveTo>
                  <a:pt x="1775318" y="776870"/>
                </a:moveTo>
                <a:cubicBezTo>
                  <a:pt x="1767785" y="757239"/>
                  <a:pt x="1788054" y="733007"/>
                  <a:pt x="1806187" y="739965"/>
                </a:cubicBezTo>
                <a:cubicBezTo>
                  <a:pt x="1825193" y="747259"/>
                  <a:pt x="1818755" y="784809"/>
                  <a:pt x="1797814" y="788800"/>
                </a:cubicBezTo>
                <a:cubicBezTo>
                  <a:pt x="1788631" y="790550"/>
                  <a:pt x="1778507" y="785182"/>
                  <a:pt x="1775318" y="776870"/>
                </a:cubicBezTo>
                <a:close/>
                <a:moveTo>
                  <a:pt x="1925955" y="779145"/>
                </a:moveTo>
                <a:cubicBezTo>
                  <a:pt x="1890639" y="743829"/>
                  <a:pt x="1937871" y="675470"/>
                  <a:pt x="1979558" y="701563"/>
                </a:cubicBezTo>
                <a:cubicBezTo>
                  <a:pt x="1999255" y="713892"/>
                  <a:pt x="2005573" y="758396"/>
                  <a:pt x="1990246" y="776863"/>
                </a:cubicBezTo>
                <a:cubicBezTo>
                  <a:pt x="1976413" y="793531"/>
                  <a:pt x="1941577" y="794767"/>
                  <a:pt x="1925955" y="779145"/>
                </a:cubicBezTo>
                <a:close/>
                <a:moveTo>
                  <a:pt x="634836" y="767038"/>
                </a:moveTo>
                <a:cubicBezTo>
                  <a:pt x="631879" y="759331"/>
                  <a:pt x="636319" y="746166"/>
                  <a:pt x="644702" y="737782"/>
                </a:cubicBezTo>
                <a:cubicBezTo>
                  <a:pt x="663669" y="718816"/>
                  <a:pt x="690299" y="739191"/>
                  <a:pt x="680368" y="765071"/>
                </a:cubicBezTo>
                <a:cubicBezTo>
                  <a:pt x="672805" y="784779"/>
                  <a:pt x="642152" y="786103"/>
                  <a:pt x="634836" y="767038"/>
                </a:cubicBezTo>
                <a:close/>
                <a:moveTo>
                  <a:pt x="780815" y="756955"/>
                </a:moveTo>
                <a:cubicBezTo>
                  <a:pt x="764804" y="737663"/>
                  <a:pt x="783146" y="695325"/>
                  <a:pt x="807515" y="695325"/>
                </a:cubicBezTo>
                <a:cubicBezTo>
                  <a:pt x="844267" y="695325"/>
                  <a:pt x="858780" y="730533"/>
                  <a:pt x="832757" y="756557"/>
                </a:cubicBezTo>
                <a:cubicBezTo>
                  <a:pt x="813855" y="775459"/>
                  <a:pt x="796284" y="775593"/>
                  <a:pt x="780815" y="756955"/>
                </a:cubicBezTo>
                <a:close/>
                <a:moveTo>
                  <a:pt x="1025743" y="760534"/>
                </a:moveTo>
                <a:cubicBezTo>
                  <a:pt x="1005596" y="749259"/>
                  <a:pt x="1004939" y="720616"/>
                  <a:pt x="1024456" y="704418"/>
                </a:cubicBezTo>
                <a:cubicBezTo>
                  <a:pt x="1036796" y="694177"/>
                  <a:pt x="1042412" y="695279"/>
                  <a:pt x="1058165" y="711031"/>
                </a:cubicBezTo>
                <a:cubicBezTo>
                  <a:pt x="1088246" y="741113"/>
                  <a:pt x="1062173" y="780922"/>
                  <a:pt x="1025743" y="760534"/>
                </a:cubicBezTo>
                <a:close/>
                <a:moveTo>
                  <a:pt x="545092" y="705686"/>
                </a:moveTo>
                <a:cubicBezTo>
                  <a:pt x="531870" y="669203"/>
                  <a:pt x="534474" y="659378"/>
                  <a:pt x="551823" y="680283"/>
                </a:cubicBezTo>
                <a:cubicBezTo>
                  <a:pt x="558211" y="687979"/>
                  <a:pt x="561959" y="704156"/>
                  <a:pt x="560153" y="716231"/>
                </a:cubicBezTo>
                <a:cubicBezTo>
                  <a:pt x="557237" y="735733"/>
                  <a:pt x="555553" y="734554"/>
                  <a:pt x="545092" y="705686"/>
                </a:cubicBezTo>
                <a:close/>
                <a:moveTo>
                  <a:pt x="1628775" y="715962"/>
                </a:moveTo>
                <a:cubicBezTo>
                  <a:pt x="1628775" y="693491"/>
                  <a:pt x="1636781" y="685815"/>
                  <a:pt x="1653518" y="692237"/>
                </a:cubicBezTo>
                <a:cubicBezTo>
                  <a:pt x="1674589" y="700323"/>
                  <a:pt x="1670013" y="733425"/>
                  <a:pt x="1647825" y="733425"/>
                </a:cubicBezTo>
                <a:cubicBezTo>
                  <a:pt x="1635702" y="733425"/>
                  <a:pt x="1628775" y="727075"/>
                  <a:pt x="1628775" y="715962"/>
                </a:cubicBezTo>
                <a:close/>
                <a:moveTo>
                  <a:pt x="892681" y="635433"/>
                </a:moveTo>
                <a:cubicBezTo>
                  <a:pt x="885128" y="615752"/>
                  <a:pt x="899876" y="597715"/>
                  <a:pt x="920303" y="601649"/>
                </a:cubicBezTo>
                <a:cubicBezTo>
                  <a:pt x="945610" y="606523"/>
                  <a:pt x="943747" y="642147"/>
                  <a:pt x="917993" y="645822"/>
                </a:cubicBezTo>
                <a:cubicBezTo>
                  <a:pt x="906873" y="647409"/>
                  <a:pt x="895482" y="642734"/>
                  <a:pt x="892681" y="635433"/>
                </a:cubicBezTo>
                <a:close/>
                <a:moveTo>
                  <a:pt x="1733929" y="633869"/>
                </a:moveTo>
                <a:cubicBezTo>
                  <a:pt x="1719962" y="617041"/>
                  <a:pt x="1728700" y="584923"/>
                  <a:pt x="1749407" y="576978"/>
                </a:cubicBezTo>
                <a:cubicBezTo>
                  <a:pt x="1781146" y="564798"/>
                  <a:pt x="1804457" y="611082"/>
                  <a:pt x="1779270" y="636270"/>
                </a:cubicBezTo>
                <a:cubicBezTo>
                  <a:pt x="1763998" y="651541"/>
                  <a:pt x="1747887" y="650688"/>
                  <a:pt x="1733929" y="633869"/>
                </a:cubicBezTo>
                <a:close/>
                <a:moveTo>
                  <a:pt x="689244" y="604837"/>
                </a:moveTo>
                <a:cubicBezTo>
                  <a:pt x="680885" y="583053"/>
                  <a:pt x="692595" y="561975"/>
                  <a:pt x="713056" y="561975"/>
                </a:cubicBezTo>
                <a:cubicBezTo>
                  <a:pt x="723138" y="561975"/>
                  <a:pt x="733854" y="568404"/>
                  <a:pt x="736869" y="576262"/>
                </a:cubicBezTo>
                <a:cubicBezTo>
                  <a:pt x="745228" y="598046"/>
                  <a:pt x="733518" y="619125"/>
                  <a:pt x="713056" y="619125"/>
                </a:cubicBezTo>
                <a:cubicBezTo>
                  <a:pt x="702975" y="619125"/>
                  <a:pt x="692259" y="612695"/>
                  <a:pt x="689244" y="604837"/>
                </a:cubicBezTo>
                <a:close/>
                <a:moveTo>
                  <a:pt x="1872665" y="578174"/>
                </a:moveTo>
                <a:cubicBezTo>
                  <a:pt x="1861405" y="569940"/>
                  <a:pt x="1856811" y="556391"/>
                  <a:pt x="1858939" y="537692"/>
                </a:cubicBezTo>
                <a:cubicBezTo>
                  <a:pt x="1861887" y="511786"/>
                  <a:pt x="1865118" y="509587"/>
                  <a:pt x="1900237" y="509587"/>
                </a:cubicBezTo>
                <a:cubicBezTo>
                  <a:pt x="1934272" y="509587"/>
                  <a:pt x="1938646" y="512254"/>
                  <a:pt x="1941235" y="534583"/>
                </a:cubicBezTo>
                <a:cubicBezTo>
                  <a:pt x="1946293" y="578201"/>
                  <a:pt x="1906927" y="603226"/>
                  <a:pt x="1872665" y="578174"/>
                </a:cubicBezTo>
                <a:close/>
                <a:moveTo>
                  <a:pt x="1095831" y="548237"/>
                </a:moveTo>
                <a:cubicBezTo>
                  <a:pt x="1089351" y="540429"/>
                  <a:pt x="1085879" y="528549"/>
                  <a:pt x="1088116" y="521839"/>
                </a:cubicBezTo>
                <a:cubicBezTo>
                  <a:pt x="1090689" y="514119"/>
                  <a:pt x="1096550" y="517799"/>
                  <a:pt x="1104075" y="531859"/>
                </a:cubicBezTo>
                <a:cubicBezTo>
                  <a:pt x="1118078" y="558023"/>
                  <a:pt x="1112745" y="568617"/>
                  <a:pt x="1095831" y="548237"/>
                </a:cubicBezTo>
                <a:close/>
                <a:moveTo>
                  <a:pt x="552796" y="538579"/>
                </a:moveTo>
                <a:cubicBezTo>
                  <a:pt x="535868" y="518182"/>
                  <a:pt x="549146" y="504825"/>
                  <a:pt x="586349" y="504825"/>
                </a:cubicBezTo>
                <a:cubicBezTo>
                  <a:pt x="620394" y="504825"/>
                  <a:pt x="629110" y="519604"/>
                  <a:pt x="607695" y="541020"/>
                </a:cubicBezTo>
                <a:cubicBezTo>
                  <a:pt x="592174" y="556540"/>
                  <a:pt x="566765" y="555411"/>
                  <a:pt x="552796" y="538579"/>
                </a:cubicBezTo>
                <a:close/>
              </a:path>
            </a:pathLst>
          </a:custGeom>
          <a:solidFill>
            <a:srgbClr val="F9C9DF">
              <a:alpha val="75000"/>
            </a:srgbClr>
          </a:solidFill>
          <a:ln>
            <a:noFill/>
          </a:ln>
        </p:spPr>
      </p:sp>
      <p:pic>
        <p:nvPicPr>
          <p:cNvPr id="15" name="butterfly" descr="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100000">
            <a:off x="5857875" y="2424112"/>
            <a:ext cx="2571750" cy="2009775"/>
          </a:xfrm>
          <a:prstGeom prst="rect">
            <a:avLst/>
          </a:prstGeom>
        </p:spPr>
      </p:pic>
      <p:sp>
        <p:nvSpPr>
          <p:cNvPr id="16" name="butterfly pattern"/>
          <p:cNvSpPr/>
          <p:nvPr/>
        </p:nvSpPr>
        <p:spPr>
          <a:xfrm rot="-1500000">
            <a:off x="5857875" y="2424112"/>
            <a:ext cx="2571750" cy="2009775"/>
          </a:xfrm>
          <a:custGeom>
            <a:avLst/>
            <a:gdLst/>
            <a:ahLst/>
            <a:cxnLst/>
            <a:rect l="0" t="0" r="r" b="b"/>
            <a:pathLst>
              <a:path w="2571750" h="2009775">
                <a:moveTo>
                  <a:pt x="920166" y="1497050"/>
                </a:moveTo>
                <a:cubicBezTo>
                  <a:pt x="910767" y="1481842"/>
                  <a:pt x="942564" y="1461925"/>
                  <a:pt x="959344" y="1472510"/>
                </a:cubicBezTo>
                <a:cubicBezTo>
                  <a:pt x="967469" y="1477635"/>
                  <a:pt x="973673" y="1485959"/>
                  <a:pt x="973129" y="1491008"/>
                </a:cubicBezTo>
                <a:cubicBezTo>
                  <a:pt x="971804" y="1503324"/>
                  <a:pt x="927189" y="1508413"/>
                  <a:pt x="920166" y="1497050"/>
                </a:cubicBezTo>
                <a:close/>
                <a:moveTo>
                  <a:pt x="1048751" y="1434719"/>
                </a:moveTo>
                <a:cubicBezTo>
                  <a:pt x="1034022" y="1416971"/>
                  <a:pt x="1045589" y="1390650"/>
                  <a:pt x="1068118" y="1390650"/>
                </a:cubicBezTo>
                <a:cubicBezTo>
                  <a:pt x="1091229" y="1390650"/>
                  <a:pt x="1101216" y="1414997"/>
                  <a:pt x="1085749" y="1433633"/>
                </a:cubicBezTo>
                <a:cubicBezTo>
                  <a:pt x="1071153" y="1451220"/>
                  <a:pt x="1062653" y="1451470"/>
                  <a:pt x="1048751" y="1434719"/>
                </a:cubicBezTo>
                <a:close/>
                <a:moveTo>
                  <a:pt x="1489344" y="1423987"/>
                </a:moveTo>
                <a:cubicBezTo>
                  <a:pt x="1480985" y="1402203"/>
                  <a:pt x="1492695" y="1381125"/>
                  <a:pt x="1513156" y="1381125"/>
                </a:cubicBezTo>
                <a:cubicBezTo>
                  <a:pt x="1535685" y="1381125"/>
                  <a:pt x="1547252" y="1407446"/>
                  <a:pt x="1532523" y="1425194"/>
                </a:cubicBezTo>
                <a:cubicBezTo>
                  <a:pt x="1518192" y="1442461"/>
                  <a:pt x="1496197" y="1441847"/>
                  <a:pt x="1489344" y="1423987"/>
                </a:cubicBezTo>
                <a:close/>
                <a:moveTo>
                  <a:pt x="800100" y="1390650"/>
                </a:moveTo>
                <a:cubicBezTo>
                  <a:pt x="789622" y="1380172"/>
                  <a:pt x="781050" y="1365170"/>
                  <a:pt x="781050" y="1357312"/>
                </a:cubicBezTo>
                <a:cubicBezTo>
                  <a:pt x="781050" y="1336892"/>
                  <a:pt x="815789" y="1304925"/>
                  <a:pt x="837980" y="1304925"/>
                </a:cubicBezTo>
                <a:cubicBezTo>
                  <a:pt x="883229" y="1304925"/>
                  <a:pt x="895279" y="1387198"/>
                  <a:pt x="852438" y="1403638"/>
                </a:cubicBezTo>
                <a:cubicBezTo>
                  <a:pt x="828020" y="1413008"/>
                  <a:pt x="820622" y="1411172"/>
                  <a:pt x="800100" y="1390650"/>
                </a:cubicBezTo>
                <a:close/>
                <a:moveTo>
                  <a:pt x="1649730" y="1379220"/>
                </a:moveTo>
                <a:cubicBezTo>
                  <a:pt x="1623031" y="1352521"/>
                  <a:pt x="1649003" y="1307494"/>
                  <a:pt x="1684587" y="1318788"/>
                </a:cubicBezTo>
                <a:cubicBezTo>
                  <a:pt x="1708593" y="1326407"/>
                  <a:pt x="1717056" y="1349025"/>
                  <a:pt x="1704605" y="1372290"/>
                </a:cubicBezTo>
                <a:cubicBezTo>
                  <a:pt x="1693522" y="1392998"/>
                  <a:pt x="1666873" y="1396363"/>
                  <a:pt x="1649730" y="1379220"/>
                </a:cubicBezTo>
                <a:close/>
                <a:moveTo>
                  <a:pt x="1365766" y="1357015"/>
                </a:moveTo>
                <a:cubicBezTo>
                  <a:pt x="1357078" y="1343754"/>
                  <a:pt x="1352182" y="1330692"/>
                  <a:pt x="1354888" y="1327986"/>
                </a:cubicBezTo>
                <a:cubicBezTo>
                  <a:pt x="1362291" y="1320583"/>
                  <a:pt x="1390650" y="1351930"/>
                  <a:pt x="1390650" y="1367517"/>
                </a:cubicBezTo>
                <a:cubicBezTo>
                  <a:pt x="1390650" y="1387272"/>
                  <a:pt x="1383658" y="1384321"/>
                  <a:pt x="1365766" y="1357015"/>
                </a:cubicBezTo>
                <a:close/>
                <a:moveTo>
                  <a:pt x="1809750" y="1323676"/>
                </a:moveTo>
                <a:cubicBezTo>
                  <a:pt x="1809750" y="1305129"/>
                  <a:pt x="1833603" y="1287503"/>
                  <a:pt x="1844270" y="1298170"/>
                </a:cubicBezTo>
                <a:cubicBezTo>
                  <a:pt x="1851427" y="1305327"/>
                  <a:pt x="1830139" y="1343025"/>
                  <a:pt x="1818939" y="1343025"/>
                </a:cubicBezTo>
                <a:cubicBezTo>
                  <a:pt x="1813885" y="1343025"/>
                  <a:pt x="1809750" y="1334317"/>
                  <a:pt x="1809750" y="1323676"/>
                </a:cubicBezTo>
                <a:close/>
                <a:moveTo>
                  <a:pt x="946643" y="1319795"/>
                </a:moveTo>
                <a:cubicBezTo>
                  <a:pt x="939110" y="1300164"/>
                  <a:pt x="959379" y="1275932"/>
                  <a:pt x="977512" y="1282890"/>
                </a:cubicBezTo>
                <a:cubicBezTo>
                  <a:pt x="996518" y="1290184"/>
                  <a:pt x="990080" y="1327734"/>
                  <a:pt x="969139" y="1331725"/>
                </a:cubicBezTo>
                <a:cubicBezTo>
                  <a:pt x="959956" y="1333475"/>
                  <a:pt x="949832" y="1328107"/>
                  <a:pt x="946643" y="1319795"/>
                </a:cubicBezTo>
                <a:close/>
                <a:moveTo>
                  <a:pt x="1089294" y="1262062"/>
                </a:moveTo>
                <a:cubicBezTo>
                  <a:pt x="1081748" y="1242398"/>
                  <a:pt x="1091979" y="1219200"/>
                  <a:pt x="1108197" y="1219200"/>
                </a:cubicBezTo>
                <a:cubicBezTo>
                  <a:pt x="1127694" y="1219200"/>
                  <a:pt x="1144282" y="1242875"/>
                  <a:pt x="1137382" y="1260855"/>
                </a:cubicBezTo>
                <a:cubicBezTo>
                  <a:pt x="1129915" y="1280314"/>
                  <a:pt x="1096619" y="1281150"/>
                  <a:pt x="1089294" y="1262062"/>
                </a:cubicBezTo>
                <a:close/>
                <a:moveTo>
                  <a:pt x="1499311" y="1233487"/>
                </a:moveTo>
                <a:cubicBezTo>
                  <a:pt x="1484858" y="1211428"/>
                  <a:pt x="1484858" y="1207921"/>
                  <a:pt x="1499311" y="1185862"/>
                </a:cubicBezTo>
                <a:cubicBezTo>
                  <a:pt x="1525308" y="1146186"/>
                  <a:pt x="1581150" y="1161363"/>
                  <a:pt x="1581150" y="1208105"/>
                </a:cubicBezTo>
                <a:cubicBezTo>
                  <a:pt x="1581150" y="1259749"/>
                  <a:pt x="1527434" y="1276408"/>
                  <a:pt x="1499311" y="1233487"/>
                </a:cubicBezTo>
                <a:close/>
                <a:moveTo>
                  <a:pt x="787679" y="1225391"/>
                </a:moveTo>
                <a:cubicBezTo>
                  <a:pt x="779731" y="1204680"/>
                  <a:pt x="803795" y="1176825"/>
                  <a:pt x="823203" y="1184272"/>
                </a:cubicBezTo>
                <a:cubicBezTo>
                  <a:pt x="846560" y="1193235"/>
                  <a:pt x="838998" y="1232694"/>
                  <a:pt x="813218" y="1236372"/>
                </a:cubicBezTo>
                <a:cubicBezTo>
                  <a:pt x="802098" y="1237959"/>
                  <a:pt x="790605" y="1233017"/>
                  <a:pt x="787679" y="1225391"/>
                </a:cubicBezTo>
                <a:close/>
                <a:moveTo>
                  <a:pt x="1353890" y="1225578"/>
                </a:moveTo>
                <a:cubicBezTo>
                  <a:pt x="1337706" y="1206076"/>
                  <a:pt x="1350984" y="1179523"/>
                  <a:pt x="1375193" y="1182977"/>
                </a:cubicBezTo>
                <a:cubicBezTo>
                  <a:pt x="1389607" y="1185034"/>
                  <a:pt x="1395412" y="1192662"/>
                  <a:pt x="1395412" y="1209544"/>
                </a:cubicBezTo>
                <a:cubicBezTo>
                  <a:pt x="1395412" y="1236717"/>
                  <a:pt x="1370968" y="1246156"/>
                  <a:pt x="1353890" y="1225578"/>
                </a:cubicBezTo>
                <a:close/>
                <a:moveTo>
                  <a:pt x="1209675" y="1214999"/>
                </a:moveTo>
                <a:cubicBezTo>
                  <a:pt x="1209675" y="1207450"/>
                  <a:pt x="1214149" y="1198509"/>
                  <a:pt x="1219617" y="1195129"/>
                </a:cubicBezTo>
                <a:cubicBezTo>
                  <a:pt x="1232522" y="1187153"/>
                  <a:pt x="1258869" y="1208953"/>
                  <a:pt x="1251242" y="1221296"/>
                </a:cubicBezTo>
                <a:cubicBezTo>
                  <a:pt x="1247689" y="1227044"/>
                  <a:pt x="1242179" y="1225685"/>
                  <a:pt x="1237205" y="1217835"/>
                </a:cubicBezTo>
                <a:cubicBezTo>
                  <a:pt x="1231179" y="1208326"/>
                  <a:pt x="1228978" y="1208057"/>
                  <a:pt x="1228870" y="1216818"/>
                </a:cubicBezTo>
                <a:cubicBezTo>
                  <a:pt x="1228790" y="1223367"/>
                  <a:pt x="1224438" y="1228725"/>
                  <a:pt x="1219200" y="1228725"/>
                </a:cubicBezTo>
                <a:cubicBezTo>
                  <a:pt x="1213961" y="1228725"/>
                  <a:pt x="1209675" y="1222548"/>
                  <a:pt x="1209675" y="1214999"/>
                </a:cubicBezTo>
                <a:close/>
                <a:moveTo>
                  <a:pt x="1715840" y="1197003"/>
                </a:moveTo>
                <a:cubicBezTo>
                  <a:pt x="1699656" y="1177501"/>
                  <a:pt x="1712934" y="1150948"/>
                  <a:pt x="1737143" y="1154402"/>
                </a:cubicBezTo>
                <a:cubicBezTo>
                  <a:pt x="1751557" y="1156459"/>
                  <a:pt x="1757362" y="1164087"/>
                  <a:pt x="1757362" y="1180969"/>
                </a:cubicBezTo>
                <a:cubicBezTo>
                  <a:pt x="1757362" y="1208142"/>
                  <a:pt x="1732918" y="1217581"/>
                  <a:pt x="1715840" y="1197003"/>
                </a:cubicBezTo>
                <a:close/>
                <a:moveTo>
                  <a:pt x="975855" y="1167451"/>
                </a:moveTo>
                <a:cubicBezTo>
                  <a:pt x="958575" y="1141079"/>
                  <a:pt x="970414" y="1104900"/>
                  <a:pt x="996323" y="1104900"/>
                </a:cubicBezTo>
                <a:cubicBezTo>
                  <a:pt x="1041411" y="1104900"/>
                  <a:pt x="1062537" y="1145901"/>
                  <a:pt x="1032782" y="1175657"/>
                </a:cubicBezTo>
                <a:cubicBezTo>
                  <a:pt x="1011573" y="1196865"/>
                  <a:pt x="993412" y="1194247"/>
                  <a:pt x="975855" y="1167451"/>
                </a:cubicBezTo>
                <a:close/>
                <a:moveTo>
                  <a:pt x="858709" y="1112074"/>
                </a:moveTo>
                <a:cubicBezTo>
                  <a:pt x="843141" y="1096506"/>
                  <a:pt x="845092" y="1067212"/>
                  <a:pt x="862133" y="1060672"/>
                </a:cubicBezTo>
                <a:cubicBezTo>
                  <a:pt x="878926" y="1054228"/>
                  <a:pt x="904875" y="1072909"/>
                  <a:pt x="904875" y="1091443"/>
                </a:cubicBezTo>
                <a:cubicBezTo>
                  <a:pt x="904875" y="1110761"/>
                  <a:pt x="872060" y="1125425"/>
                  <a:pt x="858709" y="1112074"/>
                </a:cubicBezTo>
                <a:close/>
                <a:moveTo>
                  <a:pt x="1238752" y="1100742"/>
                </a:moveTo>
                <a:cubicBezTo>
                  <a:pt x="1231907" y="1092495"/>
                  <a:pt x="1229107" y="1076099"/>
                  <a:pt x="1232341" y="1063211"/>
                </a:cubicBezTo>
                <a:cubicBezTo>
                  <a:pt x="1245075" y="1012476"/>
                  <a:pt x="1308183" y="1026859"/>
                  <a:pt x="1303100" y="1079339"/>
                </a:cubicBezTo>
                <a:cubicBezTo>
                  <a:pt x="1299729" y="1114129"/>
                  <a:pt x="1260650" y="1127128"/>
                  <a:pt x="1238752" y="1100742"/>
                </a:cubicBezTo>
                <a:close/>
                <a:moveTo>
                  <a:pt x="1428850" y="1100258"/>
                </a:moveTo>
                <a:cubicBezTo>
                  <a:pt x="1413321" y="1081547"/>
                  <a:pt x="1423404" y="1057275"/>
                  <a:pt x="1446707" y="1057275"/>
                </a:cubicBezTo>
                <a:cubicBezTo>
                  <a:pt x="1468951" y="1057275"/>
                  <a:pt x="1477000" y="1074867"/>
                  <a:pt x="1465227" y="1097756"/>
                </a:cubicBezTo>
                <a:cubicBezTo>
                  <a:pt x="1454739" y="1118149"/>
                  <a:pt x="1444294" y="1118867"/>
                  <a:pt x="1428850" y="1100258"/>
                </a:cubicBezTo>
                <a:close/>
                <a:moveTo>
                  <a:pt x="1602224" y="1093589"/>
                </a:moveTo>
                <a:cubicBezTo>
                  <a:pt x="1586595" y="1077960"/>
                  <a:pt x="1587701" y="1062075"/>
                  <a:pt x="1605440" y="1047353"/>
                </a:cubicBezTo>
                <a:cubicBezTo>
                  <a:pt x="1626561" y="1029824"/>
                  <a:pt x="1657101" y="1059489"/>
                  <a:pt x="1642220" y="1083080"/>
                </a:cubicBezTo>
                <a:cubicBezTo>
                  <a:pt x="1628842" y="1104289"/>
                  <a:pt x="1616236" y="1107601"/>
                  <a:pt x="1602224" y="1093589"/>
                </a:cubicBezTo>
                <a:close/>
                <a:moveTo>
                  <a:pt x="1144471" y="1081681"/>
                </a:moveTo>
                <a:cubicBezTo>
                  <a:pt x="1146281" y="1072943"/>
                  <a:pt x="1152048" y="1066020"/>
                  <a:pt x="1157287" y="1066296"/>
                </a:cubicBezTo>
                <a:cubicBezTo>
                  <a:pt x="1171425" y="1067043"/>
                  <a:pt x="1168828" y="1088353"/>
                  <a:pt x="1153996" y="1093296"/>
                </a:cubicBezTo>
                <a:cubicBezTo>
                  <a:pt x="1145984" y="1095967"/>
                  <a:pt x="1142414" y="1091613"/>
                  <a:pt x="1144471" y="1081681"/>
                </a:cubicBezTo>
                <a:close/>
                <a:moveTo>
                  <a:pt x="709922" y="1027242"/>
                </a:moveTo>
                <a:cubicBezTo>
                  <a:pt x="687012" y="1009221"/>
                  <a:pt x="685764" y="1005664"/>
                  <a:pt x="699625" y="997907"/>
                </a:cubicBezTo>
                <a:cubicBezTo>
                  <a:pt x="718604" y="987286"/>
                  <a:pt x="762000" y="1012175"/>
                  <a:pt x="762000" y="1033682"/>
                </a:cubicBezTo>
                <a:cubicBezTo>
                  <a:pt x="762000" y="1053759"/>
                  <a:pt x="740208" y="1051064"/>
                  <a:pt x="709922" y="1027242"/>
                </a:cubicBezTo>
                <a:close/>
                <a:moveTo>
                  <a:pt x="1731168" y="1018412"/>
                </a:moveTo>
                <a:cubicBezTo>
                  <a:pt x="1710334" y="1006276"/>
                  <a:pt x="1709210" y="959222"/>
                  <a:pt x="1729356" y="942502"/>
                </a:cubicBezTo>
                <a:cubicBezTo>
                  <a:pt x="1752453" y="923333"/>
                  <a:pt x="1794748" y="941970"/>
                  <a:pt x="1798360" y="972909"/>
                </a:cubicBezTo>
                <a:cubicBezTo>
                  <a:pt x="1803265" y="1014911"/>
                  <a:pt x="1767149" y="1039368"/>
                  <a:pt x="1731168" y="1018412"/>
                </a:cubicBezTo>
                <a:close/>
                <a:moveTo>
                  <a:pt x="1062717" y="994682"/>
                </a:moveTo>
                <a:cubicBezTo>
                  <a:pt x="1036342" y="968307"/>
                  <a:pt x="1047309" y="923925"/>
                  <a:pt x="1080201" y="923925"/>
                </a:cubicBezTo>
                <a:cubicBezTo>
                  <a:pt x="1105281" y="923925"/>
                  <a:pt x="1123950" y="940705"/>
                  <a:pt x="1123950" y="963249"/>
                </a:cubicBezTo>
                <a:cubicBezTo>
                  <a:pt x="1123950" y="980433"/>
                  <a:pt x="1099960" y="1009650"/>
                  <a:pt x="1085850" y="1009650"/>
                </a:cubicBezTo>
                <a:cubicBezTo>
                  <a:pt x="1081359" y="1009650"/>
                  <a:pt x="1070950" y="1002914"/>
                  <a:pt x="1062717" y="994682"/>
                </a:cubicBezTo>
                <a:close/>
                <a:moveTo>
                  <a:pt x="1329599" y="965600"/>
                </a:moveTo>
                <a:cubicBezTo>
                  <a:pt x="1321520" y="944546"/>
                  <a:pt x="1345982" y="919366"/>
                  <a:pt x="1366766" y="927342"/>
                </a:cubicBezTo>
                <a:cubicBezTo>
                  <a:pt x="1376435" y="931052"/>
                  <a:pt x="1381290" y="941609"/>
                  <a:pt x="1379411" y="954838"/>
                </a:cubicBezTo>
                <a:cubicBezTo>
                  <a:pt x="1375613" y="981585"/>
                  <a:pt x="1338787" y="989541"/>
                  <a:pt x="1329599" y="965600"/>
                </a:cubicBezTo>
                <a:close/>
                <a:moveTo>
                  <a:pt x="864001" y="965601"/>
                </a:moveTo>
                <a:cubicBezTo>
                  <a:pt x="851086" y="952686"/>
                  <a:pt x="857363" y="924534"/>
                  <a:pt x="875299" y="914935"/>
                </a:cubicBezTo>
                <a:cubicBezTo>
                  <a:pt x="896908" y="903370"/>
                  <a:pt x="917830" y="922792"/>
                  <a:pt x="912707" y="949661"/>
                </a:cubicBezTo>
                <a:cubicBezTo>
                  <a:pt x="909388" y="967074"/>
                  <a:pt x="876302" y="977902"/>
                  <a:pt x="864001" y="965601"/>
                </a:cubicBezTo>
                <a:close/>
                <a:moveTo>
                  <a:pt x="1510392" y="956582"/>
                </a:moveTo>
                <a:cubicBezTo>
                  <a:pt x="1491941" y="938130"/>
                  <a:pt x="1491493" y="923417"/>
                  <a:pt x="1508669" y="899928"/>
                </a:cubicBezTo>
                <a:cubicBezTo>
                  <a:pt x="1526931" y="874953"/>
                  <a:pt x="1571625" y="893872"/>
                  <a:pt x="1571625" y="926578"/>
                </a:cubicBezTo>
                <a:cubicBezTo>
                  <a:pt x="1571625" y="967710"/>
                  <a:pt x="1537998" y="984187"/>
                  <a:pt x="1510392" y="956582"/>
                </a:cubicBezTo>
                <a:close/>
                <a:moveTo>
                  <a:pt x="653973" y="891091"/>
                </a:moveTo>
                <a:cubicBezTo>
                  <a:pt x="644823" y="867246"/>
                  <a:pt x="657801" y="846454"/>
                  <a:pt x="679868" y="849602"/>
                </a:cubicBezTo>
                <a:cubicBezTo>
                  <a:pt x="694316" y="851664"/>
                  <a:pt x="700087" y="859284"/>
                  <a:pt x="700087" y="876300"/>
                </a:cubicBezTo>
                <a:cubicBezTo>
                  <a:pt x="700087" y="904052"/>
                  <a:pt x="663456" y="915802"/>
                  <a:pt x="653973" y="891091"/>
                </a:cubicBezTo>
                <a:close/>
                <a:moveTo>
                  <a:pt x="1230409" y="876308"/>
                </a:moveTo>
                <a:cubicBezTo>
                  <a:pt x="1219432" y="845493"/>
                  <a:pt x="1219708" y="844151"/>
                  <a:pt x="1234071" y="858513"/>
                </a:cubicBezTo>
                <a:cubicBezTo>
                  <a:pt x="1242614" y="867057"/>
                  <a:pt x="1247957" y="882055"/>
                  <a:pt x="1245943" y="891842"/>
                </a:cubicBezTo>
                <a:cubicBezTo>
                  <a:pt x="1243228" y="905036"/>
                  <a:pt x="1239212" y="901019"/>
                  <a:pt x="1230409" y="876308"/>
                </a:cubicBezTo>
                <a:close/>
                <a:moveTo>
                  <a:pt x="1920875" y="898525"/>
                </a:moveTo>
                <a:cubicBezTo>
                  <a:pt x="1908812" y="886462"/>
                  <a:pt x="1914572" y="847108"/>
                  <a:pt x="1929223" y="841486"/>
                </a:cubicBezTo>
                <a:cubicBezTo>
                  <a:pt x="1950374" y="833370"/>
                  <a:pt x="1955318" y="842352"/>
                  <a:pt x="1948012" y="875618"/>
                </a:cubicBezTo>
                <a:cubicBezTo>
                  <a:pt x="1941713" y="904295"/>
                  <a:pt x="1933542" y="911192"/>
                  <a:pt x="1920875" y="898525"/>
                </a:cubicBezTo>
                <a:close/>
                <a:moveTo>
                  <a:pt x="955698" y="851847"/>
                </a:moveTo>
                <a:cubicBezTo>
                  <a:pt x="947760" y="831159"/>
                  <a:pt x="967914" y="811704"/>
                  <a:pt x="982339" y="826129"/>
                </a:cubicBezTo>
                <a:cubicBezTo>
                  <a:pt x="994532" y="838322"/>
                  <a:pt x="986978" y="866775"/>
                  <a:pt x="971550" y="866775"/>
                </a:cubicBezTo>
                <a:cubicBezTo>
                  <a:pt x="965982" y="866775"/>
                  <a:pt x="958849" y="860057"/>
                  <a:pt x="955698" y="851847"/>
                </a:cubicBezTo>
                <a:close/>
                <a:moveTo>
                  <a:pt x="787668" y="830725"/>
                </a:moveTo>
                <a:cubicBezTo>
                  <a:pt x="766567" y="807409"/>
                  <a:pt x="767254" y="787867"/>
                  <a:pt x="789892" y="767380"/>
                </a:cubicBezTo>
                <a:cubicBezTo>
                  <a:pt x="814013" y="745551"/>
                  <a:pt x="845794" y="755755"/>
                  <a:pt x="853867" y="787921"/>
                </a:cubicBezTo>
                <a:cubicBezTo>
                  <a:pt x="865884" y="835798"/>
                  <a:pt x="819437" y="865830"/>
                  <a:pt x="787668" y="830725"/>
                </a:cubicBezTo>
                <a:close/>
                <a:moveTo>
                  <a:pt x="1609401" y="833047"/>
                </a:moveTo>
                <a:cubicBezTo>
                  <a:pt x="1593316" y="813665"/>
                  <a:pt x="1608160" y="785812"/>
                  <a:pt x="1634575" y="785812"/>
                </a:cubicBezTo>
                <a:cubicBezTo>
                  <a:pt x="1648220" y="785812"/>
                  <a:pt x="1652587" y="792708"/>
                  <a:pt x="1652587" y="814257"/>
                </a:cubicBezTo>
                <a:cubicBezTo>
                  <a:pt x="1652587" y="847129"/>
                  <a:pt x="1629445" y="857198"/>
                  <a:pt x="1609401" y="833047"/>
                </a:cubicBezTo>
                <a:close/>
                <a:moveTo>
                  <a:pt x="1768475" y="822325"/>
                </a:moveTo>
                <a:cubicBezTo>
                  <a:pt x="1758474" y="812324"/>
                  <a:pt x="1761061" y="782831"/>
                  <a:pt x="1772564" y="775722"/>
                </a:cubicBezTo>
                <a:cubicBezTo>
                  <a:pt x="1791147" y="764237"/>
                  <a:pt x="1814954" y="796639"/>
                  <a:pt x="1800621" y="813909"/>
                </a:cubicBezTo>
                <a:cubicBezTo>
                  <a:pt x="1787342" y="829909"/>
                  <a:pt x="1778400" y="832250"/>
                  <a:pt x="1768475" y="822325"/>
                </a:cubicBezTo>
                <a:close/>
                <a:moveTo>
                  <a:pt x="1871149" y="732595"/>
                </a:moveTo>
                <a:cubicBezTo>
                  <a:pt x="1867629" y="726899"/>
                  <a:pt x="1869146" y="717843"/>
                  <a:pt x="1874520" y="712470"/>
                </a:cubicBezTo>
                <a:cubicBezTo>
                  <a:pt x="1886537" y="700452"/>
                  <a:pt x="1905000" y="710601"/>
                  <a:pt x="1905000" y="729224"/>
                </a:cubicBezTo>
                <a:cubicBezTo>
                  <a:pt x="1905000" y="745261"/>
                  <a:pt x="1880486" y="747701"/>
                  <a:pt x="1871149" y="732595"/>
                </a:cubicBezTo>
                <a:close/>
                <a:moveTo>
                  <a:pt x="1990725" y="726886"/>
                </a:moveTo>
                <a:cubicBezTo>
                  <a:pt x="1990725" y="716049"/>
                  <a:pt x="1997154" y="701846"/>
                  <a:pt x="2005012" y="695325"/>
                </a:cubicBezTo>
                <a:cubicBezTo>
                  <a:pt x="2024406" y="679229"/>
                  <a:pt x="2024192" y="702343"/>
                  <a:pt x="2004709" y="728101"/>
                </a:cubicBezTo>
                <a:cubicBezTo>
                  <a:pt x="1990961" y="746277"/>
                  <a:pt x="1990725" y="746257"/>
                  <a:pt x="1990725" y="726886"/>
                </a:cubicBezTo>
                <a:close/>
                <a:moveTo>
                  <a:pt x="914500" y="709733"/>
                </a:moveTo>
                <a:cubicBezTo>
                  <a:pt x="902707" y="695524"/>
                  <a:pt x="907296" y="666485"/>
                  <a:pt x="921244" y="667052"/>
                </a:cubicBezTo>
                <a:cubicBezTo>
                  <a:pt x="939259" y="667786"/>
                  <a:pt x="963982" y="695535"/>
                  <a:pt x="958756" y="709154"/>
                </a:cubicBezTo>
                <a:cubicBezTo>
                  <a:pt x="951584" y="727844"/>
                  <a:pt x="929768" y="728129"/>
                  <a:pt x="914500" y="709733"/>
                </a:cubicBezTo>
                <a:close/>
                <a:moveTo>
                  <a:pt x="653324" y="679850"/>
                </a:moveTo>
                <a:cubicBezTo>
                  <a:pt x="645245" y="658796"/>
                  <a:pt x="669707" y="633616"/>
                  <a:pt x="690491" y="641592"/>
                </a:cubicBezTo>
                <a:cubicBezTo>
                  <a:pt x="700160" y="645302"/>
                  <a:pt x="705015" y="655859"/>
                  <a:pt x="703136" y="669088"/>
                </a:cubicBezTo>
                <a:cubicBezTo>
                  <a:pt x="699338" y="695835"/>
                  <a:pt x="662512" y="703791"/>
                  <a:pt x="653324" y="679850"/>
                </a:cubicBezTo>
                <a:close/>
                <a:moveTo>
                  <a:pt x="1701541" y="679191"/>
                </a:moveTo>
                <a:cubicBezTo>
                  <a:pt x="1690157" y="667807"/>
                  <a:pt x="1695390" y="647700"/>
                  <a:pt x="1709737" y="647700"/>
                </a:cubicBezTo>
                <a:cubicBezTo>
                  <a:pt x="1717595" y="647700"/>
                  <a:pt x="1724025" y="653876"/>
                  <a:pt x="1724025" y="661425"/>
                </a:cubicBezTo>
                <a:cubicBezTo>
                  <a:pt x="1724025" y="677338"/>
                  <a:pt x="1710430" y="688080"/>
                  <a:pt x="1701541" y="679191"/>
                </a:cubicBezTo>
                <a:close/>
                <a:moveTo>
                  <a:pt x="515163" y="636415"/>
                </a:moveTo>
                <a:cubicBezTo>
                  <a:pt x="507014" y="613038"/>
                  <a:pt x="507347" y="604364"/>
                  <a:pt x="516617" y="598504"/>
                </a:cubicBezTo>
                <a:cubicBezTo>
                  <a:pt x="532738" y="588313"/>
                  <a:pt x="551787" y="614839"/>
                  <a:pt x="545530" y="638766"/>
                </a:cubicBezTo>
                <a:cubicBezTo>
                  <a:pt x="537494" y="669495"/>
                  <a:pt x="526396" y="668636"/>
                  <a:pt x="515163" y="636415"/>
                </a:cubicBezTo>
                <a:close/>
                <a:moveTo>
                  <a:pt x="1805667" y="642257"/>
                </a:moveTo>
                <a:cubicBezTo>
                  <a:pt x="1788115" y="624705"/>
                  <a:pt x="1787164" y="614954"/>
                  <a:pt x="1800560" y="589923"/>
                </a:cubicBezTo>
                <a:cubicBezTo>
                  <a:pt x="1817721" y="557858"/>
                  <a:pt x="1876425" y="576768"/>
                  <a:pt x="1876425" y="614362"/>
                </a:cubicBezTo>
                <a:cubicBezTo>
                  <a:pt x="1876425" y="631039"/>
                  <a:pt x="1850239" y="657225"/>
                  <a:pt x="1833562" y="657225"/>
                </a:cubicBezTo>
                <a:cubicBezTo>
                  <a:pt x="1826452" y="657225"/>
                  <a:pt x="1813900" y="650489"/>
                  <a:pt x="1805667" y="642257"/>
                </a:cubicBezTo>
                <a:close/>
                <a:moveTo>
                  <a:pt x="766074" y="595598"/>
                </a:moveTo>
                <a:cubicBezTo>
                  <a:pt x="744131" y="562110"/>
                  <a:pt x="755907" y="554361"/>
                  <a:pt x="795962" y="575933"/>
                </a:cubicBezTo>
                <a:cubicBezTo>
                  <a:pt x="831809" y="595238"/>
                  <a:pt x="834480" y="612582"/>
                  <a:pt x="802337" y="617327"/>
                </a:cubicBezTo>
                <a:cubicBezTo>
                  <a:pt x="789156" y="619273"/>
                  <a:pt x="776692" y="611804"/>
                  <a:pt x="766074" y="595598"/>
                </a:cubicBezTo>
                <a:close/>
                <a:moveTo>
                  <a:pt x="594531" y="529117"/>
                </a:moveTo>
                <a:cubicBezTo>
                  <a:pt x="571504" y="512120"/>
                  <a:pt x="586547" y="493545"/>
                  <a:pt x="616908" y="501485"/>
                </a:cubicBezTo>
                <a:cubicBezTo>
                  <a:pt x="641186" y="507834"/>
                  <a:pt x="643736" y="516926"/>
                  <a:pt x="625487" y="532072"/>
                </a:cubicBezTo>
                <a:cubicBezTo>
                  <a:pt x="616087" y="539873"/>
                  <a:pt x="608065" y="539107"/>
                  <a:pt x="594531" y="529117"/>
                </a:cubicBezTo>
                <a:close/>
                <a:moveTo>
                  <a:pt x="1937679" y="532335"/>
                </a:moveTo>
                <a:cubicBezTo>
                  <a:pt x="1930091" y="520058"/>
                  <a:pt x="1949867" y="505182"/>
                  <a:pt x="1974056" y="504970"/>
                </a:cubicBezTo>
                <a:cubicBezTo>
                  <a:pt x="1993452" y="504801"/>
                  <a:pt x="1995520" y="515269"/>
                  <a:pt x="1979295" y="531495"/>
                </a:cubicBezTo>
                <a:cubicBezTo>
                  <a:pt x="1964976" y="545813"/>
                  <a:pt x="1946243" y="546191"/>
                  <a:pt x="1937679" y="532335"/>
                </a:cubicBezTo>
                <a:close/>
              </a:path>
            </a:pathLst>
          </a:custGeom>
          <a:solidFill>
            <a:srgbClr val="7A1732">
              <a:alpha val="75000"/>
            </a:srgbClr>
          </a:solidFill>
          <a:ln>
            <a:noFill/>
          </a:ln>
        </p:spPr>
      </p:sp>
      <p:sp>
        <p:nvSpPr>
          <p:cNvPr id="17" name="TEXT: sound like you?"/>
          <p:cNvSpPr/>
          <p:nvPr/>
        </p:nvSpPr>
        <p:spPr>
          <a:xfrm rot="120000">
            <a:off x="2452688" y="9067800"/>
            <a:ext cx="53816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sound like you?</a:t>
            </a:r>
          </a:p>
        </p:txBody>
      </p:sp>
      <p:sp>
        <p:nvSpPr>
          <p:cNvPr id="18" name="LETTERING: Comment"/>
          <p:cNvSpPr txBox="1"/>
          <p:nvPr/>
        </p:nvSpPr>
        <p:spPr>
          <a:xfrm>
            <a:off x="857250" y="9772650"/>
            <a:ext cx="8572500" cy="2171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50" i="0">
                <a:solidFill>
                  <a:srgbClr val="FFFFFF"/>
                </a:solidFill>
                <a:latin typeface="DM Serif Display"/>
              </a:rPr>
              <a:t>Comment</a:t>
            </a:r>
          </a:p>
        </p:txBody>
      </p:sp>
      <p:sp>
        <p:nvSpPr>
          <p:cNvPr id="19" name="TEXT: &quot;[KEYWORD]&quot;"/>
          <p:cNvSpPr/>
          <p:nvPr/>
        </p:nvSpPr>
        <p:spPr>
          <a:xfrm rot="21480000">
            <a:off x="2224088" y="1170622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sp>
        <p:nvSpPr>
          <p:cNvPr id="20" name="sparkle"/>
          <p:cNvSpPr/>
          <p:nvPr/>
        </p:nvSpPr>
        <p:spPr>
          <a:xfrm rot="0">
            <a:off x="8477250" y="9786937"/>
            <a:ext cx="762000" cy="1000125"/>
          </a:xfrm>
          <a:custGeom>
            <a:avLst/>
            <a:gdLst/>
            <a:ahLst/>
            <a:cxnLst/>
            <a:rect l="0" t="0" r="r" b="b"/>
            <a:pathLst>
              <a:path w="762000" h="1000125">
                <a:moveTo>
                  <a:pt x="352822" y="962025"/>
                </a:moveTo>
                <a:cubicBezTo>
                  <a:pt x="351364" y="938450"/>
                  <a:pt x="346899" y="906303"/>
                  <a:pt x="342900" y="890587"/>
                </a:cubicBezTo>
                <a:lnTo>
                  <a:pt x="335628" y="862012"/>
                </a:lnTo>
                <a:lnTo>
                  <a:pt x="334501" y="889793"/>
                </a:lnTo>
                <a:cubicBezTo>
                  <a:pt x="332553" y="937814"/>
                  <a:pt x="324812" y="911948"/>
                  <a:pt x="310343" y="809072"/>
                </a:cubicBezTo>
                <a:cubicBezTo>
                  <a:pt x="294373" y="695525"/>
                  <a:pt x="277929" y="649593"/>
                  <a:pt x="240560" y="614153"/>
                </a:cubicBezTo>
                <a:cubicBezTo>
                  <a:pt x="206094" y="581465"/>
                  <a:pt x="149512" y="552449"/>
                  <a:pt x="120235" y="552450"/>
                </a:cubicBezTo>
                <a:cubicBezTo>
                  <a:pt x="107366" y="552450"/>
                  <a:pt x="95338" y="547951"/>
                  <a:pt x="93505" y="542453"/>
                </a:cubicBezTo>
                <a:cubicBezTo>
                  <a:pt x="91672" y="536955"/>
                  <a:pt x="68812" y="528887"/>
                  <a:pt x="42705" y="524523"/>
                </a:cubicBezTo>
                <a:cubicBezTo>
                  <a:pt x="5207" y="518256"/>
                  <a:pt x="1739" y="516355"/>
                  <a:pt x="26193" y="515470"/>
                </a:cubicBezTo>
                <a:cubicBezTo>
                  <a:pt x="43219" y="514854"/>
                  <a:pt x="57150" y="510063"/>
                  <a:pt x="57150" y="504825"/>
                </a:cubicBezTo>
                <a:cubicBezTo>
                  <a:pt x="57150" y="499586"/>
                  <a:pt x="72866" y="495300"/>
                  <a:pt x="92075" y="495300"/>
                </a:cubicBezTo>
                <a:cubicBezTo>
                  <a:pt x="111283" y="495300"/>
                  <a:pt x="124228" y="492528"/>
                  <a:pt x="120840" y="489140"/>
                </a:cubicBezTo>
                <a:cubicBezTo>
                  <a:pt x="117452" y="485752"/>
                  <a:pt x="135392" y="473384"/>
                  <a:pt x="160707" y="461655"/>
                </a:cubicBezTo>
                <a:cubicBezTo>
                  <a:pt x="276283" y="408108"/>
                  <a:pt x="324541" y="316826"/>
                  <a:pt x="353154" y="97631"/>
                </a:cubicBezTo>
                <a:cubicBezTo>
                  <a:pt x="359479" y="49172"/>
                  <a:pt x="368414" y="9525"/>
                  <a:pt x="373009" y="9525"/>
                </a:cubicBezTo>
                <a:cubicBezTo>
                  <a:pt x="377603" y="9525"/>
                  <a:pt x="378673" y="20240"/>
                  <a:pt x="375386" y="33337"/>
                </a:cubicBezTo>
                <a:cubicBezTo>
                  <a:pt x="370946" y="51027"/>
                  <a:pt x="373186" y="57149"/>
                  <a:pt x="384099" y="57149"/>
                </a:cubicBezTo>
                <a:cubicBezTo>
                  <a:pt x="394702" y="57149"/>
                  <a:pt x="397545" y="64007"/>
                  <a:pt x="394317" y="81804"/>
                </a:cubicBezTo>
                <a:cubicBezTo>
                  <a:pt x="391859" y="95363"/>
                  <a:pt x="394474" y="141440"/>
                  <a:pt x="400130" y="184197"/>
                </a:cubicBezTo>
                <a:cubicBezTo>
                  <a:pt x="424051" y="365044"/>
                  <a:pt x="467986" y="424222"/>
                  <a:pt x="600075" y="453512"/>
                </a:cubicBezTo>
                <a:cubicBezTo>
                  <a:pt x="639902" y="462343"/>
                  <a:pt x="645611" y="465480"/>
                  <a:pt x="623887" y="466596"/>
                </a:cubicBezTo>
                <a:cubicBezTo>
                  <a:pt x="571087" y="469308"/>
                  <a:pt x="627439" y="484227"/>
                  <a:pt x="700087" y="486769"/>
                </a:cubicBezTo>
                <a:cubicBezTo>
                  <a:pt x="747696" y="488435"/>
                  <a:pt x="755329" y="490138"/>
                  <a:pt x="726780" y="492724"/>
                </a:cubicBezTo>
                <a:cubicBezTo>
                  <a:pt x="696694" y="495450"/>
                  <a:pt x="688106" y="499752"/>
                  <a:pt x="692081" y="510110"/>
                </a:cubicBezTo>
                <a:cubicBezTo>
                  <a:pt x="696266" y="521018"/>
                  <a:pt x="687151" y="523875"/>
                  <a:pt x="648156" y="523875"/>
                </a:cubicBezTo>
                <a:cubicBezTo>
                  <a:pt x="613013" y="523875"/>
                  <a:pt x="600919" y="527059"/>
                  <a:pt x="605837" y="535018"/>
                </a:cubicBezTo>
                <a:cubicBezTo>
                  <a:pt x="610629" y="542772"/>
                  <a:pt x="607266" y="544067"/>
                  <a:pt x="594784" y="539277"/>
                </a:cubicBezTo>
                <a:cubicBezTo>
                  <a:pt x="584916" y="535491"/>
                  <a:pt x="579911" y="535461"/>
                  <a:pt x="583662" y="539212"/>
                </a:cubicBezTo>
                <a:cubicBezTo>
                  <a:pt x="593502" y="549052"/>
                  <a:pt x="534434" y="582691"/>
                  <a:pt x="520921" y="574943"/>
                </a:cubicBezTo>
                <a:cubicBezTo>
                  <a:pt x="514687" y="571369"/>
                  <a:pt x="512476" y="571665"/>
                  <a:pt x="516008" y="575600"/>
                </a:cubicBezTo>
                <a:cubicBezTo>
                  <a:pt x="519539" y="579534"/>
                  <a:pt x="508147" y="601464"/>
                  <a:pt x="490691" y="624332"/>
                </a:cubicBezTo>
                <a:cubicBezTo>
                  <a:pt x="473236" y="647200"/>
                  <a:pt x="453940" y="681101"/>
                  <a:pt x="447813" y="699667"/>
                </a:cubicBezTo>
                <a:cubicBezTo>
                  <a:pt x="441686" y="718234"/>
                  <a:pt x="433120" y="733425"/>
                  <a:pt x="428778" y="733425"/>
                </a:cubicBezTo>
                <a:cubicBezTo>
                  <a:pt x="424436" y="733425"/>
                  <a:pt x="423125" y="741997"/>
                  <a:pt x="425865" y="752475"/>
                </a:cubicBezTo>
                <a:cubicBezTo>
                  <a:pt x="428605" y="762952"/>
                  <a:pt x="426519" y="771525"/>
                  <a:pt x="421229" y="771525"/>
                </a:cubicBezTo>
                <a:cubicBezTo>
                  <a:pt x="406860" y="771525"/>
                  <a:pt x="397796" y="802345"/>
                  <a:pt x="409956" y="809860"/>
                </a:cubicBezTo>
                <a:cubicBezTo>
                  <a:pt x="417236" y="814360"/>
                  <a:pt x="415886" y="821002"/>
                  <a:pt x="405601" y="831287"/>
                </a:cubicBezTo>
                <a:cubicBezTo>
                  <a:pt x="394436" y="842452"/>
                  <a:pt x="393662" y="847393"/>
                  <a:pt x="402516" y="850970"/>
                </a:cubicBezTo>
                <a:cubicBezTo>
                  <a:pt x="411794" y="854718"/>
                  <a:pt x="411752" y="855907"/>
                  <a:pt x="402318" y="856498"/>
                </a:cubicBezTo>
                <a:cubicBezTo>
                  <a:pt x="393682" y="857038"/>
                  <a:pt x="392014" y="867973"/>
                  <a:pt x="396392" y="895350"/>
                </a:cubicBezTo>
                <a:cubicBezTo>
                  <a:pt x="400625" y="921820"/>
                  <a:pt x="399034" y="933450"/>
                  <a:pt x="391180" y="933450"/>
                </a:cubicBezTo>
                <a:cubicBezTo>
                  <a:pt x="384962" y="933450"/>
                  <a:pt x="382280" y="929559"/>
                  <a:pt x="385218" y="924804"/>
                </a:cubicBezTo>
                <a:cubicBezTo>
                  <a:pt x="388157" y="920049"/>
                  <a:pt x="386750" y="906119"/>
                  <a:pt x="382093" y="893848"/>
                </a:cubicBezTo>
                <a:cubicBezTo>
                  <a:pt x="374107" y="872811"/>
                  <a:pt x="373296" y="873441"/>
                  <a:pt x="367881" y="904875"/>
                </a:cubicBezTo>
                <a:cubicBezTo>
                  <a:pt x="364722" y="923210"/>
                  <a:pt x="360638" y="953214"/>
                  <a:pt x="358805" y="971550"/>
                </a:cubicBezTo>
                <a:cubicBezTo>
                  <a:pt x="355782" y="1001800"/>
                  <a:pt x="355228" y="1000918"/>
                  <a:pt x="352822" y="962025"/>
                </a:cubicBezTo>
                <a:close/>
                <a:moveTo>
                  <a:pt x="417428" y="597427"/>
                </a:moveTo>
                <a:cubicBezTo>
                  <a:pt x="429606" y="578047"/>
                  <a:pt x="454717" y="549705"/>
                  <a:pt x="473230" y="534445"/>
                </a:cubicBezTo>
                <a:lnTo>
                  <a:pt x="506891" y="506699"/>
                </a:lnTo>
                <a:lnTo>
                  <a:pt x="473676" y="490938"/>
                </a:lnTo>
                <a:cubicBezTo>
                  <a:pt x="432677" y="471482"/>
                  <a:pt x="405489" y="443209"/>
                  <a:pt x="382674" y="396305"/>
                </a:cubicBezTo>
                <a:lnTo>
                  <a:pt x="365165" y="360307"/>
                </a:lnTo>
                <a:lnTo>
                  <a:pt x="348506" y="403926"/>
                </a:lnTo>
                <a:cubicBezTo>
                  <a:pt x="332265" y="446453"/>
                  <a:pt x="275417" y="504825"/>
                  <a:pt x="250242" y="504825"/>
                </a:cubicBezTo>
                <a:cubicBezTo>
                  <a:pt x="231398" y="504824"/>
                  <a:pt x="235988" y="521913"/>
                  <a:pt x="256588" y="528451"/>
                </a:cubicBezTo>
                <a:cubicBezTo>
                  <a:pt x="286151" y="537834"/>
                  <a:pt x="331577" y="596306"/>
                  <a:pt x="343558" y="640398"/>
                </a:cubicBezTo>
                <a:cubicBezTo>
                  <a:pt x="362856" y="711421"/>
                  <a:pt x="362938" y="711491"/>
                  <a:pt x="379498" y="671138"/>
                </a:cubicBezTo>
                <a:cubicBezTo>
                  <a:pt x="388182" y="649977"/>
                  <a:pt x="405251" y="616807"/>
                  <a:pt x="417428" y="59742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