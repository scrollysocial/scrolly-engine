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 (head near the top, under the butterfly). Edit the [bracket] line to your buyer's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Swap in a photo of the everyday problem. Tip: set it to black and white (Edit photo &gt; Filters).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Swap in your product photo and type its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A second product photo (or the same one). Edit the line to what it fixes, in your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Who it's for: three kinds of buyer, one per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Swap in a screenshot of your shop or listing for the phone screen.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8. Swap in a second photo of you (head near the top, under the crown). Type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10.jp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png"/><Relationship Id="rId4" Type="http://schemas.openxmlformats.org/officeDocument/2006/relationships/image" Target="../media/image22.jp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png"/><Relationship Id="rId4" Type="http://schemas.openxmlformats.org/officeDocument/2006/relationships/image" Target="../media/image25.jp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torn paper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685800" y="2495550"/>
            <a:ext cx="8915400" cy="10629900"/>
          </a:xfrm>
          <a:prstGeom prst="rect">
            <a:avLst/>
          </a:prstGeom>
        </p:spPr>
      </p:pic>
      <p:sp>
        <p:nvSpPr>
          <p:cNvPr id="4" name="PHOTO: You (head near the top)"/>
          <p:cNvSpPr/>
          <p:nvPr/>
        </p:nvSpPr>
        <p:spPr>
          <a:xfrm rot="-120000">
            <a:off x="1333500" y="3143250"/>
            <a:ext cx="7620000" cy="9334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butterfly" descr="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">
            <a:off x="4600575" y="1604962"/>
            <a:ext cx="3181350" cy="3076575"/>
          </a:xfrm>
          <a:prstGeom prst="rect">
            <a:avLst/>
          </a:prstGeom>
        </p:spPr>
      </p:pic>
      <p:sp>
        <p:nvSpPr>
          <p:cNvPr id="6" name="TEXT: if you [always run late]"/>
          <p:cNvSpPr/>
          <p:nvPr/>
        </p:nvSpPr>
        <p:spPr>
          <a:xfrm rot="21420000">
            <a:off x="414338" y="781050"/>
            <a:ext cx="5457825" cy="1581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ctr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if you</a:t>
            </a:r>
          </a:p>
          <a:p>
            <a:pPr algn="ctr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[always run late]</a:t>
            </a:r>
          </a:p>
        </p:txBody>
      </p:sp>
      <p:sp>
        <p:nvSpPr>
          <p:cNvPr id="7" name="LETTERING: this is"/>
          <p:cNvSpPr txBox="1"/>
          <p:nvPr/>
        </p:nvSpPr>
        <p:spPr>
          <a:xfrm rot="180000">
            <a:off x="1814512" y="9677400"/>
            <a:ext cx="3990975" cy="1600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0" i="0">
                <a:solidFill>
                  <a:srgbClr val="FFFFFF"/>
                </a:solidFill>
                <a:latin typeface="DM Serif Display"/>
              </a:rPr>
              <a:t>this </a:t>
            </a:r>
            <a:r>
              <a:rPr sz="10500" i="0">
                <a:solidFill>
                  <a:srgbClr val="FFFFFF"/>
                </a:solidFill>
                <a:latin typeface="DM Serif Display"/>
              </a:rPr>
              <a:t>is</a:t>
            </a:r>
          </a:p>
        </p:txBody>
      </p:sp>
      <p:sp>
        <p:nvSpPr>
          <p:cNvPr id="8" name="LETTERING: for you"/>
          <p:cNvSpPr txBox="1"/>
          <p:nvPr/>
        </p:nvSpPr>
        <p:spPr>
          <a:xfrm rot="180000">
            <a:off x="2405062" y="10739438"/>
            <a:ext cx="6619875" cy="22383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700" i="0">
                <a:solidFill>
                  <a:srgbClr val="FFFFFF"/>
                </a:solidFill>
                <a:latin typeface="DM Serif Display"/>
              </a:rPr>
              <a:t>for </a:t>
            </a:r>
            <a:r>
              <a:rPr sz="14700" i="1">
                <a:solidFill>
                  <a:srgbClr val="FFFFFF"/>
                </a:solidFill>
                <a:latin typeface="DM Serif Display"/>
              </a:rPr>
              <a:t>you</a:t>
            </a:r>
          </a:p>
        </p:txBody>
      </p:sp>
      <p:sp>
        <p:nvSpPr>
          <p:cNvPr id="9" name="sparkle"/>
          <p:cNvSpPr/>
          <p:nvPr/>
        </p:nvSpPr>
        <p:spPr>
          <a:xfrm rot="0">
            <a:off x="9001125" y="10001250"/>
            <a:ext cx="1143000" cy="1333500"/>
          </a:xfrm>
          <a:custGeom>
            <a:avLst/>
            <a:gdLst/>
            <a:ahLst/>
            <a:cxnLst/>
            <a:rect l="0" t="0" r="r" b="b"/>
            <a:pathLst>
              <a:path w="1143000" h="1333500">
                <a:moveTo>
                  <a:pt x="533705" y="1307306"/>
                </a:moveTo>
                <a:cubicBezTo>
                  <a:pt x="532227" y="1290280"/>
                  <a:pt x="529947" y="1272063"/>
                  <a:pt x="528637" y="1266825"/>
                </a:cubicBezTo>
                <a:cubicBezTo>
                  <a:pt x="527327" y="1261586"/>
                  <a:pt x="525112" y="1239083"/>
                  <a:pt x="523713" y="1216818"/>
                </a:cubicBezTo>
                <a:lnTo>
                  <a:pt x="521171" y="1176337"/>
                </a:lnTo>
                <a:lnTo>
                  <a:pt x="514350" y="1214437"/>
                </a:lnTo>
                <a:lnTo>
                  <a:pt x="507528" y="1252537"/>
                </a:lnTo>
                <a:lnTo>
                  <a:pt x="506051" y="1209675"/>
                </a:lnTo>
                <a:cubicBezTo>
                  <a:pt x="504030" y="1151006"/>
                  <a:pt x="473039" y="1006727"/>
                  <a:pt x="448603" y="942219"/>
                </a:cubicBezTo>
                <a:cubicBezTo>
                  <a:pt x="408830" y="837223"/>
                  <a:pt x="314375" y="763936"/>
                  <a:pt x="196901" y="746924"/>
                </a:cubicBezTo>
                <a:cubicBezTo>
                  <a:pt x="155281" y="740896"/>
                  <a:pt x="151332" y="738704"/>
                  <a:pt x="171450" y="732794"/>
                </a:cubicBezTo>
                <a:lnTo>
                  <a:pt x="195262" y="725798"/>
                </a:lnTo>
                <a:lnTo>
                  <a:pt x="169068" y="724849"/>
                </a:lnTo>
                <a:cubicBezTo>
                  <a:pt x="154662" y="724327"/>
                  <a:pt x="142875" y="728186"/>
                  <a:pt x="142875" y="733425"/>
                </a:cubicBezTo>
                <a:cubicBezTo>
                  <a:pt x="142875" y="747754"/>
                  <a:pt x="108699" y="744867"/>
                  <a:pt x="95910" y="729458"/>
                </a:cubicBezTo>
                <a:cubicBezTo>
                  <a:pt x="87019" y="718745"/>
                  <a:pt x="88250" y="715089"/>
                  <a:pt x="101887" y="711705"/>
                </a:cubicBezTo>
                <a:cubicBezTo>
                  <a:pt x="111333" y="709362"/>
                  <a:pt x="91795" y="709367"/>
                  <a:pt x="58469" y="711717"/>
                </a:cubicBezTo>
                <a:cubicBezTo>
                  <a:pt x="16403" y="714684"/>
                  <a:pt x="-170" y="712831"/>
                  <a:pt x="4263" y="705657"/>
                </a:cubicBezTo>
                <a:cubicBezTo>
                  <a:pt x="7775" y="699974"/>
                  <a:pt x="26469" y="695023"/>
                  <a:pt x="45805" y="694655"/>
                </a:cubicBezTo>
                <a:cubicBezTo>
                  <a:pt x="72913" y="694139"/>
                  <a:pt x="76608" y="692286"/>
                  <a:pt x="61947" y="686563"/>
                </a:cubicBezTo>
                <a:cubicBezTo>
                  <a:pt x="47084" y="680762"/>
                  <a:pt x="52769" y="677666"/>
                  <a:pt x="87980" y="672386"/>
                </a:cubicBezTo>
                <a:cubicBezTo>
                  <a:pt x="112757" y="668670"/>
                  <a:pt x="136316" y="660145"/>
                  <a:pt x="140333" y="653442"/>
                </a:cubicBezTo>
                <a:cubicBezTo>
                  <a:pt x="144350" y="646738"/>
                  <a:pt x="172147" y="630144"/>
                  <a:pt x="202104" y="616566"/>
                </a:cubicBezTo>
                <a:cubicBezTo>
                  <a:pt x="387926" y="532344"/>
                  <a:pt x="479835" y="404712"/>
                  <a:pt x="536354" y="152400"/>
                </a:cubicBezTo>
                <a:cubicBezTo>
                  <a:pt x="546726" y="106096"/>
                  <a:pt x="550503" y="98291"/>
                  <a:pt x="551336" y="121443"/>
                </a:cubicBezTo>
                <a:cubicBezTo>
                  <a:pt x="554042" y="196674"/>
                  <a:pt x="581024" y="133341"/>
                  <a:pt x="581025" y="51759"/>
                </a:cubicBezTo>
                <a:cubicBezTo>
                  <a:pt x="581025" y="29148"/>
                  <a:pt x="585311" y="8000"/>
                  <a:pt x="590550" y="4762"/>
                </a:cubicBezTo>
                <a:cubicBezTo>
                  <a:pt x="596365" y="1168"/>
                  <a:pt x="600335" y="16717"/>
                  <a:pt x="600744" y="44681"/>
                </a:cubicBezTo>
                <a:cubicBezTo>
                  <a:pt x="601112" y="69874"/>
                  <a:pt x="605049" y="99060"/>
                  <a:pt x="609493" y="109537"/>
                </a:cubicBezTo>
                <a:cubicBezTo>
                  <a:pt x="615772" y="124343"/>
                  <a:pt x="617401" y="120620"/>
                  <a:pt x="616804" y="92826"/>
                </a:cubicBezTo>
                <a:cubicBezTo>
                  <a:pt x="615079" y="12619"/>
                  <a:pt x="626152" y="54458"/>
                  <a:pt x="631906" y="149893"/>
                </a:cubicBezTo>
                <a:cubicBezTo>
                  <a:pt x="649268" y="437816"/>
                  <a:pt x="729092" y="538494"/>
                  <a:pt x="973776" y="581076"/>
                </a:cubicBezTo>
                <a:cubicBezTo>
                  <a:pt x="1027558" y="590435"/>
                  <a:pt x="1064061" y="598539"/>
                  <a:pt x="1054893" y="599084"/>
                </a:cubicBezTo>
                <a:cubicBezTo>
                  <a:pt x="1045725" y="599629"/>
                  <a:pt x="1038225" y="604063"/>
                  <a:pt x="1038225" y="608937"/>
                </a:cubicBezTo>
                <a:cubicBezTo>
                  <a:pt x="1038225" y="613811"/>
                  <a:pt x="1028580" y="619657"/>
                  <a:pt x="1016793" y="621927"/>
                </a:cubicBezTo>
                <a:cubicBezTo>
                  <a:pt x="1005006" y="624198"/>
                  <a:pt x="1029652" y="627229"/>
                  <a:pt x="1071562" y="628664"/>
                </a:cubicBezTo>
                <a:lnTo>
                  <a:pt x="1147762" y="631273"/>
                </a:lnTo>
                <a:lnTo>
                  <a:pt x="1102139" y="641153"/>
                </a:lnTo>
                <a:cubicBezTo>
                  <a:pt x="1071248" y="647844"/>
                  <a:pt x="1058047" y="655025"/>
                  <a:pt x="1061259" y="663394"/>
                </a:cubicBezTo>
                <a:cubicBezTo>
                  <a:pt x="1064374" y="671511"/>
                  <a:pt x="1052239" y="679295"/>
                  <a:pt x="1025920" y="686065"/>
                </a:cubicBezTo>
                <a:cubicBezTo>
                  <a:pt x="816419" y="739953"/>
                  <a:pt x="707642" y="841373"/>
                  <a:pt x="634794" y="1050734"/>
                </a:cubicBezTo>
                <a:cubicBezTo>
                  <a:pt x="631370" y="1060576"/>
                  <a:pt x="624107" y="1065116"/>
                  <a:pt x="617912" y="1061288"/>
                </a:cubicBezTo>
                <a:cubicBezTo>
                  <a:pt x="610344" y="1056610"/>
                  <a:pt x="608375" y="1063662"/>
                  <a:pt x="611433" y="1084496"/>
                </a:cubicBezTo>
                <a:cubicBezTo>
                  <a:pt x="613849" y="1100957"/>
                  <a:pt x="612028" y="1114425"/>
                  <a:pt x="607388" y="1114425"/>
                </a:cubicBezTo>
                <a:cubicBezTo>
                  <a:pt x="602747" y="1114425"/>
                  <a:pt x="601710" y="1118890"/>
                  <a:pt x="605083" y="1124348"/>
                </a:cubicBezTo>
                <a:cubicBezTo>
                  <a:pt x="612781" y="1136803"/>
                  <a:pt x="581645" y="1312942"/>
                  <a:pt x="570532" y="1319810"/>
                </a:cubicBezTo>
                <a:cubicBezTo>
                  <a:pt x="566028" y="1322594"/>
                  <a:pt x="559079" y="1306453"/>
                  <a:pt x="555090" y="1283942"/>
                </a:cubicBezTo>
                <a:lnTo>
                  <a:pt x="547836" y="1243012"/>
                </a:lnTo>
                <a:lnTo>
                  <a:pt x="542114" y="1290637"/>
                </a:lnTo>
                <a:cubicBezTo>
                  <a:pt x="537472" y="1329280"/>
                  <a:pt x="535886" y="1332424"/>
                  <a:pt x="533705" y="1307306"/>
                </a:cubicBezTo>
                <a:close/>
                <a:moveTo>
                  <a:pt x="581347" y="945356"/>
                </a:moveTo>
                <a:cubicBezTo>
                  <a:pt x="614524" y="840710"/>
                  <a:pt x="711448" y="716956"/>
                  <a:pt x="793487" y="674491"/>
                </a:cubicBezTo>
                <a:lnTo>
                  <a:pt x="833437" y="653812"/>
                </a:lnTo>
                <a:lnTo>
                  <a:pt x="794819" y="642375"/>
                </a:lnTo>
                <a:cubicBezTo>
                  <a:pt x="737944" y="625531"/>
                  <a:pt x="684426" y="595890"/>
                  <a:pt x="655526" y="565228"/>
                </a:cubicBezTo>
                <a:cubicBezTo>
                  <a:pt x="628964" y="537047"/>
                  <a:pt x="581429" y="449648"/>
                  <a:pt x="580476" y="427241"/>
                </a:cubicBezTo>
                <a:cubicBezTo>
                  <a:pt x="580174" y="420144"/>
                  <a:pt x="569318" y="437708"/>
                  <a:pt x="556351" y="466273"/>
                </a:cubicBezTo>
                <a:cubicBezTo>
                  <a:pt x="518202" y="550310"/>
                  <a:pt x="465531" y="612427"/>
                  <a:pt x="405989" y="643601"/>
                </a:cubicBezTo>
                <a:lnTo>
                  <a:pt x="352883" y="671406"/>
                </a:lnTo>
                <a:lnTo>
                  <a:pt x="393246" y="691919"/>
                </a:lnTo>
                <a:cubicBezTo>
                  <a:pt x="483198" y="737634"/>
                  <a:pt x="546077" y="842666"/>
                  <a:pt x="555086" y="962252"/>
                </a:cubicBezTo>
                <a:cubicBezTo>
                  <a:pt x="557316" y="991859"/>
                  <a:pt x="568983" y="984352"/>
                  <a:pt x="581347" y="945356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10" name="sparkle"/>
          <p:cNvSpPr/>
          <p:nvPr/>
        </p:nvSpPr>
        <p:spPr>
          <a:xfrm rot="0">
            <a:off x="381000" y="8577262"/>
            <a:ext cx="857250" cy="1133475"/>
          </a:xfrm>
          <a:custGeom>
            <a:avLst/>
            <a:gdLst/>
            <a:ahLst/>
            <a:cxnLst/>
            <a:rect l="0" t="0" r="r" b="b"/>
            <a:pathLst>
              <a:path w="857250" h="1133475">
                <a:moveTo>
                  <a:pt x="399322" y="1128712"/>
                </a:moveTo>
                <a:cubicBezTo>
                  <a:pt x="396302" y="1123473"/>
                  <a:pt x="392713" y="1102042"/>
                  <a:pt x="391346" y="1081087"/>
                </a:cubicBezTo>
                <a:cubicBezTo>
                  <a:pt x="389980" y="1060132"/>
                  <a:pt x="385442" y="1025842"/>
                  <a:pt x="381263" y="1004887"/>
                </a:cubicBezTo>
                <a:lnTo>
                  <a:pt x="373665" y="966787"/>
                </a:lnTo>
                <a:lnTo>
                  <a:pt x="371539" y="1004887"/>
                </a:lnTo>
                <a:cubicBezTo>
                  <a:pt x="370150" y="1029781"/>
                  <a:pt x="363403" y="1002879"/>
                  <a:pt x="352073" y="927269"/>
                </a:cubicBezTo>
                <a:cubicBezTo>
                  <a:pt x="323697" y="737904"/>
                  <a:pt x="276639" y="664710"/>
                  <a:pt x="162180" y="631910"/>
                </a:cubicBezTo>
                <a:cubicBezTo>
                  <a:pt x="133226" y="623613"/>
                  <a:pt x="105085" y="613283"/>
                  <a:pt x="99644" y="608954"/>
                </a:cubicBezTo>
                <a:cubicBezTo>
                  <a:pt x="94203" y="604626"/>
                  <a:pt x="71425" y="600002"/>
                  <a:pt x="49027" y="598681"/>
                </a:cubicBezTo>
                <a:cubicBezTo>
                  <a:pt x="-798" y="595741"/>
                  <a:pt x="-14344" y="581025"/>
                  <a:pt x="32775" y="581025"/>
                </a:cubicBezTo>
                <a:cubicBezTo>
                  <a:pt x="51420" y="581025"/>
                  <a:pt x="66675" y="576738"/>
                  <a:pt x="66675" y="571500"/>
                </a:cubicBezTo>
                <a:cubicBezTo>
                  <a:pt x="66675" y="566261"/>
                  <a:pt x="84072" y="561975"/>
                  <a:pt x="105337" y="561975"/>
                </a:cubicBezTo>
                <a:cubicBezTo>
                  <a:pt x="126601" y="561974"/>
                  <a:pt x="141758" y="558348"/>
                  <a:pt x="139019" y="553916"/>
                </a:cubicBezTo>
                <a:cubicBezTo>
                  <a:pt x="136279" y="549484"/>
                  <a:pt x="155697" y="535714"/>
                  <a:pt x="182169" y="523315"/>
                </a:cubicBezTo>
                <a:cubicBezTo>
                  <a:pt x="286477" y="474460"/>
                  <a:pt x="360472" y="360272"/>
                  <a:pt x="381560" y="215617"/>
                </a:cubicBezTo>
                <a:cubicBezTo>
                  <a:pt x="404286" y="59722"/>
                  <a:pt x="413745" y="9524"/>
                  <a:pt x="420396" y="9524"/>
                </a:cubicBezTo>
                <a:cubicBezTo>
                  <a:pt x="424263" y="9524"/>
                  <a:pt x="424978" y="24612"/>
                  <a:pt x="421986" y="43053"/>
                </a:cubicBezTo>
                <a:cubicBezTo>
                  <a:pt x="417344" y="71655"/>
                  <a:pt x="418888" y="75683"/>
                  <a:pt x="432487" y="70464"/>
                </a:cubicBezTo>
                <a:cubicBezTo>
                  <a:pt x="446249" y="65183"/>
                  <a:pt x="447922" y="70259"/>
                  <a:pt x="444715" y="107571"/>
                </a:cubicBezTo>
                <a:cubicBezTo>
                  <a:pt x="439468" y="168624"/>
                  <a:pt x="463117" y="316696"/>
                  <a:pt x="486971" y="372146"/>
                </a:cubicBezTo>
                <a:cubicBezTo>
                  <a:pt x="520792" y="450763"/>
                  <a:pt x="579472" y="494414"/>
                  <a:pt x="680685" y="516244"/>
                </a:cubicBezTo>
                <a:cubicBezTo>
                  <a:pt x="716979" y="524072"/>
                  <a:pt x="724123" y="528199"/>
                  <a:pt x="710024" y="533192"/>
                </a:cubicBezTo>
                <a:cubicBezTo>
                  <a:pt x="688225" y="540912"/>
                  <a:pt x="738087" y="551215"/>
                  <a:pt x="809625" y="553772"/>
                </a:cubicBezTo>
                <a:cubicBezTo>
                  <a:pt x="839940" y="554855"/>
                  <a:pt x="844122" y="556348"/>
                  <a:pt x="823912" y="558870"/>
                </a:cubicBezTo>
                <a:cubicBezTo>
                  <a:pt x="761062" y="566713"/>
                  <a:pt x="745599" y="572821"/>
                  <a:pt x="766762" y="581446"/>
                </a:cubicBezTo>
                <a:cubicBezTo>
                  <a:pt x="780169" y="586911"/>
                  <a:pt x="770530" y="589409"/>
                  <a:pt x="734218" y="589880"/>
                </a:cubicBezTo>
                <a:cubicBezTo>
                  <a:pt x="705842" y="590248"/>
                  <a:pt x="685514" y="593439"/>
                  <a:pt x="689047" y="596972"/>
                </a:cubicBezTo>
                <a:cubicBezTo>
                  <a:pt x="692579" y="600504"/>
                  <a:pt x="673320" y="615505"/>
                  <a:pt x="646250" y="630309"/>
                </a:cubicBezTo>
                <a:cubicBezTo>
                  <a:pt x="590552" y="660767"/>
                  <a:pt x="586725" y="661917"/>
                  <a:pt x="596277" y="645318"/>
                </a:cubicBezTo>
                <a:cubicBezTo>
                  <a:pt x="600258" y="638401"/>
                  <a:pt x="599496" y="636738"/>
                  <a:pt x="594458" y="641350"/>
                </a:cubicBezTo>
                <a:cubicBezTo>
                  <a:pt x="589689" y="645715"/>
                  <a:pt x="585592" y="654288"/>
                  <a:pt x="585354" y="660400"/>
                </a:cubicBezTo>
                <a:cubicBezTo>
                  <a:pt x="585116" y="666511"/>
                  <a:pt x="579440" y="670334"/>
                  <a:pt x="572740" y="668895"/>
                </a:cubicBezTo>
                <a:cubicBezTo>
                  <a:pt x="566040" y="667455"/>
                  <a:pt x="562962" y="670166"/>
                  <a:pt x="565899" y="674919"/>
                </a:cubicBezTo>
                <a:cubicBezTo>
                  <a:pt x="568837" y="679672"/>
                  <a:pt x="562692" y="694427"/>
                  <a:pt x="552244" y="707709"/>
                </a:cubicBezTo>
                <a:cubicBezTo>
                  <a:pt x="528109" y="738393"/>
                  <a:pt x="485990" y="828393"/>
                  <a:pt x="485868" y="849544"/>
                </a:cubicBezTo>
                <a:cubicBezTo>
                  <a:pt x="485816" y="858402"/>
                  <a:pt x="481316" y="868405"/>
                  <a:pt x="475868" y="871773"/>
                </a:cubicBezTo>
                <a:cubicBezTo>
                  <a:pt x="469474" y="875724"/>
                  <a:pt x="467863" y="868324"/>
                  <a:pt x="471324" y="850904"/>
                </a:cubicBezTo>
                <a:cubicBezTo>
                  <a:pt x="475438" y="830203"/>
                  <a:pt x="474752" y="828352"/>
                  <a:pt x="468382" y="842962"/>
                </a:cubicBezTo>
                <a:cubicBezTo>
                  <a:pt x="454337" y="875172"/>
                  <a:pt x="447048" y="925436"/>
                  <a:pt x="457343" y="919073"/>
                </a:cubicBezTo>
                <a:cubicBezTo>
                  <a:pt x="462503" y="915884"/>
                  <a:pt x="466725" y="921642"/>
                  <a:pt x="466725" y="931868"/>
                </a:cubicBezTo>
                <a:cubicBezTo>
                  <a:pt x="466725" y="942094"/>
                  <a:pt x="460167" y="952978"/>
                  <a:pt x="452152" y="956053"/>
                </a:cubicBezTo>
                <a:cubicBezTo>
                  <a:pt x="440190" y="960643"/>
                  <a:pt x="438720" y="972769"/>
                  <a:pt x="443943" y="1023747"/>
                </a:cubicBezTo>
                <a:cubicBezTo>
                  <a:pt x="447995" y="1063296"/>
                  <a:pt x="446822" y="1085850"/>
                  <a:pt x="440714" y="1085850"/>
                </a:cubicBezTo>
                <a:cubicBezTo>
                  <a:pt x="435439" y="1085850"/>
                  <a:pt x="432607" y="1073103"/>
                  <a:pt x="434421" y="1057523"/>
                </a:cubicBezTo>
                <a:cubicBezTo>
                  <a:pt x="436235" y="1041944"/>
                  <a:pt x="434028" y="1019441"/>
                  <a:pt x="429516" y="1007517"/>
                </a:cubicBezTo>
                <a:cubicBezTo>
                  <a:pt x="420961" y="984911"/>
                  <a:pt x="413589" y="1017126"/>
                  <a:pt x="407228" y="1104900"/>
                </a:cubicBezTo>
                <a:cubicBezTo>
                  <a:pt x="405899" y="1123235"/>
                  <a:pt x="402341" y="1133951"/>
                  <a:pt x="399322" y="1128712"/>
                </a:cubicBezTo>
                <a:close/>
                <a:moveTo>
                  <a:pt x="419100" y="784202"/>
                </a:moveTo>
                <a:cubicBezTo>
                  <a:pt x="419100" y="753575"/>
                  <a:pt x="481271" y="654475"/>
                  <a:pt x="525345" y="614849"/>
                </a:cubicBezTo>
                <a:lnTo>
                  <a:pt x="571150" y="573666"/>
                </a:lnTo>
                <a:lnTo>
                  <a:pt x="541484" y="561378"/>
                </a:lnTo>
                <a:cubicBezTo>
                  <a:pt x="493741" y="541602"/>
                  <a:pt x="456057" y="504249"/>
                  <a:pt x="432456" y="453309"/>
                </a:cubicBezTo>
                <a:cubicBezTo>
                  <a:pt x="414525" y="414608"/>
                  <a:pt x="409303" y="409227"/>
                  <a:pt x="404349" y="424345"/>
                </a:cubicBezTo>
                <a:cubicBezTo>
                  <a:pt x="385805" y="480928"/>
                  <a:pt x="375237" y="498098"/>
                  <a:pt x="338837" y="530779"/>
                </a:cubicBezTo>
                <a:cubicBezTo>
                  <a:pt x="316809" y="550556"/>
                  <a:pt x="290865" y="571257"/>
                  <a:pt x="281183" y="576782"/>
                </a:cubicBezTo>
                <a:cubicBezTo>
                  <a:pt x="265179" y="585914"/>
                  <a:pt x="266630" y="588627"/>
                  <a:pt x="297150" y="606634"/>
                </a:cubicBezTo>
                <a:cubicBezTo>
                  <a:pt x="347781" y="636507"/>
                  <a:pt x="381005" y="686475"/>
                  <a:pt x="393318" y="751271"/>
                </a:cubicBezTo>
                <a:cubicBezTo>
                  <a:pt x="402987" y="802149"/>
                  <a:pt x="419100" y="822729"/>
                  <a:pt x="419100" y="784202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11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burst"/>
          <p:cNvSpPr/>
          <p:nvPr/>
        </p:nvSpPr>
        <p:spPr>
          <a:xfrm rot="0">
            <a:off x="1047750" y="4519612"/>
            <a:ext cx="8191500" cy="7153275"/>
          </a:xfrm>
          <a:custGeom>
            <a:avLst/>
            <a:gdLst/>
            <a:ahLst/>
            <a:cxnLst/>
            <a:rect l="0" t="0" r="r" b="b"/>
            <a:pathLst>
              <a:path w="8191500" h="7153275">
                <a:moveTo>
                  <a:pt x="3969543" y="7112657"/>
                </a:moveTo>
                <a:cubicBezTo>
                  <a:pt x="3960375" y="7090357"/>
                  <a:pt x="3952875" y="7061028"/>
                  <a:pt x="3952875" y="7047482"/>
                </a:cubicBezTo>
                <a:cubicBezTo>
                  <a:pt x="3952875" y="7033935"/>
                  <a:pt x="3946426" y="7009925"/>
                  <a:pt x="3938545" y="6994127"/>
                </a:cubicBezTo>
                <a:cubicBezTo>
                  <a:pt x="3930663" y="6978328"/>
                  <a:pt x="3919738" y="6944451"/>
                  <a:pt x="3914267" y="6918844"/>
                </a:cubicBezTo>
                <a:cubicBezTo>
                  <a:pt x="3893766" y="6822903"/>
                  <a:pt x="3888428" y="6804218"/>
                  <a:pt x="3865588" y="6748462"/>
                </a:cubicBezTo>
                <a:cubicBezTo>
                  <a:pt x="3852713" y="6717030"/>
                  <a:pt x="3832581" y="6659165"/>
                  <a:pt x="3820852" y="6619875"/>
                </a:cubicBezTo>
                <a:cubicBezTo>
                  <a:pt x="3809122" y="6580584"/>
                  <a:pt x="3784962" y="6501288"/>
                  <a:pt x="3767162" y="6443662"/>
                </a:cubicBezTo>
                <a:cubicBezTo>
                  <a:pt x="3749362" y="6386036"/>
                  <a:pt x="3731924" y="6328171"/>
                  <a:pt x="3728410" y="6315075"/>
                </a:cubicBezTo>
                <a:cubicBezTo>
                  <a:pt x="3724896" y="6301978"/>
                  <a:pt x="3716897" y="6284833"/>
                  <a:pt x="3710634" y="6276975"/>
                </a:cubicBezTo>
                <a:cubicBezTo>
                  <a:pt x="3704371" y="6269116"/>
                  <a:pt x="3687249" y="6230540"/>
                  <a:pt x="3672586" y="6191250"/>
                </a:cubicBezTo>
                <a:cubicBezTo>
                  <a:pt x="3581182" y="5946335"/>
                  <a:pt x="3534727" y="5848350"/>
                  <a:pt x="3510018" y="5848350"/>
                </a:cubicBezTo>
                <a:cubicBezTo>
                  <a:pt x="3494548" y="5848350"/>
                  <a:pt x="3450445" y="5909745"/>
                  <a:pt x="3421068" y="5972175"/>
                </a:cubicBezTo>
                <a:cubicBezTo>
                  <a:pt x="3409975" y="5995749"/>
                  <a:pt x="3397026" y="6021466"/>
                  <a:pt x="3392292" y="6029325"/>
                </a:cubicBezTo>
                <a:cubicBezTo>
                  <a:pt x="3387559" y="6037183"/>
                  <a:pt x="3376659" y="6058614"/>
                  <a:pt x="3368070" y="6076950"/>
                </a:cubicBezTo>
                <a:cubicBezTo>
                  <a:pt x="3346248" y="6123537"/>
                  <a:pt x="3286516" y="6240734"/>
                  <a:pt x="3275832" y="6257925"/>
                </a:cubicBezTo>
                <a:cubicBezTo>
                  <a:pt x="3270949" y="6265783"/>
                  <a:pt x="3264449" y="6278641"/>
                  <a:pt x="3261388" y="6286500"/>
                </a:cubicBezTo>
                <a:cubicBezTo>
                  <a:pt x="3258327" y="6294358"/>
                  <a:pt x="3252456" y="6309360"/>
                  <a:pt x="3248342" y="6319837"/>
                </a:cubicBezTo>
                <a:cubicBezTo>
                  <a:pt x="3210256" y="6416836"/>
                  <a:pt x="3155675" y="6510125"/>
                  <a:pt x="3138355" y="6507823"/>
                </a:cubicBezTo>
                <a:cubicBezTo>
                  <a:pt x="3119155" y="6505271"/>
                  <a:pt x="3086100" y="6565315"/>
                  <a:pt x="3086100" y="6602744"/>
                </a:cubicBezTo>
                <a:cubicBezTo>
                  <a:pt x="3086100" y="6611547"/>
                  <a:pt x="3081813" y="6621399"/>
                  <a:pt x="3076575" y="6624637"/>
                </a:cubicBezTo>
                <a:cubicBezTo>
                  <a:pt x="3071336" y="6627875"/>
                  <a:pt x="3067050" y="6640031"/>
                  <a:pt x="3067050" y="6651651"/>
                </a:cubicBezTo>
                <a:cubicBezTo>
                  <a:pt x="3067050" y="6675659"/>
                  <a:pt x="3017822" y="6734175"/>
                  <a:pt x="2997625" y="6734175"/>
                </a:cubicBezTo>
                <a:cubicBezTo>
                  <a:pt x="2960413" y="6734175"/>
                  <a:pt x="2951070" y="6702121"/>
                  <a:pt x="2958024" y="6598311"/>
                </a:cubicBezTo>
                <a:cubicBezTo>
                  <a:pt x="2964553" y="6500839"/>
                  <a:pt x="2964229" y="6498499"/>
                  <a:pt x="2942050" y="6482977"/>
                </a:cubicBezTo>
                <a:cubicBezTo>
                  <a:pt x="2920836" y="6468130"/>
                  <a:pt x="2918985" y="6459208"/>
                  <a:pt x="2912617" y="6341098"/>
                </a:cubicBezTo>
                <a:cubicBezTo>
                  <a:pt x="2908879" y="6271778"/>
                  <a:pt x="2901748" y="6161484"/>
                  <a:pt x="2896770" y="6096000"/>
                </a:cubicBezTo>
                <a:cubicBezTo>
                  <a:pt x="2891792" y="6030515"/>
                  <a:pt x="2884706" y="5912643"/>
                  <a:pt x="2881023" y="5834062"/>
                </a:cubicBezTo>
                <a:cubicBezTo>
                  <a:pt x="2877339" y="5755481"/>
                  <a:pt x="2871818" y="5686982"/>
                  <a:pt x="2868753" y="5681843"/>
                </a:cubicBezTo>
                <a:cubicBezTo>
                  <a:pt x="2863562" y="5673138"/>
                  <a:pt x="2858214" y="5615560"/>
                  <a:pt x="2840542" y="5378093"/>
                </a:cubicBezTo>
                <a:lnTo>
                  <a:pt x="2833545" y="5284073"/>
                </a:lnTo>
                <a:lnTo>
                  <a:pt x="2796310" y="5251886"/>
                </a:lnTo>
                <a:cubicBezTo>
                  <a:pt x="2747586" y="5209768"/>
                  <a:pt x="2705160" y="5208692"/>
                  <a:pt x="2647002" y="5248101"/>
                </a:cubicBezTo>
                <a:cubicBezTo>
                  <a:pt x="2623949" y="5263722"/>
                  <a:pt x="2595828" y="5276581"/>
                  <a:pt x="2584511" y="5276676"/>
                </a:cubicBezTo>
                <a:cubicBezTo>
                  <a:pt x="2573194" y="5276772"/>
                  <a:pt x="2536761" y="5289705"/>
                  <a:pt x="2503548" y="5305417"/>
                </a:cubicBezTo>
                <a:cubicBezTo>
                  <a:pt x="2470336" y="5321129"/>
                  <a:pt x="2437682" y="5333988"/>
                  <a:pt x="2430984" y="5333992"/>
                </a:cubicBezTo>
                <a:cubicBezTo>
                  <a:pt x="2420650" y="5333998"/>
                  <a:pt x="2353603" y="5366469"/>
                  <a:pt x="2293143" y="5400749"/>
                </a:cubicBezTo>
                <a:cubicBezTo>
                  <a:pt x="2283975" y="5405947"/>
                  <a:pt x="2270494" y="5413414"/>
                  <a:pt x="2263185" y="5417343"/>
                </a:cubicBezTo>
                <a:cubicBezTo>
                  <a:pt x="2226891" y="5436853"/>
                  <a:pt x="1866335" y="5684465"/>
                  <a:pt x="1795310" y="5738657"/>
                </a:cubicBezTo>
                <a:cubicBezTo>
                  <a:pt x="1750569" y="5772794"/>
                  <a:pt x="1710462" y="5800725"/>
                  <a:pt x="1706183" y="5800725"/>
                </a:cubicBezTo>
                <a:cubicBezTo>
                  <a:pt x="1701903" y="5800725"/>
                  <a:pt x="1690589" y="5809358"/>
                  <a:pt x="1681040" y="5819909"/>
                </a:cubicBezTo>
                <a:cubicBezTo>
                  <a:pt x="1666037" y="5836488"/>
                  <a:pt x="1620646" y="5869760"/>
                  <a:pt x="1538287" y="5924550"/>
                </a:cubicBezTo>
                <a:cubicBezTo>
                  <a:pt x="1472428" y="5968362"/>
                  <a:pt x="1405459" y="6016623"/>
                  <a:pt x="1333500" y="6072126"/>
                </a:cubicBezTo>
                <a:cubicBezTo>
                  <a:pt x="1252604" y="6134521"/>
                  <a:pt x="1015724" y="6308093"/>
                  <a:pt x="922154" y="6373535"/>
                </a:cubicBezTo>
                <a:cubicBezTo>
                  <a:pt x="882509" y="6401263"/>
                  <a:pt x="869335" y="6406137"/>
                  <a:pt x="856204" y="6397936"/>
                </a:cubicBezTo>
                <a:cubicBezTo>
                  <a:pt x="836351" y="6385538"/>
                  <a:pt x="773635" y="6423089"/>
                  <a:pt x="746015" y="6463912"/>
                </a:cubicBezTo>
                <a:cubicBezTo>
                  <a:pt x="722553" y="6498589"/>
                  <a:pt x="662985" y="6556244"/>
                  <a:pt x="602853" y="6602473"/>
                </a:cubicBezTo>
                <a:cubicBezTo>
                  <a:pt x="561711" y="6634104"/>
                  <a:pt x="548432" y="6639556"/>
                  <a:pt x="525044" y="6634419"/>
                </a:cubicBezTo>
                <a:cubicBezTo>
                  <a:pt x="505557" y="6630139"/>
                  <a:pt x="484949" y="6634293"/>
                  <a:pt x="458351" y="6647862"/>
                </a:cubicBezTo>
                <a:cubicBezTo>
                  <a:pt x="405364" y="6674894"/>
                  <a:pt x="386162" y="6672699"/>
                  <a:pt x="363576" y="6637026"/>
                </a:cubicBezTo>
                <a:cubicBezTo>
                  <a:pt x="347600" y="6611794"/>
                  <a:pt x="346210" y="6602905"/>
                  <a:pt x="355496" y="6585350"/>
                </a:cubicBezTo>
                <a:cubicBezTo>
                  <a:pt x="380917" y="6537294"/>
                  <a:pt x="469159" y="6440781"/>
                  <a:pt x="542488" y="6380831"/>
                </a:cubicBezTo>
                <a:cubicBezTo>
                  <a:pt x="559126" y="6367230"/>
                  <a:pt x="577863" y="6341193"/>
                  <a:pt x="584127" y="6322973"/>
                </a:cubicBezTo>
                <a:cubicBezTo>
                  <a:pt x="596524" y="6286913"/>
                  <a:pt x="635217" y="6238208"/>
                  <a:pt x="766762" y="6093085"/>
                </a:cubicBezTo>
                <a:cubicBezTo>
                  <a:pt x="813911" y="6041069"/>
                  <a:pt x="867060" y="5978654"/>
                  <a:pt x="884871" y="5954386"/>
                </a:cubicBezTo>
                <a:cubicBezTo>
                  <a:pt x="926108" y="5898199"/>
                  <a:pt x="1019294" y="5791364"/>
                  <a:pt x="1123404" y="5680917"/>
                </a:cubicBezTo>
                <a:cubicBezTo>
                  <a:pt x="1168233" y="5633358"/>
                  <a:pt x="1238235" y="5551919"/>
                  <a:pt x="1278962" y="5499942"/>
                </a:cubicBezTo>
                <a:cubicBezTo>
                  <a:pt x="1319690" y="5447964"/>
                  <a:pt x="1380606" y="5373290"/>
                  <a:pt x="1414333" y="5334000"/>
                </a:cubicBezTo>
                <a:cubicBezTo>
                  <a:pt x="1448059" y="5294709"/>
                  <a:pt x="1475816" y="5258680"/>
                  <a:pt x="1476014" y="5253936"/>
                </a:cubicBezTo>
                <a:cubicBezTo>
                  <a:pt x="1476212" y="5249192"/>
                  <a:pt x="1487090" y="5231261"/>
                  <a:pt x="1500187" y="5214090"/>
                </a:cubicBezTo>
                <a:cubicBezTo>
                  <a:pt x="1513284" y="5196919"/>
                  <a:pt x="1524000" y="5179766"/>
                  <a:pt x="1524000" y="5175971"/>
                </a:cubicBezTo>
                <a:cubicBezTo>
                  <a:pt x="1524000" y="5172176"/>
                  <a:pt x="1540578" y="5147244"/>
                  <a:pt x="1560840" y="5120567"/>
                </a:cubicBezTo>
                <a:cubicBezTo>
                  <a:pt x="1581102" y="5093889"/>
                  <a:pt x="1605564" y="5059203"/>
                  <a:pt x="1615200" y="5043487"/>
                </a:cubicBezTo>
                <a:cubicBezTo>
                  <a:pt x="1624836" y="5027771"/>
                  <a:pt x="1642548" y="5002796"/>
                  <a:pt x="1654560" y="4987987"/>
                </a:cubicBezTo>
                <a:cubicBezTo>
                  <a:pt x="1666572" y="4973179"/>
                  <a:pt x="1676400" y="4955036"/>
                  <a:pt x="1676399" y="4947670"/>
                </a:cubicBezTo>
                <a:cubicBezTo>
                  <a:pt x="1676399" y="4930395"/>
                  <a:pt x="1760487" y="4753219"/>
                  <a:pt x="1778689" y="4732143"/>
                </a:cubicBezTo>
                <a:cubicBezTo>
                  <a:pt x="1804853" y="4701847"/>
                  <a:pt x="1782333" y="4696161"/>
                  <a:pt x="1730942" y="4720087"/>
                </a:cubicBezTo>
                <a:cubicBezTo>
                  <a:pt x="1703563" y="4732834"/>
                  <a:pt x="1672590" y="4743396"/>
                  <a:pt x="1662112" y="4743557"/>
                </a:cubicBezTo>
                <a:cubicBezTo>
                  <a:pt x="1651635" y="4743719"/>
                  <a:pt x="1613058" y="4754458"/>
                  <a:pt x="1576387" y="4767421"/>
                </a:cubicBezTo>
                <a:cubicBezTo>
                  <a:pt x="1539716" y="4780385"/>
                  <a:pt x="1489106" y="4791010"/>
                  <a:pt x="1463920" y="4791033"/>
                </a:cubicBezTo>
                <a:cubicBezTo>
                  <a:pt x="1433722" y="4791060"/>
                  <a:pt x="1404529" y="4798657"/>
                  <a:pt x="1378195" y="4813342"/>
                </a:cubicBezTo>
                <a:cubicBezTo>
                  <a:pt x="1356232" y="4825590"/>
                  <a:pt x="1327546" y="4838014"/>
                  <a:pt x="1314450" y="4840952"/>
                </a:cubicBezTo>
                <a:cubicBezTo>
                  <a:pt x="1283755" y="4847838"/>
                  <a:pt x="1237697" y="4864359"/>
                  <a:pt x="1169013" y="4893120"/>
                </a:cubicBezTo>
                <a:cubicBezTo>
                  <a:pt x="1047420" y="4944037"/>
                  <a:pt x="1019674" y="4898022"/>
                  <a:pt x="1115892" y="4805023"/>
                </a:cubicBezTo>
                <a:cubicBezTo>
                  <a:pt x="1149137" y="4772890"/>
                  <a:pt x="1197768" y="4719536"/>
                  <a:pt x="1223962" y="4686458"/>
                </a:cubicBezTo>
                <a:cubicBezTo>
                  <a:pt x="1250156" y="4653380"/>
                  <a:pt x="1283374" y="4613765"/>
                  <a:pt x="1297781" y="4598425"/>
                </a:cubicBezTo>
                <a:cubicBezTo>
                  <a:pt x="1312187" y="4583085"/>
                  <a:pt x="1323975" y="4563177"/>
                  <a:pt x="1323974" y="4554186"/>
                </a:cubicBezTo>
                <a:cubicBezTo>
                  <a:pt x="1323974" y="4545194"/>
                  <a:pt x="1344905" y="4513084"/>
                  <a:pt x="1370486" y="4482829"/>
                </a:cubicBezTo>
                <a:cubicBezTo>
                  <a:pt x="1472832" y="4361785"/>
                  <a:pt x="1497466" y="4277309"/>
                  <a:pt x="1448415" y="4215586"/>
                </a:cubicBezTo>
                <a:cubicBezTo>
                  <a:pt x="1433037" y="4196236"/>
                  <a:pt x="1419107" y="4177430"/>
                  <a:pt x="1417458" y="4173795"/>
                </a:cubicBezTo>
                <a:cubicBezTo>
                  <a:pt x="1397224" y="4129172"/>
                  <a:pt x="1151820" y="4021112"/>
                  <a:pt x="947737" y="3966960"/>
                </a:cubicBezTo>
                <a:cubicBezTo>
                  <a:pt x="845609" y="3939861"/>
                  <a:pt x="805109" y="3928795"/>
                  <a:pt x="752475" y="3913604"/>
                </a:cubicBezTo>
                <a:cubicBezTo>
                  <a:pt x="672113" y="3890412"/>
                  <a:pt x="633988" y="3885619"/>
                  <a:pt x="485775" y="3880079"/>
                </a:cubicBezTo>
                <a:cubicBezTo>
                  <a:pt x="393086" y="3876614"/>
                  <a:pt x="323103" y="3869826"/>
                  <a:pt x="315183" y="3863533"/>
                </a:cubicBezTo>
                <a:cubicBezTo>
                  <a:pt x="307233" y="3857215"/>
                  <a:pt x="258659" y="3852567"/>
                  <a:pt x="196121" y="3852140"/>
                </a:cubicBezTo>
                <a:cubicBezTo>
                  <a:pt x="33623" y="3851029"/>
                  <a:pt x="0" y="3843174"/>
                  <a:pt x="0" y="3806323"/>
                </a:cubicBezTo>
                <a:cubicBezTo>
                  <a:pt x="0" y="3782191"/>
                  <a:pt x="5592" y="3774074"/>
                  <a:pt x="29519" y="3763483"/>
                </a:cubicBezTo>
                <a:cubicBezTo>
                  <a:pt x="77449" y="3742267"/>
                  <a:pt x="143758" y="3724297"/>
                  <a:pt x="175345" y="3723964"/>
                </a:cubicBezTo>
                <a:cubicBezTo>
                  <a:pt x="204254" y="3723658"/>
                  <a:pt x="299231" y="3694918"/>
                  <a:pt x="311337" y="3682812"/>
                </a:cubicBezTo>
                <a:cubicBezTo>
                  <a:pt x="314726" y="3679423"/>
                  <a:pt x="326225" y="3676649"/>
                  <a:pt x="336890" y="3676650"/>
                </a:cubicBezTo>
                <a:cubicBezTo>
                  <a:pt x="347554" y="3676650"/>
                  <a:pt x="369343" y="3664176"/>
                  <a:pt x="385309" y="3648930"/>
                </a:cubicBezTo>
                <a:cubicBezTo>
                  <a:pt x="415738" y="3619873"/>
                  <a:pt x="458347" y="3592727"/>
                  <a:pt x="514350" y="3566721"/>
                </a:cubicBezTo>
                <a:cubicBezTo>
                  <a:pt x="532685" y="3558206"/>
                  <a:pt x="554116" y="3547282"/>
                  <a:pt x="561975" y="3542446"/>
                </a:cubicBezTo>
                <a:cubicBezTo>
                  <a:pt x="569833" y="3537610"/>
                  <a:pt x="582691" y="3530686"/>
                  <a:pt x="590550" y="3527059"/>
                </a:cubicBezTo>
                <a:cubicBezTo>
                  <a:pt x="598408" y="3523432"/>
                  <a:pt x="644743" y="3495599"/>
                  <a:pt x="693518" y="3465207"/>
                </a:cubicBezTo>
                <a:cubicBezTo>
                  <a:pt x="742292" y="3434815"/>
                  <a:pt x="783958" y="3409950"/>
                  <a:pt x="786108" y="3409950"/>
                </a:cubicBezTo>
                <a:cubicBezTo>
                  <a:pt x="793222" y="3409950"/>
                  <a:pt x="881000" y="3348177"/>
                  <a:pt x="884237" y="3340893"/>
                </a:cubicBezTo>
                <a:cubicBezTo>
                  <a:pt x="885983" y="3336964"/>
                  <a:pt x="892413" y="3333635"/>
                  <a:pt x="898525" y="3333495"/>
                </a:cubicBezTo>
                <a:cubicBezTo>
                  <a:pt x="909369" y="3333247"/>
                  <a:pt x="1005504" y="3258848"/>
                  <a:pt x="1084355" y="3189681"/>
                </a:cubicBezTo>
                <a:cubicBezTo>
                  <a:pt x="1131325" y="3148480"/>
                  <a:pt x="1249713" y="3012241"/>
                  <a:pt x="1319213" y="2919412"/>
                </a:cubicBezTo>
                <a:cubicBezTo>
                  <a:pt x="1358182" y="2867363"/>
                  <a:pt x="1370467" y="2842375"/>
                  <a:pt x="1375220" y="2805497"/>
                </a:cubicBezTo>
                <a:cubicBezTo>
                  <a:pt x="1378568" y="2779515"/>
                  <a:pt x="1385552" y="2754012"/>
                  <a:pt x="1390741" y="2748823"/>
                </a:cubicBezTo>
                <a:cubicBezTo>
                  <a:pt x="1395929" y="2743635"/>
                  <a:pt x="1400175" y="2715054"/>
                  <a:pt x="1400174" y="2685311"/>
                </a:cubicBezTo>
                <a:cubicBezTo>
                  <a:pt x="1400174" y="2647840"/>
                  <a:pt x="1404757" y="2627429"/>
                  <a:pt x="1415095" y="2618849"/>
                </a:cubicBezTo>
                <a:cubicBezTo>
                  <a:pt x="1430569" y="2606007"/>
                  <a:pt x="1428850" y="2461679"/>
                  <a:pt x="1412916" y="2435898"/>
                </a:cubicBezTo>
                <a:cubicBezTo>
                  <a:pt x="1409146" y="2429799"/>
                  <a:pt x="1402842" y="2407507"/>
                  <a:pt x="1398907" y="2386360"/>
                </a:cubicBezTo>
                <a:cubicBezTo>
                  <a:pt x="1373723" y="2251043"/>
                  <a:pt x="1358091" y="2201472"/>
                  <a:pt x="1298840" y="2069045"/>
                </a:cubicBezTo>
                <a:cubicBezTo>
                  <a:pt x="1286470" y="2041399"/>
                  <a:pt x="1276350" y="2016487"/>
                  <a:pt x="1276350" y="2013687"/>
                </a:cubicBezTo>
                <a:cubicBezTo>
                  <a:pt x="1276350" y="2007260"/>
                  <a:pt x="1230471" y="1905090"/>
                  <a:pt x="1218991" y="1885950"/>
                </a:cubicBezTo>
                <a:cubicBezTo>
                  <a:pt x="1202622" y="1858659"/>
                  <a:pt x="1120162" y="1709596"/>
                  <a:pt x="1107874" y="1685084"/>
                </a:cubicBezTo>
                <a:cubicBezTo>
                  <a:pt x="1101077" y="1671524"/>
                  <a:pt x="1086912" y="1652643"/>
                  <a:pt x="1076395" y="1643126"/>
                </a:cubicBezTo>
                <a:cubicBezTo>
                  <a:pt x="1065879" y="1633609"/>
                  <a:pt x="1057275" y="1619771"/>
                  <a:pt x="1057275" y="1612375"/>
                </a:cubicBezTo>
                <a:cubicBezTo>
                  <a:pt x="1057275" y="1595402"/>
                  <a:pt x="1034753" y="1564899"/>
                  <a:pt x="892894" y="1389745"/>
                </a:cubicBezTo>
                <a:cubicBezTo>
                  <a:pt x="852390" y="1339734"/>
                  <a:pt x="849497" y="1285875"/>
                  <a:pt x="887315" y="1285875"/>
                </a:cubicBezTo>
                <a:cubicBezTo>
                  <a:pt x="901247" y="1285874"/>
                  <a:pt x="1038764" y="1381232"/>
                  <a:pt x="1089261" y="1425909"/>
                </a:cubicBezTo>
                <a:cubicBezTo>
                  <a:pt x="1114712" y="1448426"/>
                  <a:pt x="1143786" y="1466850"/>
                  <a:pt x="1153871" y="1466850"/>
                </a:cubicBezTo>
                <a:cubicBezTo>
                  <a:pt x="1172701" y="1466850"/>
                  <a:pt x="1238700" y="1497672"/>
                  <a:pt x="1314450" y="1541841"/>
                </a:cubicBezTo>
                <a:cubicBezTo>
                  <a:pt x="1366079" y="1571946"/>
                  <a:pt x="1422543" y="1595841"/>
                  <a:pt x="1585912" y="1656724"/>
                </a:cubicBezTo>
                <a:cubicBezTo>
                  <a:pt x="1800271" y="1736608"/>
                  <a:pt x="1902755" y="1756894"/>
                  <a:pt x="2057400" y="1750053"/>
                </a:cubicBezTo>
                <a:cubicBezTo>
                  <a:pt x="2145707" y="1746147"/>
                  <a:pt x="2167208" y="1741808"/>
                  <a:pt x="2259285" y="1709316"/>
                </a:cubicBezTo>
                <a:cubicBezTo>
                  <a:pt x="2300541" y="1694758"/>
                  <a:pt x="2306396" y="1694726"/>
                  <a:pt x="2334823" y="1708907"/>
                </a:cubicBezTo>
                <a:cubicBezTo>
                  <a:pt x="2370598" y="1726754"/>
                  <a:pt x="2402690" y="1710565"/>
                  <a:pt x="2485990" y="1632647"/>
                </a:cubicBezTo>
                <a:cubicBezTo>
                  <a:pt x="2510087" y="1610107"/>
                  <a:pt x="2541407" y="1587254"/>
                  <a:pt x="2555590" y="1581861"/>
                </a:cubicBezTo>
                <a:cubicBezTo>
                  <a:pt x="2570478" y="1576201"/>
                  <a:pt x="2587018" y="1558883"/>
                  <a:pt x="2594726" y="1540885"/>
                </a:cubicBezTo>
                <a:cubicBezTo>
                  <a:pt x="2646059" y="1421024"/>
                  <a:pt x="2657475" y="1391108"/>
                  <a:pt x="2657475" y="1376449"/>
                </a:cubicBezTo>
                <a:cubicBezTo>
                  <a:pt x="2657475" y="1367330"/>
                  <a:pt x="2663690" y="1340005"/>
                  <a:pt x="2671287" y="1315728"/>
                </a:cubicBezTo>
                <a:cubicBezTo>
                  <a:pt x="2695033" y="1239847"/>
                  <a:pt x="2703467" y="1198276"/>
                  <a:pt x="2714061" y="1104900"/>
                </a:cubicBezTo>
                <a:cubicBezTo>
                  <a:pt x="2719708" y="1055131"/>
                  <a:pt x="2728345" y="988695"/>
                  <a:pt x="2733256" y="957262"/>
                </a:cubicBezTo>
                <a:cubicBezTo>
                  <a:pt x="2747094" y="868686"/>
                  <a:pt x="2750119" y="821481"/>
                  <a:pt x="2757365" y="581025"/>
                </a:cubicBezTo>
                <a:cubicBezTo>
                  <a:pt x="2763405" y="380539"/>
                  <a:pt x="2766058" y="354416"/>
                  <a:pt x="2782788" y="330623"/>
                </a:cubicBezTo>
                <a:cubicBezTo>
                  <a:pt x="2800169" y="305905"/>
                  <a:pt x="2800637" y="299115"/>
                  <a:pt x="2789518" y="232946"/>
                </a:cubicBezTo>
                <a:cubicBezTo>
                  <a:pt x="2778993" y="170303"/>
                  <a:pt x="2779499" y="156449"/>
                  <a:pt x="2793769" y="116635"/>
                </a:cubicBezTo>
                <a:cubicBezTo>
                  <a:pt x="2802679" y="91776"/>
                  <a:pt x="2809948" y="63830"/>
                  <a:pt x="2809922" y="54532"/>
                </a:cubicBezTo>
                <a:cubicBezTo>
                  <a:pt x="2809869" y="35548"/>
                  <a:pt x="2849657" y="16638"/>
                  <a:pt x="2871787" y="25130"/>
                </a:cubicBezTo>
                <a:cubicBezTo>
                  <a:pt x="2879735" y="28180"/>
                  <a:pt x="2889050" y="41990"/>
                  <a:pt x="2892486" y="55819"/>
                </a:cubicBezTo>
                <a:cubicBezTo>
                  <a:pt x="2895922" y="69648"/>
                  <a:pt x="2907101" y="92335"/>
                  <a:pt x="2917327" y="106235"/>
                </a:cubicBezTo>
                <a:cubicBezTo>
                  <a:pt x="2935367" y="130756"/>
                  <a:pt x="2947483" y="173797"/>
                  <a:pt x="2958474" y="252412"/>
                </a:cubicBezTo>
                <a:cubicBezTo>
                  <a:pt x="2961404" y="273367"/>
                  <a:pt x="2967841" y="301277"/>
                  <a:pt x="2972778" y="314435"/>
                </a:cubicBezTo>
                <a:cubicBezTo>
                  <a:pt x="2977715" y="327593"/>
                  <a:pt x="2985537" y="359740"/>
                  <a:pt x="2990161" y="385873"/>
                </a:cubicBezTo>
                <a:cubicBezTo>
                  <a:pt x="3003834" y="463154"/>
                  <a:pt x="3039152" y="602436"/>
                  <a:pt x="3053616" y="636116"/>
                </a:cubicBezTo>
                <a:cubicBezTo>
                  <a:pt x="3061005" y="653320"/>
                  <a:pt x="3067050" y="677713"/>
                  <a:pt x="3067050" y="690323"/>
                </a:cubicBezTo>
                <a:cubicBezTo>
                  <a:pt x="3067050" y="702933"/>
                  <a:pt x="3071336" y="715899"/>
                  <a:pt x="3076575" y="719137"/>
                </a:cubicBezTo>
                <a:cubicBezTo>
                  <a:pt x="3081813" y="722375"/>
                  <a:pt x="3086100" y="735341"/>
                  <a:pt x="3086100" y="747951"/>
                </a:cubicBezTo>
                <a:cubicBezTo>
                  <a:pt x="3086100" y="760561"/>
                  <a:pt x="3092125" y="784954"/>
                  <a:pt x="3099489" y="802158"/>
                </a:cubicBezTo>
                <a:cubicBezTo>
                  <a:pt x="3114761" y="837834"/>
                  <a:pt x="3181480" y="1048338"/>
                  <a:pt x="3181401" y="1060597"/>
                </a:cubicBezTo>
                <a:cubicBezTo>
                  <a:pt x="3181252" y="1083943"/>
                  <a:pt x="3252890" y="1228922"/>
                  <a:pt x="3298017" y="1296601"/>
                </a:cubicBezTo>
                <a:cubicBezTo>
                  <a:pt x="3317670" y="1326074"/>
                  <a:pt x="3333750" y="1353014"/>
                  <a:pt x="3333750" y="1356467"/>
                </a:cubicBezTo>
                <a:cubicBezTo>
                  <a:pt x="3333750" y="1371884"/>
                  <a:pt x="3460965" y="1533968"/>
                  <a:pt x="3507922" y="1578378"/>
                </a:cubicBezTo>
                <a:cubicBezTo>
                  <a:pt x="3555589" y="1623459"/>
                  <a:pt x="3564795" y="1628105"/>
                  <a:pt x="3618497" y="1634181"/>
                </a:cubicBezTo>
                <a:cubicBezTo>
                  <a:pt x="3650715" y="1637826"/>
                  <a:pt x="3679376" y="1644530"/>
                  <a:pt x="3682187" y="1649079"/>
                </a:cubicBezTo>
                <a:cubicBezTo>
                  <a:pt x="3689960" y="1661656"/>
                  <a:pt x="3735459" y="1658851"/>
                  <a:pt x="3763835" y="1644046"/>
                </a:cubicBezTo>
                <a:cubicBezTo>
                  <a:pt x="3777735" y="1636793"/>
                  <a:pt x="3805175" y="1625557"/>
                  <a:pt x="3824812" y="1619076"/>
                </a:cubicBezTo>
                <a:cubicBezTo>
                  <a:pt x="3844449" y="1612595"/>
                  <a:pt x="3878082" y="1594904"/>
                  <a:pt x="3899551" y="1579762"/>
                </a:cubicBezTo>
                <a:cubicBezTo>
                  <a:pt x="3921021" y="1564619"/>
                  <a:pt x="3960624" y="1537198"/>
                  <a:pt x="3987557" y="1518826"/>
                </a:cubicBezTo>
                <a:cubicBezTo>
                  <a:pt x="4071593" y="1461503"/>
                  <a:pt x="4294109" y="1206320"/>
                  <a:pt x="4376737" y="1072511"/>
                </a:cubicBezTo>
                <a:cubicBezTo>
                  <a:pt x="4394604" y="1043577"/>
                  <a:pt x="4459343" y="952094"/>
                  <a:pt x="4478011" y="929401"/>
                </a:cubicBezTo>
                <a:cubicBezTo>
                  <a:pt x="4482644" y="923769"/>
                  <a:pt x="4526084" y="863441"/>
                  <a:pt x="4574546" y="795337"/>
                </a:cubicBezTo>
                <a:cubicBezTo>
                  <a:pt x="4629903" y="717542"/>
                  <a:pt x="4669707" y="670483"/>
                  <a:pt x="4681622" y="668744"/>
                </a:cubicBezTo>
                <a:cubicBezTo>
                  <a:pt x="4693429" y="667021"/>
                  <a:pt x="4723669" y="631745"/>
                  <a:pt x="4761742" y="575280"/>
                </a:cubicBezTo>
                <a:cubicBezTo>
                  <a:pt x="4795378" y="525397"/>
                  <a:pt x="4833954" y="478795"/>
                  <a:pt x="4847467" y="471719"/>
                </a:cubicBezTo>
                <a:cubicBezTo>
                  <a:pt x="4870141" y="459847"/>
                  <a:pt x="4890350" y="428426"/>
                  <a:pt x="4948839" y="314105"/>
                </a:cubicBezTo>
                <a:cubicBezTo>
                  <a:pt x="5001112" y="211933"/>
                  <a:pt x="5050500" y="189224"/>
                  <a:pt x="5055963" y="264848"/>
                </a:cubicBezTo>
                <a:cubicBezTo>
                  <a:pt x="5058286" y="297008"/>
                  <a:pt x="5051973" y="318259"/>
                  <a:pt x="5026276" y="364778"/>
                </a:cubicBezTo>
                <a:cubicBezTo>
                  <a:pt x="4988383" y="433378"/>
                  <a:pt x="4930586" y="622096"/>
                  <a:pt x="4939179" y="649170"/>
                </a:cubicBezTo>
                <a:cubicBezTo>
                  <a:pt x="4942407" y="659342"/>
                  <a:pt x="4940947" y="672816"/>
                  <a:pt x="4935933" y="679113"/>
                </a:cubicBezTo>
                <a:cubicBezTo>
                  <a:pt x="4930920" y="685410"/>
                  <a:pt x="4924447" y="703421"/>
                  <a:pt x="4921550" y="719137"/>
                </a:cubicBezTo>
                <a:cubicBezTo>
                  <a:pt x="4918653" y="734853"/>
                  <a:pt x="4911229" y="768581"/>
                  <a:pt x="4905053" y="794088"/>
                </a:cubicBezTo>
                <a:cubicBezTo>
                  <a:pt x="4897573" y="824982"/>
                  <a:pt x="4896891" y="847241"/>
                  <a:pt x="4903011" y="860763"/>
                </a:cubicBezTo>
                <a:cubicBezTo>
                  <a:pt x="4911844" y="880279"/>
                  <a:pt x="4909013" y="910666"/>
                  <a:pt x="4887809" y="1023937"/>
                </a:cubicBezTo>
                <a:cubicBezTo>
                  <a:pt x="4882905" y="1050131"/>
                  <a:pt x="4880596" y="1074417"/>
                  <a:pt x="4882677" y="1077906"/>
                </a:cubicBezTo>
                <a:cubicBezTo>
                  <a:pt x="4884758" y="1081396"/>
                  <a:pt x="4882256" y="1095309"/>
                  <a:pt x="4877118" y="1108825"/>
                </a:cubicBezTo>
                <a:cubicBezTo>
                  <a:pt x="4871979" y="1122340"/>
                  <a:pt x="4865183" y="1177231"/>
                  <a:pt x="4862016" y="1230804"/>
                </a:cubicBezTo>
                <a:cubicBezTo>
                  <a:pt x="4858848" y="1284377"/>
                  <a:pt x="4854258" y="1331442"/>
                  <a:pt x="4851816" y="1335394"/>
                </a:cubicBezTo>
                <a:cubicBezTo>
                  <a:pt x="4832968" y="1365891"/>
                  <a:pt x="4832380" y="1863900"/>
                  <a:pt x="4851130" y="1916728"/>
                </a:cubicBezTo>
                <a:cubicBezTo>
                  <a:pt x="4868487" y="1965634"/>
                  <a:pt x="4869976" y="1966206"/>
                  <a:pt x="4909740" y="1939221"/>
                </a:cubicBezTo>
                <a:cubicBezTo>
                  <a:pt x="4929086" y="1926093"/>
                  <a:pt x="4953993" y="1912470"/>
                  <a:pt x="4965088" y="1908948"/>
                </a:cubicBezTo>
                <a:cubicBezTo>
                  <a:pt x="4976183" y="1905427"/>
                  <a:pt x="5005819" y="1888096"/>
                  <a:pt x="5030945" y="1870435"/>
                </a:cubicBezTo>
                <a:cubicBezTo>
                  <a:pt x="5056071" y="1852774"/>
                  <a:pt x="5079888" y="1838093"/>
                  <a:pt x="5083871" y="1837809"/>
                </a:cubicBezTo>
                <a:cubicBezTo>
                  <a:pt x="5095927" y="1836951"/>
                  <a:pt x="5275348" y="1705107"/>
                  <a:pt x="5313249" y="1669256"/>
                </a:cubicBezTo>
                <a:cubicBezTo>
                  <a:pt x="5329799" y="1653600"/>
                  <a:pt x="5352395" y="1654087"/>
                  <a:pt x="5358591" y="1670232"/>
                </a:cubicBezTo>
                <a:cubicBezTo>
                  <a:pt x="5363415" y="1682804"/>
                  <a:pt x="5329630" y="1745815"/>
                  <a:pt x="5275287" y="1825594"/>
                </a:cubicBezTo>
                <a:cubicBezTo>
                  <a:pt x="5260430" y="1847406"/>
                  <a:pt x="5248275" y="1868177"/>
                  <a:pt x="5248275" y="1871752"/>
                </a:cubicBezTo>
                <a:cubicBezTo>
                  <a:pt x="5248275" y="1875328"/>
                  <a:pt x="5232812" y="1911060"/>
                  <a:pt x="5213913" y="1951158"/>
                </a:cubicBezTo>
                <a:cubicBezTo>
                  <a:pt x="5195015" y="1991255"/>
                  <a:pt x="5164845" y="2056209"/>
                  <a:pt x="5146870" y="2095500"/>
                </a:cubicBezTo>
                <a:cubicBezTo>
                  <a:pt x="5128895" y="2134790"/>
                  <a:pt x="5107716" y="2179434"/>
                  <a:pt x="5099806" y="2194709"/>
                </a:cubicBezTo>
                <a:cubicBezTo>
                  <a:pt x="5079495" y="2233929"/>
                  <a:pt x="5097170" y="2248465"/>
                  <a:pt x="5182871" y="2263022"/>
                </a:cubicBezTo>
                <a:cubicBezTo>
                  <a:pt x="5239221" y="2272594"/>
                  <a:pt x="5256650" y="2272353"/>
                  <a:pt x="5280804" y="2261669"/>
                </a:cubicBezTo>
                <a:cubicBezTo>
                  <a:pt x="5296965" y="2254521"/>
                  <a:pt x="5344477" y="2244092"/>
                  <a:pt x="5386387" y="2238494"/>
                </a:cubicBezTo>
                <a:cubicBezTo>
                  <a:pt x="5482413" y="2225667"/>
                  <a:pt x="5488590" y="2224456"/>
                  <a:pt x="5557837" y="2204868"/>
                </a:cubicBezTo>
                <a:cubicBezTo>
                  <a:pt x="5645025" y="2180205"/>
                  <a:pt x="5677011" y="2171624"/>
                  <a:pt x="5734050" y="2157597"/>
                </a:cubicBezTo>
                <a:cubicBezTo>
                  <a:pt x="5762863" y="2150511"/>
                  <a:pt x="5831443" y="2128706"/>
                  <a:pt x="5886450" y="2109142"/>
                </a:cubicBezTo>
                <a:cubicBezTo>
                  <a:pt x="5956511" y="2084224"/>
                  <a:pt x="6005003" y="2072971"/>
                  <a:pt x="6048375" y="2071568"/>
                </a:cubicBezTo>
                <a:cubicBezTo>
                  <a:pt x="6129878" y="2068931"/>
                  <a:pt x="6262018" y="2019702"/>
                  <a:pt x="6296710" y="1979050"/>
                </a:cubicBezTo>
                <a:cubicBezTo>
                  <a:pt x="6318218" y="1953847"/>
                  <a:pt x="6323542" y="1951803"/>
                  <a:pt x="6340344" y="1962296"/>
                </a:cubicBezTo>
                <a:cubicBezTo>
                  <a:pt x="6370636" y="1981213"/>
                  <a:pt x="6547077" y="1910391"/>
                  <a:pt x="6556157" y="1875670"/>
                </a:cubicBezTo>
                <a:cubicBezTo>
                  <a:pt x="6561025" y="1857053"/>
                  <a:pt x="6677551" y="1797169"/>
                  <a:pt x="6732081" y="1785260"/>
                </a:cubicBezTo>
                <a:cubicBezTo>
                  <a:pt x="6767146" y="1777603"/>
                  <a:pt x="6860602" y="1742024"/>
                  <a:pt x="6871811" y="1732064"/>
                </a:cubicBezTo>
                <a:cubicBezTo>
                  <a:pt x="6906592" y="1701161"/>
                  <a:pt x="7001771" y="1743903"/>
                  <a:pt x="6981698" y="1781411"/>
                </a:cubicBezTo>
                <a:cubicBezTo>
                  <a:pt x="6974700" y="1794487"/>
                  <a:pt x="6975195" y="1805119"/>
                  <a:pt x="6983415" y="1818282"/>
                </a:cubicBezTo>
                <a:cubicBezTo>
                  <a:pt x="6998757" y="1842849"/>
                  <a:pt x="6989613" y="1853167"/>
                  <a:pt x="6887390" y="1926642"/>
                </a:cubicBezTo>
                <a:cubicBezTo>
                  <a:pt x="6842412" y="1958971"/>
                  <a:pt x="6782038" y="2004286"/>
                  <a:pt x="6753225" y="2027342"/>
                </a:cubicBezTo>
                <a:cubicBezTo>
                  <a:pt x="6724411" y="2050399"/>
                  <a:pt x="6683934" y="2082667"/>
                  <a:pt x="6663276" y="2099050"/>
                </a:cubicBezTo>
                <a:cubicBezTo>
                  <a:pt x="6642617" y="2115433"/>
                  <a:pt x="6599754" y="2150613"/>
                  <a:pt x="6568026" y="2177228"/>
                </a:cubicBezTo>
                <a:cubicBezTo>
                  <a:pt x="6536297" y="2203843"/>
                  <a:pt x="6493192" y="2238165"/>
                  <a:pt x="6472237" y="2253498"/>
                </a:cubicBezTo>
                <a:cubicBezTo>
                  <a:pt x="6328537" y="2358647"/>
                  <a:pt x="6076164" y="2570724"/>
                  <a:pt x="5925966" y="2712546"/>
                </a:cubicBezTo>
                <a:cubicBezTo>
                  <a:pt x="5847024" y="2787085"/>
                  <a:pt x="5808320" y="2816955"/>
                  <a:pt x="5782547" y="2823227"/>
                </a:cubicBezTo>
                <a:cubicBezTo>
                  <a:pt x="5733000" y="2835284"/>
                  <a:pt x="5665514" y="2938189"/>
                  <a:pt x="5669495" y="2995612"/>
                </a:cubicBezTo>
                <a:cubicBezTo>
                  <a:pt x="5671891" y="3030165"/>
                  <a:pt x="5674797" y="3034012"/>
                  <a:pt x="5700712" y="3036936"/>
                </a:cubicBezTo>
                <a:cubicBezTo>
                  <a:pt x="5756658" y="3043248"/>
                  <a:pt x="5770637" y="3080447"/>
                  <a:pt x="5729287" y="3112973"/>
                </a:cubicBezTo>
                <a:cubicBezTo>
                  <a:pt x="5716190" y="3123275"/>
                  <a:pt x="5705475" y="3135620"/>
                  <a:pt x="5705475" y="3140406"/>
                </a:cubicBezTo>
                <a:cubicBezTo>
                  <a:pt x="5705475" y="3150539"/>
                  <a:pt x="5787241" y="3209925"/>
                  <a:pt x="5801192" y="3209925"/>
                </a:cubicBezTo>
                <a:cubicBezTo>
                  <a:pt x="5806382" y="3209925"/>
                  <a:pt x="5827603" y="3220640"/>
                  <a:pt x="5848350" y="3233737"/>
                </a:cubicBezTo>
                <a:cubicBezTo>
                  <a:pt x="5869096" y="3246834"/>
                  <a:pt x="5898490" y="3257550"/>
                  <a:pt x="5913669" y="3257550"/>
                </a:cubicBezTo>
                <a:cubicBezTo>
                  <a:pt x="5928848" y="3257550"/>
                  <a:pt x="5946603" y="3263979"/>
                  <a:pt x="5953125" y="3271837"/>
                </a:cubicBezTo>
                <a:cubicBezTo>
                  <a:pt x="5959646" y="3279695"/>
                  <a:pt x="5974846" y="3286125"/>
                  <a:pt x="5986902" y="3286125"/>
                </a:cubicBezTo>
                <a:cubicBezTo>
                  <a:pt x="6014045" y="3286124"/>
                  <a:pt x="6094658" y="3301917"/>
                  <a:pt x="6157912" y="3319627"/>
                </a:cubicBezTo>
                <a:cubicBezTo>
                  <a:pt x="6184106" y="3326961"/>
                  <a:pt x="6218396" y="3335058"/>
                  <a:pt x="6234112" y="3337621"/>
                </a:cubicBezTo>
                <a:cubicBezTo>
                  <a:pt x="6249828" y="3340184"/>
                  <a:pt x="6294834" y="3349128"/>
                  <a:pt x="6334125" y="3357497"/>
                </a:cubicBezTo>
                <a:cubicBezTo>
                  <a:pt x="6373415" y="3365866"/>
                  <a:pt x="6422864" y="3375987"/>
                  <a:pt x="6444010" y="3379988"/>
                </a:cubicBezTo>
                <a:cubicBezTo>
                  <a:pt x="6465157" y="3383989"/>
                  <a:pt x="6487485" y="3390369"/>
                  <a:pt x="6493628" y="3394165"/>
                </a:cubicBezTo>
                <a:cubicBezTo>
                  <a:pt x="6504150" y="3400668"/>
                  <a:pt x="6566599" y="3411382"/>
                  <a:pt x="6686550" y="3427262"/>
                </a:cubicBezTo>
                <a:cubicBezTo>
                  <a:pt x="6715363" y="3431077"/>
                  <a:pt x="6745366" y="3438316"/>
                  <a:pt x="6753225" y="3443349"/>
                </a:cubicBezTo>
                <a:cubicBezTo>
                  <a:pt x="6761083" y="3448382"/>
                  <a:pt x="6794301" y="3455785"/>
                  <a:pt x="6827043" y="3459800"/>
                </a:cubicBezTo>
                <a:cubicBezTo>
                  <a:pt x="6933139" y="3472809"/>
                  <a:pt x="7004026" y="3483827"/>
                  <a:pt x="7086600" y="3500142"/>
                </a:cubicBezTo>
                <a:cubicBezTo>
                  <a:pt x="7131129" y="3508940"/>
                  <a:pt x="7197566" y="3519547"/>
                  <a:pt x="7234237" y="3523712"/>
                </a:cubicBezTo>
                <a:cubicBezTo>
                  <a:pt x="7320586" y="3533521"/>
                  <a:pt x="7351038" y="3546142"/>
                  <a:pt x="7354951" y="3573743"/>
                </a:cubicBezTo>
                <a:cubicBezTo>
                  <a:pt x="7357834" y="3594079"/>
                  <a:pt x="7363993" y="3596160"/>
                  <a:pt x="7439025" y="3602143"/>
                </a:cubicBezTo>
                <a:cubicBezTo>
                  <a:pt x="7506675" y="3607537"/>
                  <a:pt x="7586424" y="3620495"/>
                  <a:pt x="7635443" y="3634056"/>
                </a:cubicBezTo>
                <a:cubicBezTo>
                  <a:pt x="7674721" y="3644923"/>
                  <a:pt x="7649457" y="3724116"/>
                  <a:pt x="7606617" y="3724413"/>
                </a:cubicBezTo>
                <a:cubicBezTo>
                  <a:pt x="7595642" y="3724489"/>
                  <a:pt x="7567374" y="3731341"/>
                  <a:pt x="7543800" y="3739639"/>
                </a:cubicBezTo>
                <a:cubicBezTo>
                  <a:pt x="7512381" y="3750697"/>
                  <a:pt x="7486949" y="3752844"/>
                  <a:pt x="7448550" y="3747676"/>
                </a:cubicBezTo>
                <a:cubicBezTo>
                  <a:pt x="7359409" y="3735682"/>
                  <a:pt x="7328656" y="3739357"/>
                  <a:pt x="7293449" y="3766210"/>
                </a:cubicBezTo>
                <a:cubicBezTo>
                  <a:pt x="7253665" y="3796555"/>
                  <a:pt x="7219920" y="3803239"/>
                  <a:pt x="6858000" y="3852463"/>
                </a:cubicBezTo>
                <a:cubicBezTo>
                  <a:pt x="6802993" y="3859945"/>
                  <a:pt x="6732270" y="3870551"/>
                  <a:pt x="6700837" y="3876033"/>
                </a:cubicBezTo>
                <a:cubicBezTo>
                  <a:pt x="6669405" y="3881515"/>
                  <a:pt x="6585823" y="3894790"/>
                  <a:pt x="6515100" y="3905532"/>
                </a:cubicBezTo>
                <a:cubicBezTo>
                  <a:pt x="6444376" y="3916275"/>
                  <a:pt x="6375796" y="3928917"/>
                  <a:pt x="6362700" y="3933626"/>
                </a:cubicBezTo>
                <a:cubicBezTo>
                  <a:pt x="6349603" y="3938335"/>
                  <a:pt x="6319599" y="3944909"/>
                  <a:pt x="6296025" y="3948236"/>
                </a:cubicBezTo>
                <a:cubicBezTo>
                  <a:pt x="6217392" y="3959332"/>
                  <a:pt x="5957858" y="4021799"/>
                  <a:pt x="5872162" y="4050255"/>
                </a:cubicBezTo>
                <a:cubicBezTo>
                  <a:pt x="5671136" y="4117006"/>
                  <a:pt x="5516155" y="4189728"/>
                  <a:pt x="5479718" y="4234400"/>
                </a:cubicBezTo>
                <a:cubicBezTo>
                  <a:pt x="5393478" y="4340134"/>
                  <a:pt x="5399272" y="4328482"/>
                  <a:pt x="5410535" y="4373545"/>
                </a:cubicBezTo>
                <a:cubicBezTo>
                  <a:pt x="5416212" y="4396256"/>
                  <a:pt x="5422284" y="4423410"/>
                  <a:pt x="5424029" y="4433887"/>
                </a:cubicBezTo>
                <a:cubicBezTo>
                  <a:pt x="5428647" y="4461610"/>
                  <a:pt x="5475319" y="4564018"/>
                  <a:pt x="5491469" y="4581863"/>
                </a:cubicBezTo>
                <a:cubicBezTo>
                  <a:pt x="5511216" y="4603684"/>
                  <a:pt x="5543039" y="4703853"/>
                  <a:pt x="5543315" y="4745061"/>
                </a:cubicBezTo>
                <a:cubicBezTo>
                  <a:pt x="5543806" y="4818353"/>
                  <a:pt x="5573732" y="4903476"/>
                  <a:pt x="5706704" y="5209813"/>
                </a:cubicBezTo>
                <a:cubicBezTo>
                  <a:pt x="5719125" y="5238428"/>
                  <a:pt x="5777331" y="5358300"/>
                  <a:pt x="5836052" y="5476195"/>
                </a:cubicBezTo>
                <a:cubicBezTo>
                  <a:pt x="5931341" y="5667510"/>
                  <a:pt x="5941315" y="5692212"/>
                  <a:pt x="5928835" y="5706001"/>
                </a:cubicBezTo>
                <a:cubicBezTo>
                  <a:pt x="5911681" y="5724956"/>
                  <a:pt x="5941118" y="5775302"/>
                  <a:pt x="5983800" y="5800011"/>
                </a:cubicBezTo>
                <a:cubicBezTo>
                  <a:pt x="6024277" y="5823443"/>
                  <a:pt x="6074508" y="5905500"/>
                  <a:pt x="6048375" y="5905500"/>
                </a:cubicBezTo>
                <a:cubicBezTo>
                  <a:pt x="6013559" y="5905500"/>
                  <a:pt x="6128256" y="6124689"/>
                  <a:pt x="6223958" y="6241044"/>
                </a:cubicBezTo>
                <a:cubicBezTo>
                  <a:pt x="6342230" y="6384840"/>
                  <a:pt x="6375827" y="6437356"/>
                  <a:pt x="6365019" y="6461538"/>
                </a:cubicBezTo>
                <a:cubicBezTo>
                  <a:pt x="6358036" y="6477158"/>
                  <a:pt x="6361435" y="6490435"/>
                  <a:pt x="6379949" y="6519862"/>
                </a:cubicBezTo>
                <a:cubicBezTo>
                  <a:pt x="6405904" y="6561117"/>
                  <a:pt x="6477893" y="6659767"/>
                  <a:pt x="6487685" y="6667500"/>
                </a:cubicBezTo>
                <a:cubicBezTo>
                  <a:pt x="6491002" y="6670119"/>
                  <a:pt x="6496683" y="6690016"/>
                  <a:pt x="6500309" y="6711715"/>
                </a:cubicBezTo>
                <a:cubicBezTo>
                  <a:pt x="6506534" y="6748970"/>
                  <a:pt x="6505267" y="6751983"/>
                  <a:pt x="6477554" y="6765808"/>
                </a:cubicBezTo>
                <a:cubicBezTo>
                  <a:pt x="6448289" y="6780407"/>
                  <a:pt x="6448094" y="6780328"/>
                  <a:pt x="6407834" y="6737458"/>
                </a:cubicBezTo>
                <a:cubicBezTo>
                  <a:pt x="6385630" y="6713814"/>
                  <a:pt x="6363176" y="6686974"/>
                  <a:pt x="6357937" y="6677814"/>
                </a:cubicBezTo>
                <a:cubicBezTo>
                  <a:pt x="6340081" y="6646592"/>
                  <a:pt x="6272794" y="6567623"/>
                  <a:pt x="6194946" y="6486525"/>
                </a:cubicBezTo>
                <a:cubicBezTo>
                  <a:pt x="6152202" y="6441995"/>
                  <a:pt x="6106295" y="6392703"/>
                  <a:pt x="6092931" y="6376987"/>
                </a:cubicBezTo>
                <a:cubicBezTo>
                  <a:pt x="6069711" y="6349679"/>
                  <a:pt x="6068046" y="6349203"/>
                  <a:pt x="6055397" y="6366248"/>
                </a:cubicBezTo>
                <a:cubicBezTo>
                  <a:pt x="6046785" y="6377852"/>
                  <a:pt x="6035758" y="6382028"/>
                  <a:pt x="6023836" y="6378201"/>
                </a:cubicBezTo>
                <a:cubicBezTo>
                  <a:pt x="6002643" y="6371396"/>
                  <a:pt x="5235292" y="5594520"/>
                  <a:pt x="5202758" y="5546929"/>
                </a:cubicBezTo>
                <a:cubicBezTo>
                  <a:pt x="5190820" y="5529468"/>
                  <a:pt x="5169379" y="5509144"/>
                  <a:pt x="5155110" y="5501766"/>
                </a:cubicBezTo>
                <a:cubicBezTo>
                  <a:pt x="5111088" y="5479001"/>
                  <a:pt x="5088202" y="5448588"/>
                  <a:pt x="5107124" y="5437999"/>
                </a:cubicBezTo>
                <a:cubicBezTo>
                  <a:pt x="5120974" y="5430248"/>
                  <a:pt x="5119904" y="5426028"/>
                  <a:pt x="5097661" y="5400680"/>
                </a:cubicBezTo>
                <a:cubicBezTo>
                  <a:pt x="5067973" y="5366847"/>
                  <a:pt x="5061180" y="5365783"/>
                  <a:pt x="5040209" y="5391682"/>
                </a:cubicBezTo>
                <a:cubicBezTo>
                  <a:pt x="5024424" y="5411175"/>
                  <a:pt x="5024102" y="5411089"/>
                  <a:pt x="4969203" y="5372632"/>
                </a:cubicBezTo>
                <a:cubicBezTo>
                  <a:pt x="4938871" y="5351384"/>
                  <a:pt x="4911895" y="5334000"/>
                  <a:pt x="4909256" y="5334000"/>
                </a:cubicBezTo>
                <a:cubicBezTo>
                  <a:pt x="4906618" y="5334000"/>
                  <a:pt x="4880019" y="5318082"/>
                  <a:pt x="4850148" y="5298626"/>
                </a:cubicBezTo>
                <a:cubicBezTo>
                  <a:pt x="4767233" y="5244623"/>
                  <a:pt x="4753783" y="5238750"/>
                  <a:pt x="4713029" y="5238750"/>
                </a:cubicBezTo>
                <a:cubicBezTo>
                  <a:pt x="4676295" y="5238750"/>
                  <a:pt x="4675427" y="5239507"/>
                  <a:pt x="4681338" y="5266418"/>
                </a:cubicBezTo>
                <a:cubicBezTo>
                  <a:pt x="4690349" y="5307445"/>
                  <a:pt x="4674357" y="5309790"/>
                  <a:pt x="4606476" y="5277393"/>
                </a:cubicBezTo>
                <a:cubicBezTo>
                  <a:pt x="4501881" y="5227475"/>
                  <a:pt x="4428648" y="5259456"/>
                  <a:pt x="4322864" y="5401246"/>
                </a:cubicBezTo>
                <a:cubicBezTo>
                  <a:pt x="4273344" y="5467622"/>
                  <a:pt x="4179965" y="5704961"/>
                  <a:pt x="4158199" y="5819775"/>
                </a:cubicBezTo>
                <a:cubicBezTo>
                  <a:pt x="4154723" y="5838110"/>
                  <a:pt x="4146158" y="5868114"/>
                  <a:pt x="4139166" y="5886450"/>
                </a:cubicBezTo>
                <a:cubicBezTo>
                  <a:pt x="4122150" y="5931073"/>
                  <a:pt x="4095750" y="6082453"/>
                  <a:pt x="4095750" y="6135397"/>
                </a:cubicBezTo>
                <a:cubicBezTo>
                  <a:pt x="4095750" y="6158782"/>
                  <a:pt x="4091000" y="6182664"/>
                  <a:pt x="4085195" y="6188469"/>
                </a:cubicBezTo>
                <a:cubicBezTo>
                  <a:pt x="4079132" y="6194532"/>
                  <a:pt x="4072592" y="6251086"/>
                  <a:pt x="4069828" y="6321343"/>
                </a:cubicBezTo>
                <a:cubicBezTo>
                  <a:pt x="4067182" y="6388619"/>
                  <a:pt x="4061615" y="6450137"/>
                  <a:pt x="4057456" y="6458051"/>
                </a:cubicBezTo>
                <a:cubicBezTo>
                  <a:pt x="4053297" y="6465965"/>
                  <a:pt x="4049353" y="6534022"/>
                  <a:pt x="4048692" y="6609290"/>
                </a:cubicBezTo>
                <a:cubicBezTo>
                  <a:pt x="4048030" y="6684557"/>
                  <a:pt x="4044129" y="6753092"/>
                  <a:pt x="4040023" y="6761588"/>
                </a:cubicBezTo>
                <a:cubicBezTo>
                  <a:pt x="4032038" y="6778111"/>
                  <a:pt x="4033393" y="6876068"/>
                  <a:pt x="4043531" y="7015162"/>
                </a:cubicBezTo>
                <a:cubicBezTo>
                  <a:pt x="4049437" y="7096187"/>
                  <a:pt x="4048543" y="7102323"/>
                  <a:pt x="4027218" y="7127081"/>
                </a:cubicBezTo>
                <a:cubicBezTo>
                  <a:pt x="3996946" y="7162225"/>
                  <a:pt x="3989116" y="7160267"/>
                  <a:pt x="3969543" y="7112657"/>
                </a:cubicBezTo>
                <a:close/>
                <a:moveTo>
                  <a:pt x="3860106" y="6000149"/>
                </a:moveTo>
                <a:cubicBezTo>
                  <a:pt x="3857226" y="5968387"/>
                  <a:pt x="3859579" y="5920167"/>
                  <a:pt x="3865334" y="5892993"/>
                </a:cubicBezTo>
                <a:cubicBezTo>
                  <a:pt x="3871089" y="5865820"/>
                  <a:pt x="3880524" y="5805011"/>
                  <a:pt x="3886301" y="5757862"/>
                </a:cubicBezTo>
                <a:cubicBezTo>
                  <a:pt x="3897074" y="5669934"/>
                  <a:pt x="3934585" y="5513995"/>
                  <a:pt x="3957286" y="5462770"/>
                </a:cubicBezTo>
                <a:cubicBezTo>
                  <a:pt x="3964296" y="5446953"/>
                  <a:pt x="3972238" y="5425440"/>
                  <a:pt x="3974937" y="5414962"/>
                </a:cubicBezTo>
                <a:cubicBezTo>
                  <a:pt x="4020994" y="5236117"/>
                  <a:pt x="4193842" y="5012530"/>
                  <a:pt x="4319492" y="4969264"/>
                </a:cubicBezTo>
                <a:cubicBezTo>
                  <a:pt x="4340499" y="4962031"/>
                  <a:pt x="4372689" y="4950749"/>
                  <a:pt x="4391025" y="4944194"/>
                </a:cubicBezTo>
                <a:cubicBezTo>
                  <a:pt x="4489325" y="4909053"/>
                  <a:pt x="4579501" y="4898913"/>
                  <a:pt x="4617764" y="4918700"/>
                </a:cubicBezTo>
                <a:cubicBezTo>
                  <a:pt x="4632787" y="4926469"/>
                  <a:pt x="4683285" y="4937798"/>
                  <a:pt x="4729983" y="4943875"/>
                </a:cubicBezTo>
                <a:cubicBezTo>
                  <a:pt x="4776680" y="4949953"/>
                  <a:pt x="4818959" y="4958779"/>
                  <a:pt x="4823936" y="4963488"/>
                </a:cubicBezTo>
                <a:cubicBezTo>
                  <a:pt x="4828913" y="4968197"/>
                  <a:pt x="4842590" y="4972050"/>
                  <a:pt x="4854330" y="4972050"/>
                </a:cubicBezTo>
                <a:cubicBezTo>
                  <a:pt x="4866070" y="4972050"/>
                  <a:pt x="4878006" y="4975821"/>
                  <a:pt x="4880855" y="4980431"/>
                </a:cubicBezTo>
                <a:cubicBezTo>
                  <a:pt x="4883704" y="4985041"/>
                  <a:pt x="4907513" y="4995837"/>
                  <a:pt x="4933763" y="5004423"/>
                </a:cubicBezTo>
                <a:cubicBezTo>
                  <a:pt x="5065038" y="5047361"/>
                  <a:pt x="5272646" y="5213415"/>
                  <a:pt x="5505120" y="5461419"/>
                </a:cubicBezTo>
                <a:cubicBezTo>
                  <a:pt x="5565739" y="5526088"/>
                  <a:pt x="5577399" y="5519575"/>
                  <a:pt x="5531192" y="5446856"/>
                </a:cubicBezTo>
                <a:cubicBezTo>
                  <a:pt x="5513388" y="5418837"/>
                  <a:pt x="5480546" y="5357336"/>
                  <a:pt x="5458210" y="5310187"/>
                </a:cubicBezTo>
                <a:cubicBezTo>
                  <a:pt x="5435873" y="5263038"/>
                  <a:pt x="5413061" y="5215890"/>
                  <a:pt x="5407516" y="5205412"/>
                </a:cubicBezTo>
                <a:cubicBezTo>
                  <a:pt x="5401971" y="5194935"/>
                  <a:pt x="5385133" y="5160645"/>
                  <a:pt x="5370097" y="5129212"/>
                </a:cubicBezTo>
                <a:cubicBezTo>
                  <a:pt x="5355061" y="5097780"/>
                  <a:pt x="5338645" y="5064619"/>
                  <a:pt x="5333617" y="5055522"/>
                </a:cubicBezTo>
                <a:cubicBezTo>
                  <a:pt x="5328589" y="5046426"/>
                  <a:pt x="5324475" y="5033849"/>
                  <a:pt x="5324475" y="5027574"/>
                </a:cubicBezTo>
                <a:cubicBezTo>
                  <a:pt x="5324475" y="5021298"/>
                  <a:pt x="5315390" y="4997399"/>
                  <a:pt x="5304288" y="4974463"/>
                </a:cubicBezTo>
                <a:cubicBezTo>
                  <a:pt x="5285174" y="4934981"/>
                  <a:pt x="5278740" y="4914525"/>
                  <a:pt x="5257088" y="4824412"/>
                </a:cubicBezTo>
                <a:cubicBezTo>
                  <a:pt x="5252053" y="4803457"/>
                  <a:pt x="5244066" y="4777740"/>
                  <a:pt x="5239339" y="4767262"/>
                </a:cubicBezTo>
                <a:cubicBezTo>
                  <a:pt x="5225135" y="4735781"/>
                  <a:pt x="5217067" y="4675630"/>
                  <a:pt x="5218385" y="4611033"/>
                </a:cubicBezTo>
                <a:cubicBezTo>
                  <a:pt x="5219069" y="4577494"/>
                  <a:pt x="5215185" y="4544700"/>
                  <a:pt x="5209755" y="4538156"/>
                </a:cubicBezTo>
                <a:cubicBezTo>
                  <a:pt x="5204075" y="4531312"/>
                  <a:pt x="5201055" y="4490454"/>
                  <a:pt x="5202646" y="4441973"/>
                </a:cubicBezTo>
                <a:cubicBezTo>
                  <a:pt x="5205173" y="4364966"/>
                  <a:pt x="5207120" y="4357443"/>
                  <a:pt x="5225189" y="4354860"/>
                </a:cubicBezTo>
                <a:cubicBezTo>
                  <a:pt x="5238029" y="4353025"/>
                  <a:pt x="5248890" y="4359706"/>
                  <a:pt x="5256154" y="4373910"/>
                </a:cubicBezTo>
                <a:cubicBezTo>
                  <a:pt x="5265522" y="4392227"/>
                  <a:pt x="5266404" y="4387263"/>
                  <a:pt x="5261576" y="4343400"/>
                </a:cubicBezTo>
                <a:cubicBezTo>
                  <a:pt x="5257978" y="4310711"/>
                  <a:pt x="5248672" y="4283247"/>
                  <a:pt x="5236827" y="4270360"/>
                </a:cubicBezTo>
                <a:cubicBezTo>
                  <a:pt x="5212068" y="4243425"/>
                  <a:pt x="5218594" y="4211497"/>
                  <a:pt x="5270571" y="4105275"/>
                </a:cubicBezTo>
                <a:cubicBezTo>
                  <a:pt x="5333347" y="3976982"/>
                  <a:pt x="5494528" y="3825430"/>
                  <a:pt x="5634037" y="3763524"/>
                </a:cubicBezTo>
                <a:cubicBezTo>
                  <a:pt x="5705611" y="3731763"/>
                  <a:pt x="5722711" y="3724871"/>
                  <a:pt x="5767387" y="3709776"/>
                </a:cubicBezTo>
                <a:cubicBezTo>
                  <a:pt x="5793581" y="3700926"/>
                  <a:pt x="5823585" y="3690174"/>
                  <a:pt x="5834062" y="3685884"/>
                </a:cubicBezTo>
                <a:cubicBezTo>
                  <a:pt x="5844540" y="3681594"/>
                  <a:pt x="5863828" y="3676053"/>
                  <a:pt x="5876925" y="3673570"/>
                </a:cubicBezTo>
                <a:cubicBezTo>
                  <a:pt x="5890021" y="3671087"/>
                  <a:pt x="5913596" y="3664598"/>
                  <a:pt x="5929312" y="3659151"/>
                </a:cubicBezTo>
                <a:cubicBezTo>
                  <a:pt x="5992185" y="3637361"/>
                  <a:pt x="6122896" y="3609974"/>
                  <a:pt x="6164027" y="3609975"/>
                </a:cubicBezTo>
                <a:cubicBezTo>
                  <a:pt x="6179688" y="3609975"/>
                  <a:pt x="6201769" y="3605015"/>
                  <a:pt x="6213094" y="3598954"/>
                </a:cubicBezTo>
                <a:cubicBezTo>
                  <a:pt x="6233220" y="3588183"/>
                  <a:pt x="6233260" y="3587766"/>
                  <a:pt x="6214850" y="3580573"/>
                </a:cubicBezTo>
                <a:cubicBezTo>
                  <a:pt x="6204489" y="3576525"/>
                  <a:pt x="6177028" y="3572912"/>
                  <a:pt x="6153826" y="3572544"/>
                </a:cubicBezTo>
                <a:cubicBezTo>
                  <a:pt x="6112392" y="3571886"/>
                  <a:pt x="6060883" y="3559347"/>
                  <a:pt x="6025908" y="3541403"/>
                </a:cubicBezTo>
                <a:cubicBezTo>
                  <a:pt x="6016171" y="3536408"/>
                  <a:pt x="5984025" y="3524408"/>
                  <a:pt x="5954471" y="3514738"/>
                </a:cubicBezTo>
                <a:cubicBezTo>
                  <a:pt x="5745672" y="3446417"/>
                  <a:pt x="5572125" y="3329137"/>
                  <a:pt x="5572125" y="3256357"/>
                </a:cubicBezTo>
                <a:cubicBezTo>
                  <a:pt x="5572125" y="3250955"/>
                  <a:pt x="5554980" y="3230547"/>
                  <a:pt x="5534025" y="3211007"/>
                </a:cubicBezTo>
                <a:cubicBezTo>
                  <a:pt x="5511969" y="3190441"/>
                  <a:pt x="5495925" y="3166688"/>
                  <a:pt x="5495925" y="3154602"/>
                </a:cubicBezTo>
                <a:cubicBezTo>
                  <a:pt x="5495925" y="3139086"/>
                  <a:pt x="5490222" y="3133725"/>
                  <a:pt x="5473722" y="3133725"/>
                </a:cubicBezTo>
                <a:cubicBezTo>
                  <a:pt x="5434745" y="3133725"/>
                  <a:pt x="5409345" y="3048075"/>
                  <a:pt x="5434115" y="3000174"/>
                </a:cubicBezTo>
                <a:cubicBezTo>
                  <a:pt x="5441917" y="2985088"/>
                  <a:pt x="5448300" y="2962070"/>
                  <a:pt x="5448300" y="2949022"/>
                </a:cubicBezTo>
                <a:cubicBezTo>
                  <a:pt x="5448300" y="2935974"/>
                  <a:pt x="5452586" y="2922650"/>
                  <a:pt x="5457825" y="2919412"/>
                </a:cubicBezTo>
                <a:cubicBezTo>
                  <a:pt x="5463063" y="2916174"/>
                  <a:pt x="5467350" y="2905157"/>
                  <a:pt x="5467350" y="2894930"/>
                </a:cubicBezTo>
                <a:cubicBezTo>
                  <a:pt x="5467350" y="2884702"/>
                  <a:pt x="5484495" y="2851217"/>
                  <a:pt x="5505450" y="2820518"/>
                </a:cubicBezTo>
                <a:cubicBezTo>
                  <a:pt x="5526405" y="2789818"/>
                  <a:pt x="5543550" y="2761797"/>
                  <a:pt x="5543550" y="2758247"/>
                </a:cubicBezTo>
                <a:cubicBezTo>
                  <a:pt x="5543550" y="2749833"/>
                  <a:pt x="5617679" y="2642664"/>
                  <a:pt x="5648325" y="2606773"/>
                </a:cubicBezTo>
                <a:cubicBezTo>
                  <a:pt x="5680797" y="2568743"/>
                  <a:pt x="5791801" y="2472809"/>
                  <a:pt x="5895150" y="2393459"/>
                </a:cubicBezTo>
                <a:cubicBezTo>
                  <a:pt x="5922791" y="2372236"/>
                  <a:pt x="5884963" y="2379092"/>
                  <a:pt x="5831129" y="2405062"/>
                </a:cubicBezTo>
                <a:cubicBezTo>
                  <a:pt x="5803980" y="2418159"/>
                  <a:pt x="5776952" y="2428874"/>
                  <a:pt x="5771065" y="2428875"/>
                </a:cubicBezTo>
                <a:cubicBezTo>
                  <a:pt x="5765179" y="2428875"/>
                  <a:pt x="5734083" y="2437245"/>
                  <a:pt x="5701962" y="2447476"/>
                </a:cubicBezTo>
                <a:cubicBezTo>
                  <a:pt x="5578626" y="2486761"/>
                  <a:pt x="5543619" y="2495550"/>
                  <a:pt x="5510468" y="2495550"/>
                </a:cubicBezTo>
                <a:cubicBezTo>
                  <a:pt x="5491623" y="2495550"/>
                  <a:pt x="5466711" y="2501517"/>
                  <a:pt x="5455108" y="2508810"/>
                </a:cubicBezTo>
                <a:cubicBezTo>
                  <a:pt x="5442826" y="2516530"/>
                  <a:pt x="5380287" y="2526702"/>
                  <a:pt x="5305425" y="2533157"/>
                </a:cubicBezTo>
                <a:cubicBezTo>
                  <a:pt x="5234701" y="2539254"/>
                  <a:pt x="5163978" y="2545728"/>
                  <a:pt x="5148262" y="2547543"/>
                </a:cubicBezTo>
                <a:cubicBezTo>
                  <a:pt x="5117215" y="2551128"/>
                  <a:pt x="4921674" y="2527751"/>
                  <a:pt x="4866485" y="2513856"/>
                </a:cubicBezTo>
                <a:cubicBezTo>
                  <a:pt x="4783144" y="2492873"/>
                  <a:pt x="4747002" y="2402424"/>
                  <a:pt x="4785317" y="2310724"/>
                </a:cubicBezTo>
                <a:cubicBezTo>
                  <a:pt x="4793722" y="2290607"/>
                  <a:pt x="4800600" y="2272936"/>
                  <a:pt x="4800600" y="2271455"/>
                </a:cubicBezTo>
                <a:cubicBezTo>
                  <a:pt x="4800600" y="2269974"/>
                  <a:pt x="4783682" y="2271031"/>
                  <a:pt x="4763005" y="2273805"/>
                </a:cubicBezTo>
                <a:cubicBezTo>
                  <a:pt x="4735856" y="2277446"/>
                  <a:pt x="4721112" y="2274548"/>
                  <a:pt x="4709938" y="2263373"/>
                </a:cubicBezTo>
                <a:cubicBezTo>
                  <a:pt x="4701427" y="2254863"/>
                  <a:pt x="4689296" y="2247899"/>
                  <a:pt x="4682979" y="2247899"/>
                </a:cubicBezTo>
                <a:cubicBezTo>
                  <a:pt x="4652434" y="2247899"/>
                  <a:pt x="4543425" y="2107813"/>
                  <a:pt x="4543425" y="2068560"/>
                </a:cubicBezTo>
                <a:cubicBezTo>
                  <a:pt x="4543425" y="2059186"/>
                  <a:pt x="4537131" y="2043195"/>
                  <a:pt x="4529440" y="2033026"/>
                </a:cubicBezTo>
                <a:cubicBezTo>
                  <a:pt x="4521748" y="2022857"/>
                  <a:pt x="4515319" y="2003275"/>
                  <a:pt x="4515152" y="1989510"/>
                </a:cubicBezTo>
                <a:cubicBezTo>
                  <a:pt x="4514986" y="1975744"/>
                  <a:pt x="4508838" y="1959493"/>
                  <a:pt x="4501490" y="1953394"/>
                </a:cubicBezTo>
                <a:cubicBezTo>
                  <a:pt x="4494142" y="1947296"/>
                  <a:pt x="4485705" y="1924268"/>
                  <a:pt x="4482742" y="1902222"/>
                </a:cubicBezTo>
                <a:cubicBezTo>
                  <a:pt x="4469226" y="1801654"/>
                  <a:pt x="4464433" y="1781191"/>
                  <a:pt x="4451971" y="1770848"/>
                </a:cubicBezTo>
                <a:cubicBezTo>
                  <a:pt x="4436391" y="1757917"/>
                  <a:pt x="4435196" y="1679820"/>
                  <a:pt x="4449360" y="1600200"/>
                </a:cubicBezTo>
                <a:cubicBezTo>
                  <a:pt x="4454486" y="1571386"/>
                  <a:pt x="4462305" y="1522095"/>
                  <a:pt x="4466735" y="1490662"/>
                </a:cubicBezTo>
                <a:cubicBezTo>
                  <a:pt x="4477798" y="1412178"/>
                  <a:pt x="4492847" y="1358296"/>
                  <a:pt x="4504821" y="1354305"/>
                </a:cubicBezTo>
                <a:cubicBezTo>
                  <a:pt x="4520354" y="1349127"/>
                  <a:pt x="4516649" y="1314450"/>
                  <a:pt x="4500562" y="1314450"/>
                </a:cubicBezTo>
                <a:cubicBezTo>
                  <a:pt x="4492704" y="1314450"/>
                  <a:pt x="4486275" y="1322665"/>
                  <a:pt x="4486275" y="1332706"/>
                </a:cubicBezTo>
                <a:cubicBezTo>
                  <a:pt x="4486275" y="1342747"/>
                  <a:pt x="4483060" y="1352391"/>
                  <a:pt x="4479131" y="1354137"/>
                </a:cubicBezTo>
                <a:cubicBezTo>
                  <a:pt x="4475202" y="1355883"/>
                  <a:pt x="4456486" y="1380886"/>
                  <a:pt x="4437541" y="1409700"/>
                </a:cubicBezTo>
                <a:cubicBezTo>
                  <a:pt x="4381600" y="1494779"/>
                  <a:pt x="4257743" y="1636084"/>
                  <a:pt x="4225575" y="1651526"/>
                </a:cubicBezTo>
                <a:cubicBezTo>
                  <a:pt x="4209178" y="1659397"/>
                  <a:pt x="4152900" y="1709319"/>
                  <a:pt x="4100512" y="1762462"/>
                </a:cubicBezTo>
                <a:cubicBezTo>
                  <a:pt x="3991145" y="1873407"/>
                  <a:pt x="3979839" y="1881330"/>
                  <a:pt x="3952082" y="1866475"/>
                </a:cubicBezTo>
                <a:cubicBezTo>
                  <a:pt x="3936471" y="1858121"/>
                  <a:pt x="3928694" y="1859065"/>
                  <a:pt x="3915613" y="1870903"/>
                </a:cubicBezTo>
                <a:cubicBezTo>
                  <a:pt x="3906469" y="1879178"/>
                  <a:pt x="3895996" y="1885950"/>
                  <a:pt x="3892339" y="1885950"/>
                </a:cubicBezTo>
                <a:cubicBezTo>
                  <a:pt x="3888683" y="1885950"/>
                  <a:pt x="3870406" y="1899880"/>
                  <a:pt x="3851722" y="1916906"/>
                </a:cubicBezTo>
                <a:cubicBezTo>
                  <a:pt x="3739617" y="2019067"/>
                  <a:pt x="3547980" y="2036825"/>
                  <a:pt x="3392022" y="1959504"/>
                </a:cubicBezTo>
                <a:cubicBezTo>
                  <a:pt x="3303423" y="1915578"/>
                  <a:pt x="3059054" y="1625252"/>
                  <a:pt x="3057525" y="1562100"/>
                </a:cubicBezTo>
                <a:cubicBezTo>
                  <a:pt x="3057335" y="1554241"/>
                  <a:pt x="3044398" y="1524624"/>
                  <a:pt x="3028777" y="1496284"/>
                </a:cubicBezTo>
                <a:cubicBezTo>
                  <a:pt x="3013156" y="1467944"/>
                  <a:pt x="3000348" y="1440083"/>
                  <a:pt x="3000316" y="1434371"/>
                </a:cubicBezTo>
                <a:cubicBezTo>
                  <a:pt x="3000284" y="1428660"/>
                  <a:pt x="2994411" y="1412784"/>
                  <a:pt x="2987267" y="1399091"/>
                </a:cubicBezTo>
                <a:cubicBezTo>
                  <a:pt x="2980122" y="1385398"/>
                  <a:pt x="2964497" y="1337178"/>
                  <a:pt x="2952545" y="1291935"/>
                </a:cubicBezTo>
                <a:cubicBezTo>
                  <a:pt x="2928239" y="1199927"/>
                  <a:pt x="2919087" y="1190858"/>
                  <a:pt x="2910380" y="1250156"/>
                </a:cubicBezTo>
                <a:cubicBezTo>
                  <a:pt x="2895429" y="1351975"/>
                  <a:pt x="2883417" y="1416207"/>
                  <a:pt x="2875561" y="1436341"/>
                </a:cubicBezTo>
                <a:cubicBezTo>
                  <a:pt x="2870866" y="1448375"/>
                  <a:pt x="2867025" y="1470388"/>
                  <a:pt x="2867025" y="1485259"/>
                </a:cubicBezTo>
                <a:cubicBezTo>
                  <a:pt x="2867025" y="1500130"/>
                  <a:pt x="2860622" y="1524574"/>
                  <a:pt x="2852796" y="1539579"/>
                </a:cubicBezTo>
                <a:cubicBezTo>
                  <a:pt x="2844970" y="1554585"/>
                  <a:pt x="2838486" y="1573291"/>
                  <a:pt x="2838388" y="1581150"/>
                </a:cubicBezTo>
                <a:cubicBezTo>
                  <a:pt x="2838184" y="1597390"/>
                  <a:pt x="2791908" y="1691463"/>
                  <a:pt x="2764659" y="1731031"/>
                </a:cubicBezTo>
                <a:cubicBezTo>
                  <a:pt x="2754685" y="1745513"/>
                  <a:pt x="2740915" y="1771428"/>
                  <a:pt x="2734057" y="1788621"/>
                </a:cubicBezTo>
                <a:cubicBezTo>
                  <a:pt x="2709541" y="1850081"/>
                  <a:pt x="2584564" y="1962585"/>
                  <a:pt x="2485737" y="2012157"/>
                </a:cubicBezTo>
                <a:cubicBezTo>
                  <a:pt x="2436127" y="2037042"/>
                  <a:pt x="2388289" y="2057402"/>
                  <a:pt x="2379430" y="2057401"/>
                </a:cubicBezTo>
                <a:cubicBezTo>
                  <a:pt x="2370572" y="2057400"/>
                  <a:pt x="2361017" y="2061132"/>
                  <a:pt x="2358198" y="2065694"/>
                </a:cubicBezTo>
                <a:cubicBezTo>
                  <a:pt x="2352012" y="2075702"/>
                  <a:pt x="2283612" y="2085038"/>
                  <a:pt x="2163615" y="2092253"/>
                </a:cubicBezTo>
                <a:cubicBezTo>
                  <a:pt x="2037774" y="2099818"/>
                  <a:pt x="1772297" y="2045043"/>
                  <a:pt x="1664378" y="1989246"/>
                </a:cubicBezTo>
                <a:cubicBezTo>
                  <a:pt x="1619587" y="1966088"/>
                  <a:pt x="1609541" y="1962150"/>
                  <a:pt x="1595267" y="1962150"/>
                </a:cubicBezTo>
                <a:cubicBezTo>
                  <a:pt x="1587174" y="1962150"/>
                  <a:pt x="1578084" y="1955720"/>
                  <a:pt x="1575069" y="1947862"/>
                </a:cubicBezTo>
                <a:cubicBezTo>
                  <a:pt x="1570275" y="1935368"/>
                  <a:pt x="1533525" y="1926520"/>
                  <a:pt x="1533525" y="1937859"/>
                </a:cubicBezTo>
                <a:cubicBezTo>
                  <a:pt x="1533525" y="1940216"/>
                  <a:pt x="1546134" y="1960829"/>
                  <a:pt x="1561547" y="1983666"/>
                </a:cubicBezTo>
                <a:cubicBezTo>
                  <a:pt x="1590948" y="2027230"/>
                  <a:pt x="1649492" y="2140088"/>
                  <a:pt x="1688734" y="2228850"/>
                </a:cubicBezTo>
                <a:cubicBezTo>
                  <a:pt x="1701472" y="2257663"/>
                  <a:pt x="1720761" y="2300929"/>
                  <a:pt x="1731599" y="2324998"/>
                </a:cubicBezTo>
                <a:cubicBezTo>
                  <a:pt x="1751977" y="2370256"/>
                  <a:pt x="1781174" y="2505176"/>
                  <a:pt x="1781174" y="2554087"/>
                </a:cubicBezTo>
                <a:cubicBezTo>
                  <a:pt x="1781174" y="2569409"/>
                  <a:pt x="1787926" y="2592249"/>
                  <a:pt x="1796178" y="2604843"/>
                </a:cubicBezTo>
                <a:cubicBezTo>
                  <a:pt x="1819477" y="2640401"/>
                  <a:pt x="1799727" y="2880777"/>
                  <a:pt x="1771154" y="2909411"/>
                </a:cubicBezTo>
                <a:cubicBezTo>
                  <a:pt x="1766188" y="2914388"/>
                  <a:pt x="1762125" y="2926406"/>
                  <a:pt x="1762125" y="2936119"/>
                </a:cubicBezTo>
                <a:cubicBezTo>
                  <a:pt x="1762125" y="2999237"/>
                  <a:pt x="1555561" y="3285002"/>
                  <a:pt x="1451863" y="3365343"/>
                </a:cubicBezTo>
                <a:cubicBezTo>
                  <a:pt x="1349938" y="3444310"/>
                  <a:pt x="1266699" y="3505199"/>
                  <a:pt x="1260672" y="3505200"/>
                </a:cubicBezTo>
                <a:cubicBezTo>
                  <a:pt x="1257187" y="3505200"/>
                  <a:pt x="1240286" y="3515915"/>
                  <a:pt x="1223115" y="3529012"/>
                </a:cubicBezTo>
                <a:cubicBezTo>
                  <a:pt x="1205944" y="3542109"/>
                  <a:pt x="1187681" y="3552825"/>
                  <a:pt x="1182529" y="3552825"/>
                </a:cubicBezTo>
                <a:cubicBezTo>
                  <a:pt x="1177377" y="3552825"/>
                  <a:pt x="1171733" y="3556039"/>
                  <a:pt x="1169987" y="3559968"/>
                </a:cubicBezTo>
                <a:cubicBezTo>
                  <a:pt x="1163415" y="3574755"/>
                  <a:pt x="1088588" y="3608108"/>
                  <a:pt x="1035408" y="3619954"/>
                </a:cubicBezTo>
                <a:cubicBezTo>
                  <a:pt x="947043" y="3639637"/>
                  <a:pt x="954755" y="3650820"/>
                  <a:pt x="1064418" y="3662018"/>
                </a:cubicBezTo>
                <a:cubicBezTo>
                  <a:pt x="1091922" y="3664827"/>
                  <a:pt x="1136927" y="3669474"/>
                  <a:pt x="1164431" y="3672346"/>
                </a:cubicBezTo>
                <a:cubicBezTo>
                  <a:pt x="1191934" y="3675218"/>
                  <a:pt x="1223010" y="3681077"/>
                  <a:pt x="1233487" y="3685366"/>
                </a:cubicBezTo>
                <a:cubicBezTo>
                  <a:pt x="1243965" y="3689654"/>
                  <a:pt x="1271825" y="3698217"/>
                  <a:pt x="1295400" y="3704393"/>
                </a:cubicBezTo>
                <a:cubicBezTo>
                  <a:pt x="1397750" y="3731209"/>
                  <a:pt x="1466850" y="3755517"/>
                  <a:pt x="1466850" y="3764705"/>
                </a:cubicBezTo>
                <a:cubicBezTo>
                  <a:pt x="1466850" y="3768662"/>
                  <a:pt x="1474897" y="3771900"/>
                  <a:pt x="1484733" y="3771900"/>
                </a:cubicBezTo>
                <a:cubicBezTo>
                  <a:pt x="1494569" y="3771900"/>
                  <a:pt x="1507953" y="3778329"/>
                  <a:pt x="1514475" y="3786187"/>
                </a:cubicBezTo>
                <a:cubicBezTo>
                  <a:pt x="1520996" y="3794045"/>
                  <a:pt x="1531747" y="3800475"/>
                  <a:pt x="1538365" y="3800475"/>
                </a:cubicBezTo>
                <a:cubicBezTo>
                  <a:pt x="1552867" y="3800475"/>
                  <a:pt x="1581060" y="3815241"/>
                  <a:pt x="1638300" y="3852817"/>
                </a:cubicBezTo>
                <a:cubicBezTo>
                  <a:pt x="1818843" y="3971339"/>
                  <a:pt x="1929361" y="4163435"/>
                  <a:pt x="1876556" y="4266941"/>
                </a:cubicBezTo>
                <a:cubicBezTo>
                  <a:pt x="1866006" y="4287621"/>
                  <a:pt x="1857375" y="4312680"/>
                  <a:pt x="1857375" y="4322629"/>
                </a:cubicBezTo>
                <a:cubicBezTo>
                  <a:pt x="1857375" y="4332578"/>
                  <a:pt x="1840230" y="4360195"/>
                  <a:pt x="1819275" y="4384001"/>
                </a:cubicBezTo>
                <a:cubicBezTo>
                  <a:pt x="1798320" y="4407807"/>
                  <a:pt x="1781175" y="4429842"/>
                  <a:pt x="1781175" y="4432967"/>
                </a:cubicBezTo>
                <a:cubicBezTo>
                  <a:pt x="1781175" y="4436093"/>
                  <a:pt x="1813502" y="4438650"/>
                  <a:pt x="1853014" y="4438650"/>
                </a:cubicBezTo>
                <a:cubicBezTo>
                  <a:pt x="1896554" y="4438650"/>
                  <a:pt x="1930454" y="4443340"/>
                  <a:pt x="1939070" y="4450556"/>
                </a:cubicBezTo>
                <a:cubicBezTo>
                  <a:pt x="1976480" y="4481888"/>
                  <a:pt x="1981199" y="4490053"/>
                  <a:pt x="1981200" y="4523445"/>
                </a:cubicBezTo>
                <a:cubicBezTo>
                  <a:pt x="1981200" y="4551996"/>
                  <a:pt x="1986079" y="4561867"/>
                  <a:pt x="2005269" y="4572137"/>
                </a:cubicBezTo>
                <a:cubicBezTo>
                  <a:pt x="2037470" y="4589371"/>
                  <a:pt x="2041025" y="4609783"/>
                  <a:pt x="2028466" y="4705350"/>
                </a:cubicBezTo>
                <a:cubicBezTo>
                  <a:pt x="2022615" y="4749879"/>
                  <a:pt x="2014723" y="4809886"/>
                  <a:pt x="2010928" y="4838700"/>
                </a:cubicBezTo>
                <a:cubicBezTo>
                  <a:pt x="1994881" y="4960558"/>
                  <a:pt x="1889405" y="5162276"/>
                  <a:pt x="1777078" y="5285925"/>
                </a:cubicBezTo>
                <a:cubicBezTo>
                  <a:pt x="1755438" y="5309747"/>
                  <a:pt x="1731980" y="5336738"/>
                  <a:pt x="1724949" y="5345906"/>
                </a:cubicBezTo>
                <a:cubicBezTo>
                  <a:pt x="1703147" y="5374336"/>
                  <a:pt x="1733832" y="5366389"/>
                  <a:pt x="1771650" y="5333811"/>
                </a:cubicBezTo>
                <a:cubicBezTo>
                  <a:pt x="1799360" y="5309939"/>
                  <a:pt x="1876465" y="5259684"/>
                  <a:pt x="1954035" y="5214937"/>
                </a:cubicBezTo>
                <a:cubicBezTo>
                  <a:pt x="2044678" y="5162648"/>
                  <a:pt x="2166665" y="5095875"/>
                  <a:pt x="2171547" y="5095875"/>
                </a:cubicBezTo>
                <a:cubicBezTo>
                  <a:pt x="2174909" y="5095875"/>
                  <a:pt x="2198821" y="5085886"/>
                  <a:pt x="2224686" y="5073678"/>
                </a:cubicBezTo>
                <a:cubicBezTo>
                  <a:pt x="2250550" y="5061470"/>
                  <a:pt x="2297430" y="5043736"/>
                  <a:pt x="2328862" y="5034268"/>
                </a:cubicBezTo>
                <a:cubicBezTo>
                  <a:pt x="2360295" y="5024801"/>
                  <a:pt x="2390298" y="5013896"/>
                  <a:pt x="2395537" y="5010036"/>
                </a:cubicBezTo>
                <a:cubicBezTo>
                  <a:pt x="2405775" y="5002493"/>
                  <a:pt x="2435093" y="4996180"/>
                  <a:pt x="2535850" y="4979824"/>
                </a:cubicBezTo>
                <a:cubicBezTo>
                  <a:pt x="2607112" y="4968257"/>
                  <a:pt x="2628900" y="4976360"/>
                  <a:pt x="2628900" y="5014430"/>
                </a:cubicBezTo>
                <a:cubicBezTo>
                  <a:pt x="2628900" y="5033558"/>
                  <a:pt x="2632928" y="5035156"/>
                  <a:pt x="2674143" y="5032377"/>
                </a:cubicBezTo>
                <a:cubicBezTo>
                  <a:pt x="2699027" y="5030699"/>
                  <a:pt x="2755075" y="5027685"/>
                  <a:pt x="2798694" y="5025679"/>
                </a:cubicBezTo>
                <a:cubicBezTo>
                  <a:pt x="2842313" y="5023673"/>
                  <a:pt x="2882819" y="5017215"/>
                  <a:pt x="2888706" y="5011328"/>
                </a:cubicBezTo>
                <a:cubicBezTo>
                  <a:pt x="2894593" y="5005441"/>
                  <a:pt x="2904558" y="5000625"/>
                  <a:pt x="2910851" y="5000625"/>
                </a:cubicBezTo>
                <a:cubicBezTo>
                  <a:pt x="2926077" y="5000625"/>
                  <a:pt x="2962259" y="5062928"/>
                  <a:pt x="2962333" y="5089275"/>
                </a:cubicBezTo>
                <a:cubicBezTo>
                  <a:pt x="2962365" y="5100763"/>
                  <a:pt x="2968795" y="5122439"/>
                  <a:pt x="2976621" y="5137445"/>
                </a:cubicBezTo>
                <a:cubicBezTo>
                  <a:pt x="2984447" y="5152450"/>
                  <a:pt x="2990850" y="5170879"/>
                  <a:pt x="2990850" y="5178399"/>
                </a:cubicBezTo>
                <a:cubicBezTo>
                  <a:pt x="2990850" y="5205244"/>
                  <a:pt x="3019147" y="5246140"/>
                  <a:pt x="3041626" y="5251782"/>
                </a:cubicBezTo>
                <a:cubicBezTo>
                  <a:pt x="3071210" y="5259207"/>
                  <a:pt x="3124581" y="5367979"/>
                  <a:pt x="3147399" y="5467350"/>
                </a:cubicBezTo>
                <a:cubicBezTo>
                  <a:pt x="3156420" y="5506640"/>
                  <a:pt x="3167630" y="5551646"/>
                  <a:pt x="3172308" y="5567362"/>
                </a:cubicBezTo>
                <a:cubicBezTo>
                  <a:pt x="3176987" y="5583078"/>
                  <a:pt x="3183694" y="5627012"/>
                  <a:pt x="3187212" y="5664993"/>
                </a:cubicBezTo>
                <a:cubicBezTo>
                  <a:pt x="3190731" y="5702974"/>
                  <a:pt x="3196291" y="5734050"/>
                  <a:pt x="3199569" y="5734050"/>
                </a:cubicBezTo>
                <a:cubicBezTo>
                  <a:pt x="3202846" y="5734050"/>
                  <a:pt x="3219156" y="5709404"/>
                  <a:pt x="3235814" y="5679281"/>
                </a:cubicBezTo>
                <a:cubicBezTo>
                  <a:pt x="3270446" y="5616655"/>
                  <a:pt x="3295665" y="5588000"/>
                  <a:pt x="3379241" y="5516313"/>
                </a:cubicBezTo>
                <a:lnTo>
                  <a:pt x="3438755" y="5465265"/>
                </a:lnTo>
                <a:lnTo>
                  <a:pt x="3471342" y="5490120"/>
                </a:lnTo>
                <a:cubicBezTo>
                  <a:pt x="3489265" y="5503790"/>
                  <a:pt x="3511715" y="5515070"/>
                  <a:pt x="3521233" y="5515186"/>
                </a:cubicBezTo>
                <a:cubicBezTo>
                  <a:pt x="3544623" y="5515473"/>
                  <a:pt x="3576174" y="5542183"/>
                  <a:pt x="3594115" y="5576887"/>
                </a:cubicBezTo>
                <a:cubicBezTo>
                  <a:pt x="3602240" y="5592603"/>
                  <a:pt x="3622265" y="5620464"/>
                  <a:pt x="3638615" y="5638800"/>
                </a:cubicBezTo>
                <a:cubicBezTo>
                  <a:pt x="3706894" y="5715369"/>
                  <a:pt x="3777068" y="5836008"/>
                  <a:pt x="3810372" y="5934075"/>
                </a:cubicBezTo>
                <a:cubicBezTo>
                  <a:pt x="3821936" y="5968126"/>
                  <a:pt x="3835156" y="6000059"/>
                  <a:pt x="3839749" y="6005036"/>
                </a:cubicBezTo>
                <a:cubicBezTo>
                  <a:pt x="3844342" y="6010013"/>
                  <a:pt x="3848100" y="6023943"/>
                  <a:pt x="3848100" y="6035992"/>
                </a:cubicBezTo>
                <a:cubicBezTo>
                  <a:pt x="3848100" y="6048041"/>
                  <a:pt x="3851979" y="6057900"/>
                  <a:pt x="3856721" y="6057900"/>
                </a:cubicBezTo>
                <a:cubicBezTo>
                  <a:pt x="3861495" y="6057900"/>
                  <a:pt x="3863006" y="6032123"/>
                  <a:pt x="3860106" y="6000149"/>
                </a:cubicBezTo>
                <a:close/>
                <a:moveTo>
                  <a:pt x="5233987" y="5510507"/>
                </a:moveTo>
                <a:cubicBezTo>
                  <a:pt x="5203717" y="5485696"/>
                  <a:pt x="5191125" y="5481070"/>
                  <a:pt x="5191125" y="5494763"/>
                </a:cubicBezTo>
                <a:cubicBezTo>
                  <a:pt x="5191125" y="5506150"/>
                  <a:pt x="5230640" y="5532919"/>
                  <a:pt x="5248275" y="5533478"/>
                </a:cubicBezTo>
                <a:cubicBezTo>
                  <a:pt x="5256818" y="5533748"/>
                  <a:pt x="5251074" y="5524513"/>
                  <a:pt x="5233987" y="5510507"/>
                </a:cubicBezTo>
                <a:close/>
                <a:moveTo>
                  <a:pt x="2881709" y="5167194"/>
                </a:moveTo>
                <a:cubicBezTo>
                  <a:pt x="2876350" y="5124299"/>
                  <a:pt x="2871916" y="5114462"/>
                  <a:pt x="2859126" y="5117098"/>
                </a:cubicBezTo>
                <a:cubicBezTo>
                  <a:pt x="2838467" y="5121355"/>
                  <a:pt x="2839903" y="5174888"/>
                  <a:pt x="2861249" y="5196235"/>
                </a:cubicBezTo>
                <a:cubicBezTo>
                  <a:pt x="2869664" y="5204650"/>
                  <a:pt x="2876550" y="5216230"/>
                  <a:pt x="2876550" y="5221967"/>
                </a:cubicBezTo>
                <a:cubicBezTo>
                  <a:pt x="2876550" y="5227705"/>
                  <a:pt x="2879211" y="5229738"/>
                  <a:pt x="2882464" y="5226485"/>
                </a:cubicBezTo>
                <a:cubicBezTo>
                  <a:pt x="2885717" y="5223232"/>
                  <a:pt x="2885377" y="5196551"/>
                  <a:pt x="2881709" y="5167194"/>
                </a:cubicBezTo>
                <a:close/>
                <a:moveTo>
                  <a:pt x="8162925" y="4772025"/>
                </a:moveTo>
                <a:cubicBezTo>
                  <a:pt x="8155681" y="4758490"/>
                  <a:pt x="8155681" y="4747459"/>
                  <a:pt x="8162925" y="4733925"/>
                </a:cubicBezTo>
                <a:cubicBezTo>
                  <a:pt x="8179188" y="4703537"/>
                  <a:pt x="8191500" y="4711745"/>
                  <a:pt x="8191500" y="4752975"/>
                </a:cubicBezTo>
                <a:cubicBezTo>
                  <a:pt x="8191500" y="4794204"/>
                  <a:pt x="8179188" y="4802412"/>
                  <a:pt x="8162925" y="4772025"/>
                </a:cubicBezTo>
                <a:close/>
                <a:moveTo>
                  <a:pt x="5276704" y="4465637"/>
                </a:moveTo>
                <a:cubicBezTo>
                  <a:pt x="5276784" y="4451667"/>
                  <a:pt x="5281907" y="4438551"/>
                  <a:pt x="5288088" y="4436491"/>
                </a:cubicBezTo>
                <a:cubicBezTo>
                  <a:pt x="5301261" y="4432100"/>
                  <a:pt x="5291657" y="4400550"/>
                  <a:pt x="5277148" y="4400550"/>
                </a:cubicBezTo>
                <a:cubicBezTo>
                  <a:pt x="5271745" y="4400550"/>
                  <a:pt x="5267325" y="4411012"/>
                  <a:pt x="5267325" y="4423800"/>
                </a:cubicBezTo>
                <a:cubicBezTo>
                  <a:pt x="5267325" y="4436588"/>
                  <a:pt x="5263038" y="4449699"/>
                  <a:pt x="5257800" y="4452937"/>
                </a:cubicBezTo>
                <a:cubicBezTo>
                  <a:pt x="5247021" y="4459599"/>
                  <a:pt x="5244889" y="4498764"/>
                  <a:pt x="5254768" y="4508643"/>
                </a:cubicBezTo>
                <a:cubicBezTo>
                  <a:pt x="5264431" y="4518306"/>
                  <a:pt x="5276538" y="4494570"/>
                  <a:pt x="5276704" y="4465637"/>
                </a:cubicBezTo>
                <a:close/>
                <a:moveTo>
                  <a:pt x="5419725" y="4202963"/>
                </a:moveTo>
                <a:cubicBezTo>
                  <a:pt x="5419725" y="4196155"/>
                  <a:pt x="5443299" y="4167011"/>
                  <a:pt x="5472112" y="4138198"/>
                </a:cubicBezTo>
                <a:cubicBezTo>
                  <a:pt x="5500925" y="4109385"/>
                  <a:pt x="5524500" y="4077925"/>
                  <a:pt x="5524500" y="4068288"/>
                </a:cubicBezTo>
                <a:cubicBezTo>
                  <a:pt x="5524500" y="4054734"/>
                  <a:pt x="5529892" y="4051797"/>
                  <a:pt x="5548312" y="4055318"/>
                </a:cubicBezTo>
                <a:cubicBezTo>
                  <a:pt x="5565346" y="4058574"/>
                  <a:pt x="5572125" y="4055709"/>
                  <a:pt x="5572125" y="4045251"/>
                </a:cubicBezTo>
                <a:cubicBezTo>
                  <a:pt x="5572125" y="4037211"/>
                  <a:pt x="5574726" y="4023853"/>
                  <a:pt x="5577906" y="4015566"/>
                </a:cubicBezTo>
                <a:cubicBezTo>
                  <a:pt x="5586264" y="3993786"/>
                  <a:pt x="5559650" y="3996496"/>
                  <a:pt x="5538787" y="4019550"/>
                </a:cubicBezTo>
                <a:cubicBezTo>
                  <a:pt x="5529305" y="4030027"/>
                  <a:pt x="5516069" y="4038600"/>
                  <a:pt x="5509373" y="4038600"/>
                </a:cubicBezTo>
                <a:cubicBezTo>
                  <a:pt x="5491687" y="4038600"/>
                  <a:pt x="5429250" y="4118154"/>
                  <a:pt x="5429250" y="4140690"/>
                </a:cubicBezTo>
                <a:cubicBezTo>
                  <a:pt x="5429250" y="4151231"/>
                  <a:pt x="5421267" y="4170078"/>
                  <a:pt x="5411510" y="4182571"/>
                </a:cubicBezTo>
                <a:cubicBezTo>
                  <a:pt x="5401753" y="4195065"/>
                  <a:pt x="5390659" y="4215213"/>
                  <a:pt x="5386857" y="4227345"/>
                </a:cubicBezTo>
                <a:cubicBezTo>
                  <a:pt x="5380101" y="4248899"/>
                  <a:pt x="5380397" y="4249014"/>
                  <a:pt x="5399834" y="4232372"/>
                </a:cubicBezTo>
                <a:cubicBezTo>
                  <a:pt x="5410774" y="4223005"/>
                  <a:pt x="5419725" y="4209771"/>
                  <a:pt x="5419725" y="4202963"/>
                </a:cubicBezTo>
                <a:close/>
                <a:moveTo>
                  <a:pt x="5575026" y="3082434"/>
                </a:moveTo>
                <a:cubicBezTo>
                  <a:pt x="5605697" y="3054340"/>
                  <a:pt x="5623107" y="3009900"/>
                  <a:pt x="5603441" y="3009900"/>
                </a:cubicBezTo>
                <a:cubicBezTo>
                  <a:pt x="5591322" y="3009900"/>
                  <a:pt x="5514975" y="3089703"/>
                  <a:pt x="5514975" y="3102370"/>
                </a:cubicBezTo>
                <a:cubicBezTo>
                  <a:pt x="5514975" y="3123668"/>
                  <a:pt x="5538555" y="3115839"/>
                  <a:pt x="5575026" y="3082434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pic>
        <p:nvPicPr>
          <p:cNvPr id="4" name="alarm clock" descr="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40000">
            <a:off x="1943100" y="4010025"/>
            <a:ext cx="6400800" cy="8172450"/>
          </a:xfrm>
          <a:prstGeom prst="rect">
            <a:avLst/>
          </a:prstGeom>
        </p:spPr>
      </p:pic>
      <p:pic>
        <p:nvPicPr>
          <p:cNvPr id="5" name="paper ball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52" y="5588241"/>
            <a:ext cx="2609850" cy="2409825"/>
          </a:xfrm>
          <a:prstGeom prst="rect">
            <a:avLst/>
          </a:prstGeom>
        </p:spPr>
      </p:pic>
      <p:pic>
        <p:nvPicPr>
          <p:cNvPr id="6" name="paper ball" descr="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100000">
            <a:off x="3872968" y="3002696"/>
            <a:ext cx="2800350" cy="2571750"/>
          </a:xfrm>
          <a:prstGeom prst="rect">
            <a:avLst/>
          </a:prstGeom>
        </p:spPr>
      </p:pic>
      <p:pic>
        <p:nvPicPr>
          <p:cNvPr id="7" name="paper ball" descr="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600000">
            <a:off x="7218922" y="5674472"/>
            <a:ext cx="2990850" cy="2743200"/>
          </a:xfrm>
          <a:prstGeom prst="rect">
            <a:avLst/>
          </a:prstGeom>
        </p:spPr>
      </p:pic>
      <p:pic>
        <p:nvPicPr>
          <p:cNvPr id="8" name="paper ball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100000">
            <a:off x="5915837" y="10049971"/>
            <a:ext cx="2609850" cy="2409825"/>
          </a:xfrm>
          <a:prstGeom prst="rect">
            <a:avLst/>
          </a:prstGeom>
        </p:spPr>
      </p:pic>
      <p:pic>
        <p:nvPicPr>
          <p:cNvPr id="9" name="paper ball" descr="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5600000">
            <a:off x="1456297" y="9812696"/>
            <a:ext cx="2800350" cy="2571750"/>
          </a:xfrm>
          <a:prstGeom prst="rect">
            <a:avLst/>
          </a:prstGeom>
        </p:spPr>
      </p:pic>
      <p:sp>
        <p:nvSpPr>
          <p:cNvPr id="10" name="TEXT: [always running late?]"/>
          <p:cNvSpPr/>
          <p:nvPr/>
        </p:nvSpPr>
        <p:spPr>
          <a:xfrm rot="120000">
            <a:off x="1824038" y="638175"/>
            <a:ext cx="7781925" cy="2343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5364" rIns="245364" tIns="105156" bIns="105156"/>
          <a:lstStyle/>
          <a:p>
            <a:pPr algn="r">
              <a:lnSpc>
                <a:spcPts val="8418"/>
              </a:lnSpc>
            </a:pPr>
            <a:r>
              <a:rPr b="1" sz="6900">
                <a:solidFill>
                  <a:srgbClr val="181716"/>
                </a:solidFill>
                <a:latin typeface="Montserrat"/>
              </a:rPr>
              <a:t>[always running</a:t>
            </a:r>
          </a:p>
          <a:p>
            <a:pPr algn="r">
              <a:lnSpc>
                <a:spcPts val="8418"/>
              </a:lnSpc>
            </a:pPr>
            <a:r>
              <a:rPr b="1" sz="6900">
                <a:solidFill>
                  <a:srgbClr val="181716"/>
                </a:solidFill>
                <a:latin typeface="Montserrat"/>
              </a:rPr>
              <a:t>late?]</a:t>
            </a:r>
          </a:p>
        </p:txBody>
      </p:sp>
      <p:sp>
        <p:nvSpPr>
          <p:cNvPr id="11" name="TEXT: [here's what helps]"/>
          <p:cNvSpPr/>
          <p:nvPr/>
        </p:nvSpPr>
        <p:spPr>
          <a:xfrm rot="120000">
            <a:off x="519112" y="12144375"/>
            <a:ext cx="6200775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[here's what helps]</a:t>
            </a:r>
          </a:p>
        </p:txBody>
      </p:sp>
      <p:sp>
        <p:nvSpPr>
          <p:cNvPr id="12" name="arrow"/>
          <p:cNvSpPr/>
          <p:nvPr/>
        </p:nvSpPr>
        <p:spPr>
          <a:xfrm rot="-120000">
            <a:off x="6810375" y="1227296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torn paper" descr="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876300" y="3257550"/>
            <a:ext cx="8534400" cy="9867900"/>
          </a:xfrm>
          <a:prstGeom prst="rect">
            <a:avLst/>
          </a:prstGeom>
        </p:spPr>
      </p:pic>
      <p:sp>
        <p:nvSpPr>
          <p:cNvPr id="4" name="PHOTO: The everyday problem"/>
          <p:cNvSpPr/>
          <p:nvPr/>
        </p:nvSpPr>
        <p:spPr>
          <a:xfrm rot="-120000">
            <a:off x="1524000" y="3905250"/>
            <a:ext cx="7239000" cy="8572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paper ball" descr="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00000">
            <a:off x="409575" y="10715625"/>
            <a:ext cx="2800350" cy="2571750"/>
          </a:xfrm>
          <a:prstGeom prst="rect">
            <a:avLst/>
          </a:prstGeom>
        </p:spPr>
      </p:pic>
      <p:pic>
        <p:nvPicPr>
          <p:cNvPr id="6" name="paper ball" descr="0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900000">
            <a:off x="7267575" y="3271838"/>
            <a:ext cx="2609850" cy="2409825"/>
          </a:xfrm>
          <a:prstGeom prst="rect">
            <a:avLst/>
          </a:prstGeom>
        </p:spPr>
      </p:pic>
      <p:sp>
        <p:nvSpPr>
          <p:cNvPr id="7" name="TEXT: [you lose your keys. again.]"/>
          <p:cNvSpPr/>
          <p:nvPr/>
        </p:nvSpPr>
        <p:spPr>
          <a:xfrm rot="21420000">
            <a:off x="1323975" y="1466850"/>
            <a:ext cx="535305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l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[you lose your</a:t>
            </a:r>
          </a:p>
          <a:p>
            <a:pPr algn="l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keys. again.]</a:t>
            </a:r>
          </a:p>
        </p:txBody>
      </p:sp>
      <p:sp>
        <p:nvSpPr>
          <p:cNvPr id="8" name="GUIDE (delete)"/>
          <p:cNvSpPr/>
          <p:nvPr/>
        </p:nvSpPr>
        <p:spPr>
          <a:xfrm>
            <a:off x="2371725" y="13063538"/>
            <a:ext cx="554355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Photo: click it, then Replace. Filters &gt; B&amp;W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Your product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torn notebook strip" descr="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0" y="-381000"/>
            <a:ext cx="11049000" cy="5524500"/>
          </a:xfrm>
          <a:prstGeom prst="rect">
            <a:avLst/>
          </a:prstGeom>
        </p:spPr>
      </p:pic>
      <p:sp>
        <p:nvSpPr>
          <p:cNvPr id="5" name="LETTERING: meet"/>
          <p:cNvSpPr txBox="1"/>
          <p:nvPr/>
        </p:nvSpPr>
        <p:spPr>
          <a:xfrm>
            <a:off x="2628900" y="523875"/>
            <a:ext cx="5029200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F9C9DF"/>
                </a:solidFill>
                <a:latin typeface="DM Serif Display"/>
              </a:rPr>
              <a:t>meet</a:t>
            </a:r>
          </a:p>
        </p:txBody>
      </p:sp>
      <p:sp>
        <p:nvSpPr>
          <p:cNvPr id="6" name="TEXT: [PRODUCT NAME]"/>
          <p:cNvSpPr/>
          <p:nvPr/>
        </p:nvSpPr>
        <p:spPr>
          <a:xfrm rot="120000">
            <a:off x="1576388" y="2809875"/>
            <a:ext cx="7134225" cy="1047750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2692" rIns="202692" tIns="86868" bIns="8686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FFFFFF"/>
                </a:solidFill>
                <a:latin typeface="Montserrat"/>
              </a:rPr>
              <a:t>[PRODUCT NAME]</a:t>
            </a:r>
          </a:p>
        </p:txBody>
      </p:sp>
      <p:sp>
        <p:nvSpPr>
          <p:cNvPr id="7" name="arrow"/>
          <p:cNvSpPr/>
          <p:nvPr/>
        </p:nvSpPr>
        <p:spPr>
          <a:xfrm rot="0">
            <a:off x="666750" y="5086350"/>
            <a:ext cx="1905000" cy="1257300"/>
          </a:xfrm>
          <a:custGeom>
            <a:avLst/>
            <a:gdLst/>
            <a:ahLst/>
            <a:cxnLst/>
            <a:rect l="0" t="0" r="r" b="b"/>
            <a:pathLst>
              <a:path w="1905000" h="1257300">
                <a:moveTo>
                  <a:pt x="1495425" y="1248416"/>
                </a:moveTo>
                <a:cubicBezTo>
                  <a:pt x="1495425" y="1243531"/>
                  <a:pt x="1487924" y="1237108"/>
                  <a:pt x="1478756" y="1234145"/>
                </a:cubicBezTo>
                <a:cubicBezTo>
                  <a:pt x="1460360" y="1228198"/>
                  <a:pt x="1374987" y="1113961"/>
                  <a:pt x="1224457" y="893869"/>
                </a:cubicBezTo>
                <a:cubicBezTo>
                  <a:pt x="1182386" y="832357"/>
                  <a:pt x="1170823" y="800100"/>
                  <a:pt x="1190844" y="800100"/>
                </a:cubicBezTo>
                <a:cubicBezTo>
                  <a:pt x="1196204" y="800100"/>
                  <a:pt x="1193691" y="789572"/>
                  <a:pt x="1185261" y="776706"/>
                </a:cubicBezTo>
                <a:cubicBezTo>
                  <a:pt x="1169022" y="751922"/>
                  <a:pt x="1173431" y="733425"/>
                  <a:pt x="1195578" y="733424"/>
                </a:cubicBezTo>
                <a:cubicBezTo>
                  <a:pt x="1202923" y="733424"/>
                  <a:pt x="1217072" y="724688"/>
                  <a:pt x="1227019" y="714010"/>
                </a:cubicBezTo>
                <a:lnTo>
                  <a:pt x="1245106" y="694596"/>
                </a:lnTo>
                <a:lnTo>
                  <a:pt x="1261146" y="719076"/>
                </a:lnTo>
                <a:cubicBezTo>
                  <a:pt x="1269968" y="732540"/>
                  <a:pt x="1280818" y="741312"/>
                  <a:pt x="1285256" y="738569"/>
                </a:cubicBezTo>
                <a:cubicBezTo>
                  <a:pt x="1294596" y="732797"/>
                  <a:pt x="1342941" y="784409"/>
                  <a:pt x="1390786" y="851231"/>
                </a:cubicBezTo>
                <a:lnTo>
                  <a:pt x="1423987" y="897601"/>
                </a:lnTo>
                <a:lnTo>
                  <a:pt x="1431664" y="703594"/>
                </a:lnTo>
                <a:cubicBezTo>
                  <a:pt x="1444865" y="369976"/>
                  <a:pt x="1426011" y="266784"/>
                  <a:pt x="1344520" y="226639"/>
                </a:cubicBezTo>
                <a:cubicBezTo>
                  <a:pt x="1300863" y="205132"/>
                  <a:pt x="1294969" y="204787"/>
                  <a:pt x="971550" y="204787"/>
                </a:cubicBezTo>
                <a:cubicBezTo>
                  <a:pt x="790813" y="204787"/>
                  <a:pt x="515421" y="208007"/>
                  <a:pt x="359568" y="211943"/>
                </a:cubicBezTo>
                <a:cubicBezTo>
                  <a:pt x="171997" y="216680"/>
                  <a:pt x="76200" y="215875"/>
                  <a:pt x="76200" y="209562"/>
                </a:cubicBezTo>
                <a:cubicBezTo>
                  <a:pt x="76200" y="204316"/>
                  <a:pt x="91201" y="200025"/>
                  <a:pt x="109537" y="200025"/>
                </a:cubicBezTo>
                <a:cubicBezTo>
                  <a:pt x="127873" y="200025"/>
                  <a:pt x="142875" y="195738"/>
                  <a:pt x="142875" y="190500"/>
                </a:cubicBezTo>
                <a:cubicBezTo>
                  <a:pt x="142875" y="185261"/>
                  <a:pt x="130614" y="180974"/>
                  <a:pt x="115629" y="180974"/>
                </a:cubicBezTo>
                <a:cubicBezTo>
                  <a:pt x="65299" y="180974"/>
                  <a:pt x="391" y="168997"/>
                  <a:pt x="5544" y="160660"/>
                </a:cubicBezTo>
                <a:cubicBezTo>
                  <a:pt x="8351" y="156117"/>
                  <a:pt x="24326" y="152334"/>
                  <a:pt x="41043" y="152254"/>
                </a:cubicBezTo>
                <a:cubicBezTo>
                  <a:pt x="63525" y="152146"/>
                  <a:pt x="67787" y="149800"/>
                  <a:pt x="57416" y="143241"/>
                </a:cubicBezTo>
                <a:cubicBezTo>
                  <a:pt x="45554" y="135739"/>
                  <a:pt x="46126" y="133327"/>
                  <a:pt x="61134" y="127568"/>
                </a:cubicBezTo>
                <a:cubicBezTo>
                  <a:pt x="77820" y="121165"/>
                  <a:pt x="77896" y="120047"/>
                  <a:pt x="62419" y="108730"/>
                </a:cubicBezTo>
                <a:cubicBezTo>
                  <a:pt x="47887" y="98104"/>
                  <a:pt x="50791" y="95536"/>
                  <a:pt x="87276" y="86743"/>
                </a:cubicBezTo>
                <a:lnTo>
                  <a:pt x="128587" y="76787"/>
                </a:lnTo>
                <a:lnTo>
                  <a:pt x="78242" y="79890"/>
                </a:lnTo>
                <a:cubicBezTo>
                  <a:pt x="31254" y="82786"/>
                  <a:pt x="7850" y="65927"/>
                  <a:pt x="52931" y="61658"/>
                </a:cubicBezTo>
                <a:cubicBezTo>
                  <a:pt x="63109" y="60694"/>
                  <a:pt x="95011" y="53065"/>
                  <a:pt x="123825" y="44703"/>
                </a:cubicBezTo>
                <a:cubicBezTo>
                  <a:pt x="152638" y="36342"/>
                  <a:pt x="191214" y="29837"/>
                  <a:pt x="209550" y="30248"/>
                </a:cubicBezTo>
                <a:cubicBezTo>
                  <a:pt x="227885" y="30659"/>
                  <a:pt x="328612" y="26155"/>
                  <a:pt x="433387" y="20240"/>
                </a:cubicBezTo>
                <a:cubicBezTo>
                  <a:pt x="682990" y="6147"/>
                  <a:pt x="1252059" y="5250"/>
                  <a:pt x="1336870" y="18815"/>
                </a:cubicBezTo>
                <a:cubicBezTo>
                  <a:pt x="1455986" y="37866"/>
                  <a:pt x="1523987" y="88118"/>
                  <a:pt x="1577272" y="196469"/>
                </a:cubicBezTo>
                <a:cubicBezTo>
                  <a:pt x="1609601" y="262208"/>
                  <a:pt x="1620456" y="408702"/>
                  <a:pt x="1612649" y="673893"/>
                </a:cubicBezTo>
                <a:cubicBezTo>
                  <a:pt x="1609372" y="785217"/>
                  <a:pt x="1608872" y="876300"/>
                  <a:pt x="1611537" y="876300"/>
                </a:cubicBezTo>
                <a:cubicBezTo>
                  <a:pt x="1614202" y="876300"/>
                  <a:pt x="1645613" y="837305"/>
                  <a:pt x="1681338" y="789645"/>
                </a:cubicBezTo>
                <a:cubicBezTo>
                  <a:pt x="1743643" y="706525"/>
                  <a:pt x="1788799" y="666696"/>
                  <a:pt x="1836884" y="652448"/>
                </a:cubicBezTo>
                <a:cubicBezTo>
                  <a:pt x="1856011" y="646780"/>
                  <a:pt x="1858397" y="648523"/>
                  <a:pt x="1853336" y="664467"/>
                </a:cubicBezTo>
                <a:cubicBezTo>
                  <a:pt x="1843453" y="695607"/>
                  <a:pt x="1855797" y="715521"/>
                  <a:pt x="1876838" y="702381"/>
                </a:cubicBezTo>
                <a:cubicBezTo>
                  <a:pt x="1905643" y="684392"/>
                  <a:pt x="1908894" y="701014"/>
                  <a:pt x="1886099" y="749727"/>
                </a:cubicBezTo>
                <a:cubicBezTo>
                  <a:pt x="1860421" y="804601"/>
                  <a:pt x="1620582" y="1156558"/>
                  <a:pt x="1568703" y="1215495"/>
                </a:cubicBezTo>
                <a:cubicBezTo>
                  <a:pt x="1535507" y="1253207"/>
                  <a:pt x="1495425" y="1271215"/>
                  <a:pt x="1495425" y="1248416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pic>
        <p:nvPicPr>
          <p:cNvPr id="8" name="butterfly" descr="0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00000">
            <a:off x="6981825" y="3471862"/>
            <a:ext cx="3181350" cy="2581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string"/>
          <p:cNvSpPr/>
          <p:nvPr/>
        </p:nvSpPr>
        <p:spPr>
          <a:xfrm rot="0">
            <a:off x="4476750" y="8524875"/>
            <a:ext cx="1333500" cy="5286375"/>
          </a:xfrm>
          <a:custGeom>
            <a:avLst/>
            <a:gdLst/>
            <a:ahLst/>
            <a:cxnLst/>
            <a:rect l="0" t="0" r="r" b="b"/>
            <a:pathLst>
              <a:path w="1333500" h="5286375">
                <a:moveTo>
                  <a:pt x="847779" y="5188743"/>
                </a:moveTo>
                <a:cubicBezTo>
                  <a:pt x="847810" y="5182195"/>
                  <a:pt x="856645" y="4992528"/>
                  <a:pt x="867413" y="4767262"/>
                </a:cubicBezTo>
                <a:cubicBezTo>
                  <a:pt x="909101" y="3895185"/>
                  <a:pt x="877474" y="2725520"/>
                  <a:pt x="795557" y="2109787"/>
                </a:cubicBezTo>
                <a:cubicBezTo>
                  <a:pt x="787890" y="2052161"/>
                  <a:pt x="777079" y="1957863"/>
                  <a:pt x="771532" y="1900237"/>
                </a:cubicBezTo>
                <a:cubicBezTo>
                  <a:pt x="754043" y="1718549"/>
                  <a:pt x="705918" y="1373704"/>
                  <a:pt x="671838" y="1185862"/>
                </a:cubicBezTo>
                <a:cubicBezTo>
                  <a:pt x="653780" y="1086326"/>
                  <a:pt x="619265" y="893445"/>
                  <a:pt x="595140" y="757237"/>
                </a:cubicBezTo>
                <a:cubicBezTo>
                  <a:pt x="571015" y="621029"/>
                  <a:pt x="541227" y="466725"/>
                  <a:pt x="528944" y="414337"/>
                </a:cubicBezTo>
                <a:cubicBezTo>
                  <a:pt x="516661" y="361950"/>
                  <a:pt x="499662" y="280511"/>
                  <a:pt x="491168" y="233362"/>
                </a:cubicBezTo>
                <a:cubicBezTo>
                  <a:pt x="482674" y="186213"/>
                  <a:pt x="473358" y="135850"/>
                  <a:pt x="470467" y="121443"/>
                </a:cubicBezTo>
                <a:cubicBezTo>
                  <a:pt x="466134" y="99847"/>
                  <a:pt x="468555" y="95250"/>
                  <a:pt x="484261" y="95250"/>
                </a:cubicBezTo>
                <a:cubicBezTo>
                  <a:pt x="504955" y="95250"/>
                  <a:pt x="503836" y="91805"/>
                  <a:pt x="529160" y="233362"/>
                </a:cubicBezTo>
                <a:cubicBezTo>
                  <a:pt x="537595" y="280511"/>
                  <a:pt x="554759" y="362983"/>
                  <a:pt x="567303" y="416634"/>
                </a:cubicBezTo>
                <a:cubicBezTo>
                  <a:pt x="579847" y="470285"/>
                  <a:pt x="609684" y="624590"/>
                  <a:pt x="633607" y="759534"/>
                </a:cubicBezTo>
                <a:cubicBezTo>
                  <a:pt x="657531" y="894478"/>
                  <a:pt x="691890" y="1086326"/>
                  <a:pt x="709962" y="1185862"/>
                </a:cubicBezTo>
                <a:cubicBezTo>
                  <a:pt x="743795" y="1372209"/>
                  <a:pt x="791586" y="1715517"/>
                  <a:pt x="809409" y="1900237"/>
                </a:cubicBezTo>
                <a:cubicBezTo>
                  <a:pt x="814969" y="1957863"/>
                  <a:pt x="825791" y="2052161"/>
                  <a:pt x="833457" y="2109787"/>
                </a:cubicBezTo>
                <a:cubicBezTo>
                  <a:pt x="915355" y="2725369"/>
                  <a:pt x="946939" y="3888646"/>
                  <a:pt x="905481" y="4762482"/>
                </a:cubicBezTo>
                <a:cubicBezTo>
                  <a:pt x="894670" y="4990358"/>
                  <a:pt x="885825" y="5182167"/>
                  <a:pt x="885825" y="5188726"/>
                </a:cubicBezTo>
                <a:cubicBezTo>
                  <a:pt x="885825" y="5195284"/>
                  <a:pt x="877252" y="5200650"/>
                  <a:pt x="866775" y="5200650"/>
                </a:cubicBezTo>
                <a:cubicBezTo>
                  <a:pt x="856297" y="5200650"/>
                  <a:pt x="847749" y="5195292"/>
                  <a:pt x="847779" y="5188743"/>
                </a:cubicBezTo>
                <a:close/>
              </a:path>
            </a:pathLst>
          </a:custGeom>
          <a:solidFill>
            <a:srgbClr val="786C64"/>
          </a:solidFill>
          <a:ln>
            <a:noFill/>
          </a:ln>
        </p:spPr>
      </p:sp>
      <p:sp>
        <p:nvSpPr>
          <p:cNvPr id="4" name="string"/>
          <p:cNvSpPr/>
          <p:nvPr/>
        </p:nvSpPr>
        <p:spPr>
          <a:xfrm rot="0">
            <a:off x="5334000" y="10477500"/>
            <a:ext cx="3143250" cy="3333750"/>
          </a:xfrm>
          <a:custGeom>
            <a:avLst/>
            <a:gdLst/>
            <a:ahLst/>
            <a:cxnLst/>
            <a:rect l="0" t="0" r="r" b="b"/>
            <a:pathLst>
              <a:path w="3143250" h="3333750">
                <a:moveTo>
                  <a:pt x="388256" y="3239714"/>
                </a:moveTo>
                <a:cubicBezTo>
                  <a:pt x="367627" y="3232055"/>
                  <a:pt x="545040" y="2917906"/>
                  <a:pt x="715486" y="2660279"/>
                </a:cubicBezTo>
                <a:cubicBezTo>
                  <a:pt x="775121" y="2570143"/>
                  <a:pt x="857165" y="2445842"/>
                  <a:pt x="897808" y="2384054"/>
                </a:cubicBezTo>
                <a:cubicBezTo>
                  <a:pt x="938450" y="2322266"/>
                  <a:pt x="998458" y="2234291"/>
                  <a:pt x="1031158" y="2188554"/>
                </a:cubicBezTo>
                <a:cubicBezTo>
                  <a:pt x="1063858" y="2142818"/>
                  <a:pt x="1131331" y="2046547"/>
                  <a:pt x="1181100" y="1974620"/>
                </a:cubicBezTo>
                <a:cubicBezTo>
                  <a:pt x="1230868" y="1902692"/>
                  <a:pt x="1314450" y="1789417"/>
                  <a:pt x="1366837" y="1722896"/>
                </a:cubicBezTo>
                <a:cubicBezTo>
                  <a:pt x="1419225" y="1656376"/>
                  <a:pt x="1515027" y="1532953"/>
                  <a:pt x="1579731" y="1448624"/>
                </a:cubicBezTo>
                <a:cubicBezTo>
                  <a:pt x="1758047" y="1216223"/>
                  <a:pt x="2045504" y="868615"/>
                  <a:pt x="2210111" y="686334"/>
                </a:cubicBezTo>
                <a:cubicBezTo>
                  <a:pt x="2260050" y="631033"/>
                  <a:pt x="2353744" y="524431"/>
                  <a:pt x="2418321" y="449441"/>
                </a:cubicBezTo>
                <a:cubicBezTo>
                  <a:pt x="2610391" y="226397"/>
                  <a:pt x="2752608" y="83296"/>
                  <a:pt x="2768827" y="96756"/>
                </a:cubicBezTo>
                <a:cubicBezTo>
                  <a:pt x="2780136" y="106142"/>
                  <a:pt x="2766389" y="124349"/>
                  <a:pt x="2687814" y="204048"/>
                </a:cubicBezTo>
                <a:cubicBezTo>
                  <a:pt x="2635766" y="256842"/>
                  <a:pt x="2572665" y="325755"/>
                  <a:pt x="2547590" y="357187"/>
                </a:cubicBezTo>
                <a:cubicBezTo>
                  <a:pt x="2461294" y="465362"/>
                  <a:pt x="2314984" y="633431"/>
                  <a:pt x="2297819" y="644103"/>
                </a:cubicBezTo>
                <a:cubicBezTo>
                  <a:pt x="2288362" y="649984"/>
                  <a:pt x="2255109" y="686417"/>
                  <a:pt x="2223925" y="725066"/>
                </a:cubicBezTo>
                <a:cubicBezTo>
                  <a:pt x="2192740" y="763715"/>
                  <a:pt x="2130354" y="838200"/>
                  <a:pt x="2085288" y="890587"/>
                </a:cubicBezTo>
                <a:cubicBezTo>
                  <a:pt x="1945655" y="1052903"/>
                  <a:pt x="1646823" y="1424147"/>
                  <a:pt x="1506417" y="1609725"/>
                </a:cubicBezTo>
                <a:cubicBezTo>
                  <a:pt x="1452908" y="1680448"/>
                  <a:pt x="1380098" y="1775629"/>
                  <a:pt x="1344615" y="1821239"/>
                </a:cubicBezTo>
                <a:cubicBezTo>
                  <a:pt x="1309132" y="1866849"/>
                  <a:pt x="1241752" y="1960232"/>
                  <a:pt x="1194881" y="2028756"/>
                </a:cubicBezTo>
                <a:cubicBezTo>
                  <a:pt x="1148011" y="2097279"/>
                  <a:pt x="1078386" y="2196346"/>
                  <a:pt x="1040161" y="2248905"/>
                </a:cubicBezTo>
                <a:cubicBezTo>
                  <a:pt x="1001935" y="2301463"/>
                  <a:pt x="912433" y="2435252"/>
                  <a:pt x="841268" y="2546213"/>
                </a:cubicBezTo>
                <a:cubicBezTo>
                  <a:pt x="770104" y="2657175"/>
                  <a:pt x="691442" y="2776232"/>
                  <a:pt x="666466" y="2810784"/>
                </a:cubicBezTo>
                <a:cubicBezTo>
                  <a:pt x="641489" y="2845335"/>
                  <a:pt x="574955" y="2954635"/>
                  <a:pt x="518613" y="3053671"/>
                </a:cubicBezTo>
                <a:cubicBezTo>
                  <a:pt x="401174" y="3260099"/>
                  <a:pt x="409841" y="3247729"/>
                  <a:pt x="388256" y="3239714"/>
                </a:cubicBezTo>
                <a:close/>
              </a:path>
            </a:pathLst>
          </a:custGeom>
          <a:solidFill>
            <a:srgbClr val="786C64"/>
          </a:solidFill>
          <a:ln>
            <a:noFill/>
          </a:ln>
        </p:spPr>
      </p:sp>
      <p:pic>
        <p:nvPicPr>
          <p:cNvPr id="5" name="round paper" descr="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2667000"/>
            <a:ext cx="6477000" cy="6477000"/>
          </a:xfrm>
          <a:prstGeom prst="rect">
            <a:avLst/>
          </a:prstGeom>
        </p:spPr>
      </p:pic>
      <p:sp>
        <p:nvSpPr>
          <p:cNvPr id="6" name="PHOTO: Your product, close up"/>
          <p:cNvSpPr/>
          <p:nvPr/>
        </p:nvSpPr>
        <p:spPr>
          <a:xfrm rot="0">
            <a:off x="2286000" y="3238500"/>
            <a:ext cx="5334000" cy="53340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7" name="gift" descr="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120000">
            <a:off x="6276975" y="7600950"/>
            <a:ext cx="3638550" cy="3467100"/>
          </a:xfrm>
          <a:prstGeom prst="rect">
            <a:avLst/>
          </a:prstGeom>
        </p:spPr>
      </p:pic>
      <p:sp>
        <p:nvSpPr>
          <p:cNvPr id="8" name="sparkle"/>
          <p:cNvSpPr/>
          <p:nvPr/>
        </p:nvSpPr>
        <p:spPr>
          <a:xfrm rot="0">
            <a:off x="7858125" y="2419350"/>
            <a:ext cx="1428750" cy="1447800"/>
          </a:xfrm>
          <a:custGeom>
            <a:avLst/>
            <a:gdLst/>
            <a:ahLst/>
            <a:cxnLst/>
            <a:rect l="0" t="0" r="r" b="b"/>
            <a:pathLst>
              <a:path w="1428750" h="1447800">
                <a:moveTo>
                  <a:pt x="730996" y="1442051"/>
                </a:moveTo>
                <a:cubicBezTo>
                  <a:pt x="727458" y="1436327"/>
                  <a:pt x="724738" y="1398454"/>
                  <a:pt x="724949" y="1357889"/>
                </a:cubicBezTo>
                <a:cubicBezTo>
                  <a:pt x="725404" y="1270857"/>
                  <a:pt x="719439" y="1256673"/>
                  <a:pt x="710553" y="1323656"/>
                </a:cubicBezTo>
                <a:cubicBezTo>
                  <a:pt x="699882" y="1404102"/>
                  <a:pt x="689026" y="1377587"/>
                  <a:pt x="682409" y="1254918"/>
                </a:cubicBezTo>
                <a:cubicBezTo>
                  <a:pt x="666360" y="957361"/>
                  <a:pt x="621224" y="837465"/>
                  <a:pt x="509143" y="794661"/>
                </a:cubicBezTo>
                <a:cubicBezTo>
                  <a:pt x="485813" y="785751"/>
                  <a:pt x="466725" y="774651"/>
                  <a:pt x="466725" y="769995"/>
                </a:cubicBezTo>
                <a:cubicBezTo>
                  <a:pt x="466725" y="765338"/>
                  <a:pt x="454937" y="756583"/>
                  <a:pt x="440531" y="750538"/>
                </a:cubicBezTo>
                <a:cubicBezTo>
                  <a:pt x="415212" y="739916"/>
                  <a:pt x="415057" y="739424"/>
                  <a:pt x="435910" y="735806"/>
                </a:cubicBezTo>
                <a:cubicBezTo>
                  <a:pt x="447774" y="733747"/>
                  <a:pt x="455329" y="728578"/>
                  <a:pt x="452697" y="724319"/>
                </a:cubicBezTo>
                <a:cubicBezTo>
                  <a:pt x="450065" y="720061"/>
                  <a:pt x="466155" y="711983"/>
                  <a:pt x="488453" y="706368"/>
                </a:cubicBezTo>
                <a:cubicBezTo>
                  <a:pt x="620979" y="672997"/>
                  <a:pt x="682470" y="534792"/>
                  <a:pt x="705262" y="219075"/>
                </a:cubicBezTo>
                <a:cubicBezTo>
                  <a:pt x="712377" y="120505"/>
                  <a:pt x="721151" y="56585"/>
                  <a:pt x="728795" y="47625"/>
                </a:cubicBezTo>
                <a:cubicBezTo>
                  <a:pt x="735498" y="39766"/>
                  <a:pt x="742749" y="24765"/>
                  <a:pt x="744907" y="14287"/>
                </a:cubicBezTo>
                <a:cubicBezTo>
                  <a:pt x="747907" y="-280"/>
                  <a:pt x="754019" y="6370"/>
                  <a:pt x="770886" y="42556"/>
                </a:cubicBezTo>
                <a:cubicBezTo>
                  <a:pt x="789611" y="82730"/>
                  <a:pt x="792059" y="99270"/>
                  <a:pt x="787099" y="152094"/>
                </a:cubicBezTo>
                <a:cubicBezTo>
                  <a:pt x="777296" y="256504"/>
                  <a:pt x="814885" y="497295"/>
                  <a:pt x="852609" y="571740"/>
                </a:cubicBezTo>
                <a:cubicBezTo>
                  <a:pt x="877368" y="620601"/>
                  <a:pt x="922797" y="664027"/>
                  <a:pt x="964278" y="678487"/>
                </a:cubicBezTo>
                <a:cubicBezTo>
                  <a:pt x="978755" y="683534"/>
                  <a:pt x="990600" y="691198"/>
                  <a:pt x="990600" y="695518"/>
                </a:cubicBezTo>
                <a:cubicBezTo>
                  <a:pt x="990600" y="699838"/>
                  <a:pt x="1005601" y="708323"/>
                  <a:pt x="1023937" y="714375"/>
                </a:cubicBezTo>
                <a:cubicBezTo>
                  <a:pt x="1072742" y="730481"/>
                  <a:pt x="1067769" y="754463"/>
                  <a:pt x="1011423" y="774724"/>
                </a:cubicBezTo>
                <a:cubicBezTo>
                  <a:pt x="899484" y="814977"/>
                  <a:pt x="833610" y="926527"/>
                  <a:pt x="795336" y="1140641"/>
                </a:cubicBezTo>
                <a:cubicBezTo>
                  <a:pt x="773266" y="1264110"/>
                  <a:pt x="771115" y="1272049"/>
                  <a:pt x="763201" y="1259244"/>
                </a:cubicBezTo>
                <a:cubicBezTo>
                  <a:pt x="759343" y="1253002"/>
                  <a:pt x="755114" y="1278943"/>
                  <a:pt x="753803" y="1316891"/>
                </a:cubicBezTo>
                <a:cubicBezTo>
                  <a:pt x="751021" y="1397412"/>
                  <a:pt x="740179" y="1456910"/>
                  <a:pt x="730996" y="1442051"/>
                </a:cubicBezTo>
                <a:close/>
                <a:moveTo>
                  <a:pt x="1171575" y="1232795"/>
                </a:moveTo>
                <a:cubicBezTo>
                  <a:pt x="1085104" y="1169130"/>
                  <a:pt x="983055" y="1051485"/>
                  <a:pt x="986274" y="1019175"/>
                </a:cubicBezTo>
                <a:cubicBezTo>
                  <a:pt x="987057" y="1011316"/>
                  <a:pt x="988351" y="997413"/>
                  <a:pt x="989149" y="988278"/>
                </a:cubicBezTo>
                <a:cubicBezTo>
                  <a:pt x="991126" y="965646"/>
                  <a:pt x="1026752" y="971828"/>
                  <a:pt x="1048396" y="998558"/>
                </a:cubicBezTo>
                <a:cubicBezTo>
                  <a:pt x="1057578" y="1009897"/>
                  <a:pt x="1069238" y="1019175"/>
                  <a:pt x="1074307" y="1019175"/>
                </a:cubicBezTo>
                <a:cubicBezTo>
                  <a:pt x="1085333" y="1019175"/>
                  <a:pt x="1177722" y="1123071"/>
                  <a:pt x="1213128" y="1175285"/>
                </a:cubicBezTo>
                <a:cubicBezTo>
                  <a:pt x="1263295" y="1249269"/>
                  <a:pt x="1239215" y="1282595"/>
                  <a:pt x="1171575" y="1232795"/>
                </a:cubicBezTo>
                <a:close/>
                <a:moveTo>
                  <a:pt x="297596" y="1212871"/>
                </a:moveTo>
                <a:cubicBezTo>
                  <a:pt x="291015" y="1210218"/>
                  <a:pt x="288504" y="1203399"/>
                  <a:pt x="292015" y="1197717"/>
                </a:cubicBezTo>
                <a:cubicBezTo>
                  <a:pt x="296077" y="1191146"/>
                  <a:pt x="292632" y="1189600"/>
                  <a:pt x="282550" y="1193469"/>
                </a:cubicBezTo>
                <a:cubicBezTo>
                  <a:pt x="262937" y="1200995"/>
                  <a:pt x="262860" y="1202151"/>
                  <a:pt x="285043" y="1156236"/>
                </a:cubicBezTo>
                <a:cubicBezTo>
                  <a:pt x="320540" y="1082765"/>
                  <a:pt x="458112" y="952500"/>
                  <a:pt x="500206" y="952500"/>
                </a:cubicBezTo>
                <a:cubicBezTo>
                  <a:pt x="511952" y="952500"/>
                  <a:pt x="511853" y="988228"/>
                  <a:pt x="500058" y="1006229"/>
                </a:cubicBezTo>
                <a:cubicBezTo>
                  <a:pt x="491961" y="1018588"/>
                  <a:pt x="487937" y="1028700"/>
                  <a:pt x="491118" y="1028700"/>
                </a:cubicBezTo>
                <a:cubicBezTo>
                  <a:pt x="499161" y="1028700"/>
                  <a:pt x="443336" y="1098178"/>
                  <a:pt x="382355" y="1164064"/>
                </a:cubicBezTo>
                <a:cubicBezTo>
                  <a:pt x="332942" y="1217450"/>
                  <a:pt x="323063" y="1223139"/>
                  <a:pt x="297596" y="1212871"/>
                </a:cubicBezTo>
                <a:close/>
                <a:moveTo>
                  <a:pt x="797614" y="822888"/>
                </a:moveTo>
                <a:cubicBezTo>
                  <a:pt x="808501" y="807735"/>
                  <a:pt x="830588" y="782817"/>
                  <a:pt x="846695" y="767514"/>
                </a:cubicBezTo>
                <a:lnTo>
                  <a:pt x="875981" y="739691"/>
                </a:lnTo>
                <a:lnTo>
                  <a:pt x="847853" y="722585"/>
                </a:lnTo>
                <a:cubicBezTo>
                  <a:pt x="813183" y="701501"/>
                  <a:pt x="762407" y="632953"/>
                  <a:pt x="755342" y="597693"/>
                </a:cubicBezTo>
                <a:cubicBezTo>
                  <a:pt x="747969" y="560899"/>
                  <a:pt x="738368" y="565065"/>
                  <a:pt x="724596" y="611032"/>
                </a:cubicBezTo>
                <a:cubicBezTo>
                  <a:pt x="717045" y="636235"/>
                  <a:pt x="694741" y="668575"/>
                  <a:pt x="663066" y="700250"/>
                </a:cubicBezTo>
                <a:lnTo>
                  <a:pt x="613381" y="749935"/>
                </a:lnTo>
                <a:lnTo>
                  <a:pt x="643480" y="770559"/>
                </a:lnTo>
                <a:cubicBezTo>
                  <a:pt x="678274" y="794400"/>
                  <a:pt x="719284" y="864800"/>
                  <a:pt x="729048" y="917450"/>
                </a:cubicBezTo>
                <a:lnTo>
                  <a:pt x="735796" y="953837"/>
                </a:lnTo>
                <a:lnTo>
                  <a:pt x="756808" y="902138"/>
                </a:lnTo>
                <a:cubicBezTo>
                  <a:pt x="768364" y="873703"/>
                  <a:pt x="786727" y="838041"/>
                  <a:pt x="797614" y="822888"/>
                </a:cubicBezTo>
                <a:close/>
                <a:moveTo>
                  <a:pt x="89649" y="762040"/>
                </a:moveTo>
                <a:cubicBezTo>
                  <a:pt x="62995" y="758130"/>
                  <a:pt x="31891" y="746972"/>
                  <a:pt x="20529" y="737244"/>
                </a:cubicBezTo>
                <a:lnTo>
                  <a:pt x="-128" y="719556"/>
                </a:lnTo>
                <a:lnTo>
                  <a:pt x="35654" y="708439"/>
                </a:lnTo>
                <a:cubicBezTo>
                  <a:pt x="62360" y="700142"/>
                  <a:pt x="65858" y="697069"/>
                  <a:pt x="49444" y="696323"/>
                </a:cubicBezTo>
                <a:cubicBezTo>
                  <a:pt x="12480" y="694645"/>
                  <a:pt x="35353" y="678414"/>
                  <a:pt x="83354" y="672261"/>
                </a:cubicBezTo>
                <a:cubicBezTo>
                  <a:pt x="151485" y="663528"/>
                  <a:pt x="315289" y="680279"/>
                  <a:pt x="327802" y="697260"/>
                </a:cubicBezTo>
                <a:cubicBezTo>
                  <a:pt x="333486" y="704973"/>
                  <a:pt x="344479" y="713379"/>
                  <a:pt x="352230" y="715939"/>
                </a:cubicBezTo>
                <a:cubicBezTo>
                  <a:pt x="374945" y="723443"/>
                  <a:pt x="319349" y="754645"/>
                  <a:pt x="268257" y="763067"/>
                </a:cubicBezTo>
                <a:cubicBezTo>
                  <a:pt x="214553" y="771919"/>
                  <a:pt x="154659" y="771575"/>
                  <a:pt x="89649" y="762040"/>
                </a:cubicBezTo>
                <a:close/>
                <a:moveTo>
                  <a:pt x="1138682" y="762719"/>
                </a:moveTo>
                <a:cubicBezTo>
                  <a:pt x="1135199" y="757084"/>
                  <a:pt x="1135818" y="752203"/>
                  <a:pt x="1140056" y="751871"/>
                </a:cubicBezTo>
                <a:cubicBezTo>
                  <a:pt x="1144294" y="751539"/>
                  <a:pt x="1137058" y="746999"/>
                  <a:pt x="1123976" y="741782"/>
                </a:cubicBezTo>
                <a:lnTo>
                  <a:pt x="1100190" y="732296"/>
                </a:lnTo>
                <a:lnTo>
                  <a:pt x="1123976" y="714260"/>
                </a:lnTo>
                <a:cubicBezTo>
                  <a:pt x="1172480" y="677480"/>
                  <a:pt x="1372334" y="677519"/>
                  <a:pt x="1411831" y="714316"/>
                </a:cubicBezTo>
                <a:cubicBezTo>
                  <a:pt x="1430484" y="731694"/>
                  <a:pt x="1430563" y="732973"/>
                  <a:pt x="1414008" y="749555"/>
                </a:cubicBezTo>
                <a:cubicBezTo>
                  <a:pt x="1393555" y="770041"/>
                  <a:pt x="1150392" y="781667"/>
                  <a:pt x="1138682" y="762719"/>
                </a:cubicBezTo>
                <a:close/>
                <a:moveTo>
                  <a:pt x="466860" y="504908"/>
                </a:moveTo>
                <a:cubicBezTo>
                  <a:pt x="459428" y="500315"/>
                  <a:pt x="450359" y="498403"/>
                  <a:pt x="446708" y="500659"/>
                </a:cubicBezTo>
                <a:cubicBezTo>
                  <a:pt x="438273" y="505873"/>
                  <a:pt x="300401" y="359762"/>
                  <a:pt x="269044" y="312380"/>
                </a:cubicBezTo>
                <a:cubicBezTo>
                  <a:pt x="234788" y="260615"/>
                  <a:pt x="262777" y="214383"/>
                  <a:pt x="305154" y="252733"/>
                </a:cubicBezTo>
                <a:cubicBezTo>
                  <a:pt x="315437" y="262038"/>
                  <a:pt x="323850" y="265934"/>
                  <a:pt x="323850" y="261390"/>
                </a:cubicBezTo>
                <a:cubicBezTo>
                  <a:pt x="323850" y="230248"/>
                  <a:pt x="496580" y="435472"/>
                  <a:pt x="500511" y="471285"/>
                </a:cubicBezTo>
                <a:cubicBezTo>
                  <a:pt x="503562" y="499081"/>
                  <a:pt x="485933" y="516696"/>
                  <a:pt x="466860" y="504908"/>
                </a:cubicBezTo>
                <a:close/>
                <a:moveTo>
                  <a:pt x="962025" y="487815"/>
                </a:moveTo>
                <a:cubicBezTo>
                  <a:pt x="962025" y="483550"/>
                  <a:pt x="967346" y="474738"/>
                  <a:pt x="973851" y="468233"/>
                </a:cubicBezTo>
                <a:cubicBezTo>
                  <a:pt x="983270" y="458814"/>
                  <a:pt x="983178" y="454862"/>
                  <a:pt x="973402" y="448819"/>
                </a:cubicBezTo>
                <a:cubicBezTo>
                  <a:pt x="949858" y="434268"/>
                  <a:pt x="1095138" y="266700"/>
                  <a:pt x="1131298" y="266700"/>
                </a:cubicBezTo>
                <a:cubicBezTo>
                  <a:pt x="1136451" y="266700"/>
                  <a:pt x="1146003" y="260270"/>
                  <a:pt x="1152525" y="252412"/>
                </a:cubicBezTo>
                <a:cubicBezTo>
                  <a:pt x="1159046" y="244554"/>
                  <a:pt x="1168668" y="238125"/>
                  <a:pt x="1173907" y="238125"/>
                </a:cubicBezTo>
                <a:cubicBezTo>
                  <a:pt x="1179719" y="238124"/>
                  <a:pt x="1179296" y="243108"/>
                  <a:pt x="1172823" y="250907"/>
                </a:cubicBezTo>
                <a:cubicBezTo>
                  <a:pt x="1166989" y="257938"/>
                  <a:pt x="1164932" y="266407"/>
                  <a:pt x="1168252" y="269727"/>
                </a:cubicBezTo>
                <a:cubicBezTo>
                  <a:pt x="1171572" y="273047"/>
                  <a:pt x="1168867" y="282297"/>
                  <a:pt x="1162241" y="290282"/>
                </a:cubicBezTo>
                <a:cubicBezTo>
                  <a:pt x="1155614" y="298267"/>
                  <a:pt x="1153459" y="304800"/>
                  <a:pt x="1157452" y="304800"/>
                </a:cubicBezTo>
                <a:cubicBezTo>
                  <a:pt x="1161445" y="304800"/>
                  <a:pt x="1170192" y="297305"/>
                  <a:pt x="1176889" y="288146"/>
                </a:cubicBezTo>
                <a:cubicBezTo>
                  <a:pt x="1183587" y="278986"/>
                  <a:pt x="1191753" y="274178"/>
                  <a:pt x="1195035" y="277460"/>
                </a:cubicBezTo>
                <a:cubicBezTo>
                  <a:pt x="1201910" y="284335"/>
                  <a:pt x="1103889" y="409119"/>
                  <a:pt x="1056120" y="454303"/>
                </a:cubicBezTo>
                <a:cubicBezTo>
                  <a:pt x="1026239" y="482566"/>
                  <a:pt x="962025" y="505437"/>
                  <a:pt x="962025" y="487815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9" name="sparkle"/>
          <p:cNvSpPr/>
          <p:nvPr/>
        </p:nvSpPr>
        <p:spPr>
          <a:xfrm rot="0">
            <a:off x="1000125" y="2290762"/>
            <a:ext cx="857250" cy="1133475"/>
          </a:xfrm>
          <a:custGeom>
            <a:avLst/>
            <a:gdLst/>
            <a:ahLst/>
            <a:cxnLst/>
            <a:rect l="0" t="0" r="r" b="b"/>
            <a:pathLst>
              <a:path w="857250" h="1133475">
                <a:moveTo>
                  <a:pt x="399322" y="1128712"/>
                </a:moveTo>
                <a:cubicBezTo>
                  <a:pt x="396302" y="1123473"/>
                  <a:pt x="392713" y="1102042"/>
                  <a:pt x="391346" y="1081087"/>
                </a:cubicBezTo>
                <a:cubicBezTo>
                  <a:pt x="389980" y="1060132"/>
                  <a:pt x="385442" y="1025842"/>
                  <a:pt x="381263" y="1004887"/>
                </a:cubicBezTo>
                <a:lnTo>
                  <a:pt x="373665" y="966787"/>
                </a:lnTo>
                <a:lnTo>
                  <a:pt x="371539" y="1004887"/>
                </a:lnTo>
                <a:cubicBezTo>
                  <a:pt x="370150" y="1029781"/>
                  <a:pt x="363403" y="1002879"/>
                  <a:pt x="352073" y="927269"/>
                </a:cubicBezTo>
                <a:cubicBezTo>
                  <a:pt x="323697" y="737904"/>
                  <a:pt x="276639" y="664710"/>
                  <a:pt x="162180" y="631910"/>
                </a:cubicBezTo>
                <a:cubicBezTo>
                  <a:pt x="133226" y="623613"/>
                  <a:pt x="105085" y="613283"/>
                  <a:pt x="99644" y="608954"/>
                </a:cubicBezTo>
                <a:cubicBezTo>
                  <a:pt x="94203" y="604626"/>
                  <a:pt x="71425" y="600002"/>
                  <a:pt x="49027" y="598681"/>
                </a:cubicBezTo>
                <a:cubicBezTo>
                  <a:pt x="-798" y="595741"/>
                  <a:pt x="-14344" y="581025"/>
                  <a:pt x="32775" y="581025"/>
                </a:cubicBezTo>
                <a:cubicBezTo>
                  <a:pt x="51420" y="581025"/>
                  <a:pt x="66675" y="576738"/>
                  <a:pt x="66675" y="571500"/>
                </a:cubicBezTo>
                <a:cubicBezTo>
                  <a:pt x="66675" y="566261"/>
                  <a:pt x="84072" y="561975"/>
                  <a:pt x="105337" y="561975"/>
                </a:cubicBezTo>
                <a:cubicBezTo>
                  <a:pt x="126601" y="561974"/>
                  <a:pt x="141758" y="558348"/>
                  <a:pt x="139019" y="553916"/>
                </a:cubicBezTo>
                <a:cubicBezTo>
                  <a:pt x="136279" y="549484"/>
                  <a:pt x="155697" y="535714"/>
                  <a:pt x="182169" y="523315"/>
                </a:cubicBezTo>
                <a:cubicBezTo>
                  <a:pt x="286477" y="474460"/>
                  <a:pt x="360472" y="360272"/>
                  <a:pt x="381560" y="215617"/>
                </a:cubicBezTo>
                <a:cubicBezTo>
                  <a:pt x="404286" y="59722"/>
                  <a:pt x="413745" y="9524"/>
                  <a:pt x="420396" y="9524"/>
                </a:cubicBezTo>
                <a:cubicBezTo>
                  <a:pt x="424263" y="9524"/>
                  <a:pt x="424978" y="24612"/>
                  <a:pt x="421986" y="43053"/>
                </a:cubicBezTo>
                <a:cubicBezTo>
                  <a:pt x="417344" y="71655"/>
                  <a:pt x="418888" y="75683"/>
                  <a:pt x="432487" y="70464"/>
                </a:cubicBezTo>
                <a:cubicBezTo>
                  <a:pt x="446249" y="65183"/>
                  <a:pt x="447922" y="70259"/>
                  <a:pt x="444715" y="107571"/>
                </a:cubicBezTo>
                <a:cubicBezTo>
                  <a:pt x="439468" y="168624"/>
                  <a:pt x="463117" y="316696"/>
                  <a:pt x="486971" y="372146"/>
                </a:cubicBezTo>
                <a:cubicBezTo>
                  <a:pt x="520792" y="450763"/>
                  <a:pt x="579472" y="494414"/>
                  <a:pt x="680685" y="516244"/>
                </a:cubicBezTo>
                <a:cubicBezTo>
                  <a:pt x="716979" y="524072"/>
                  <a:pt x="724123" y="528199"/>
                  <a:pt x="710024" y="533192"/>
                </a:cubicBezTo>
                <a:cubicBezTo>
                  <a:pt x="688225" y="540912"/>
                  <a:pt x="738087" y="551215"/>
                  <a:pt x="809625" y="553772"/>
                </a:cubicBezTo>
                <a:cubicBezTo>
                  <a:pt x="839940" y="554855"/>
                  <a:pt x="844122" y="556348"/>
                  <a:pt x="823912" y="558870"/>
                </a:cubicBezTo>
                <a:cubicBezTo>
                  <a:pt x="761062" y="566713"/>
                  <a:pt x="745599" y="572821"/>
                  <a:pt x="766762" y="581446"/>
                </a:cubicBezTo>
                <a:cubicBezTo>
                  <a:pt x="780169" y="586911"/>
                  <a:pt x="770530" y="589409"/>
                  <a:pt x="734218" y="589880"/>
                </a:cubicBezTo>
                <a:cubicBezTo>
                  <a:pt x="705842" y="590248"/>
                  <a:pt x="685514" y="593439"/>
                  <a:pt x="689047" y="596972"/>
                </a:cubicBezTo>
                <a:cubicBezTo>
                  <a:pt x="692579" y="600504"/>
                  <a:pt x="673320" y="615505"/>
                  <a:pt x="646250" y="630309"/>
                </a:cubicBezTo>
                <a:cubicBezTo>
                  <a:pt x="590552" y="660767"/>
                  <a:pt x="586725" y="661917"/>
                  <a:pt x="596277" y="645318"/>
                </a:cubicBezTo>
                <a:cubicBezTo>
                  <a:pt x="600258" y="638401"/>
                  <a:pt x="599496" y="636738"/>
                  <a:pt x="594458" y="641350"/>
                </a:cubicBezTo>
                <a:cubicBezTo>
                  <a:pt x="589689" y="645715"/>
                  <a:pt x="585592" y="654288"/>
                  <a:pt x="585354" y="660400"/>
                </a:cubicBezTo>
                <a:cubicBezTo>
                  <a:pt x="585116" y="666511"/>
                  <a:pt x="579440" y="670334"/>
                  <a:pt x="572740" y="668895"/>
                </a:cubicBezTo>
                <a:cubicBezTo>
                  <a:pt x="566040" y="667455"/>
                  <a:pt x="562962" y="670166"/>
                  <a:pt x="565899" y="674919"/>
                </a:cubicBezTo>
                <a:cubicBezTo>
                  <a:pt x="568837" y="679672"/>
                  <a:pt x="562692" y="694427"/>
                  <a:pt x="552244" y="707709"/>
                </a:cubicBezTo>
                <a:cubicBezTo>
                  <a:pt x="528109" y="738393"/>
                  <a:pt x="485990" y="828393"/>
                  <a:pt x="485868" y="849544"/>
                </a:cubicBezTo>
                <a:cubicBezTo>
                  <a:pt x="485816" y="858402"/>
                  <a:pt x="481316" y="868405"/>
                  <a:pt x="475868" y="871773"/>
                </a:cubicBezTo>
                <a:cubicBezTo>
                  <a:pt x="469474" y="875724"/>
                  <a:pt x="467863" y="868324"/>
                  <a:pt x="471324" y="850904"/>
                </a:cubicBezTo>
                <a:cubicBezTo>
                  <a:pt x="475438" y="830203"/>
                  <a:pt x="474752" y="828352"/>
                  <a:pt x="468382" y="842962"/>
                </a:cubicBezTo>
                <a:cubicBezTo>
                  <a:pt x="454337" y="875172"/>
                  <a:pt x="447048" y="925436"/>
                  <a:pt x="457343" y="919073"/>
                </a:cubicBezTo>
                <a:cubicBezTo>
                  <a:pt x="462503" y="915884"/>
                  <a:pt x="466725" y="921642"/>
                  <a:pt x="466725" y="931868"/>
                </a:cubicBezTo>
                <a:cubicBezTo>
                  <a:pt x="466725" y="942094"/>
                  <a:pt x="460167" y="952978"/>
                  <a:pt x="452152" y="956053"/>
                </a:cubicBezTo>
                <a:cubicBezTo>
                  <a:pt x="440190" y="960643"/>
                  <a:pt x="438720" y="972769"/>
                  <a:pt x="443943" y="1023747"/>
                </a:cubicBezTo>
                <a:cubicBezTo>
                  <a:pt x="447995" y="1063296"/>
                  <a:pt x="446822" y="1085850"/>
                  <a:pt x="440714" y="1085850"/>
                </a:cubicBezTo>
                <a:cubicBezTo>
                  <a:pt x="435439" y="1085850"/>
                  <a:pt x="432607" y="1073103"/>
                  <a:pt x="434421" y="1057523"/>
                </a:cubicBezTo>
                <a:cubicBezTo>
                  <a:pt x="436235" y="1041944"/>
                  <a:pt x="434028" y="1019441"/>
                  <a:pt x="429516" y="1007517"/>
                </a:cubicBezTo>
                <a:cubicBezTo>
                  <a:pt x="420961" y="984911"/>
                  <a:pt x="413589" y="1017126"/>
                  <a:pt x="407228" y="1104900"/>
                </a:cubicBezTo>
                <a:cubicBezTo>
                  <a:pt x="405899" y="1123235"/>
                  <a:pt x="402341" y="1133951"/>
                  <a:pt x="399322" y="1128712"/>
                </a:cubicBezTo>
                <a:close/>
                <a:moveTo>
                  <a:pt x="419100" y="784202"/>
                </a:moveTo>
                <a:cubicBezTo>
                  <a:pt x="419100" y="753575"/>
                  <a:pt x="481271" y="654475"/>
                  <a:pt x="525345" y="614849"/>
                </a:cubicBezTo>
                <a:lnTo>
                  <a:pt x="571150" y="573666"/>
                </a:lnTo>
                <a:lnTo>
                  <a:pt x="541484" y="561378"/>
                </a:lnTo>
                <a:cubicBezTo>
                  <a:pt x="493741" y="541602"/>
                  <a:pt x="456057" y="504249"/>
                  <a:pt x="432456" y="453309"/>
                </a:cubicBezTo>
                <a:cubicBezTo>
                  <a:pt x="414525" y="414608"/>
                  <a:pt x="409303" y="409227"/>
                  <a:pt x="404349" y="424345"/>
                </a:cubicBezTo>
                <a:cubicBezTo>
                  <a:pt x="385805" y="480928"/>
                  <a:pt x="375237" y="498098"/>
                  <a:pt x="338837" y="530779"/>
                </a:cubicBezTo>
                <a:cubicBezTo>
                  <a:pt x="316809" y="550556"/>
                  <a:pt x="290865" y="571257"/>
                  <a:pt x="281183" y="576782"/>
                </a:cubicBezTo>
                <a:cubicBezTo>
                  <a:pt x="265179" y="585914"/>
                  <a:pt x="266630" y="588627"/>
                  <a:pt x="297150" y="606634"/>
                </a:cubicBezTo>
                <a:cubicBezTo>
                  <a:pt x="347781" y="636507"/>
                  <a:pt x="381005" y="686475"/>
                  <a:pt x="393318" y="751271"/>
                </a:cubicBezTo>
                <a:cubicBezTo>
                  <a:pt x="402987" y="802149"/>
                  <a:pt x="419100" y="822729"/>
                  <a:pt x="419100" y="784202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10" name="TEXT: [what it fixes, in one line]"/>
          <p:cNvSpPr/>
          <p:nvPr/>
        </p:nvSpPr>
        <p:spPr>
          <a:xfrm rot="180000">
            <a:off x="623888" y="10501312"/>
            <a:ext cx="4181475" cy="1476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4686" rIns="154686" tIns="66294" bIns="66294"/>
          <a:lstStyle/>
          <a:p>
            <a:pPr algn="l">
              <a:lnSpc>
                <a:spcPts val="5307"/>
              </a:lnSpc>
            </a:pPr>
            <a:r>
              <a:rPr b="1" sz="4350">
                <a:solidFill>
                  <a:srgbClr val="181716"/>
                </a:solidFill>
                <a:latin typeface="Montserrat"/>
              </a:rPr>
              <a:t>[what it fixes,</a:t>
            </a:r>
          </a:p>
          <a:p>
            <a:pPr algn="l">
              <a:lnSpc>
                <a:spcPts val="5307"/>
              </a:lnSpc>
            </a:pPr>
            <a:r>
              <a:rPr b="1" sz="4350">
                <a:solidFill>
                  <a:srgbClr val="181716"/>
                </a:solidFill>
                <a:latin typeface="Montserrat"/>
              </a:rPr>
              <a:t>in one line]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mug" descr="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40000">
            <a:off x="6086475" y="9620250"/>
            <a:ext cx="3448050" cy="3238500"/>
          </a:xfrm>
          <a:prstGeom prst="rect">
            <a:avLst/>
          </a:prstGeom>
        </p:spPr>
      </p:pic>
      <p:pic>
        <p:nvPicPr>
          <p:cNvPr id="4" name="sticky note" descr="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0000">
            <a:off x="590550" y="1381125"/>
            <a:ext cx="4533900" cy="4476750"/>
          </a:xfrm>
          <a:prstGeom prst="rect">
            <a:avLst/>
          </a:prstGeom>
        </p:spPr>
      </p:pic>
      <p:pic>
        <p:nvPicPr>
          <p:cNvPr id="5" name="sticky note" descr="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00000">
            <a:off x="4972050" y="4429125"/>
            <a:ext cx="4533900" cy="4476750"/>
          </a:xfrm>
          <a:prstGeom prst="rect">
            <a:avLst/>
          </a:prstGeom>
        </p:spPr>
      </p:pic>
      <p:pic>
        <p:nvPicPr>
          <p:cNvPr id="6" name="sticky note" descr="0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0000">
            <a:off x="876300" y="7572375"/>
            <a:ext cx="4533900" cy="4476750"/>
          </a:xfrm>
          <a:prstGeom prst="rect">
            <a:avLst/>
          </a:prstGeom>
        </p:spPr>
      </p:pic>
      <p:sp>
        <p:nvSpPr>
          <p:cNvPr id="7" name="TEXT: for the [6am crowd]"/>
          <p:cNvSpPr/>
          <p:nvPr/>
        </p:nvSpPr>
        <p:spPr>
          <a:xfrm rot="360000">
            <a:off x="1125859" y="3189727"/>
            <a:ext cx="3419475" cy="1276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3350" rIns="133350" tIns="57150" bIns="57150"/>
          <a:lstStyle/>
          <a:p>
            <a:pPr algn="l">
              <a:lnSpc>
                <a:spcPts val="4575"/>
              </a:lnSpc>
            </a:pPr>
            <a:r>
              <a:rPr b="1" sz="3750">
                <a:solidFill>
                  <a:srgbClr val="181716"/>
                </a:solidFill>
                <a:latin typeface="Montserrat"/>
              </a:rPr>
              <a:t>for the</a:t>
            </a:r>
          </a:p>
          <a:p>
            <a:pPr algn="l">
              <a:lnSpc>
                <a:spcPts val="4575"/>
              </a:lnSpc>
            </a:pPr>
            <a:r>
              <a:rPr b="1" sz="3750">
                <a:solidFill>
                  <a:srgbClr val="181716"/>
                </a:solidFill>
                <a:latin typeface="Montserrat"/>
              </a:rPr>
              <a:t>[6am crowd]</a:t>
            </a:r>
          </a:p>
        </p:txBody>
      </p:sp>
      <p:sp>
        <p:nvSpPr>
          <p:cNvPr id="8" name="TEXT: for the [dog mums]"/>
          <p:cNvSpPr/>
          <p:nvPr/>
        </p:nvSpPr>
        <p:spPr>
          <a:xfrm rot="21300000">
            <a:off x="5618963" y="6238078"/>
            <a:ext cx="3276600" cy="1276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3350" rIns="133350" tIns="57150" bIns="57150"/>
          <a:lstStyle/>
          <a:p>
            <a:pPr algn="l">
              <a:lnSpc>
                <a:spcPts val="4575"/>
              </a:lnSpc>
            </a:pPr>
            <a:r>
              <a:rPr b="1" sz="3750">
                <a:solidFill>
                  <a:srgbClr val="181716"/>
                </a:solidFill>
                <a:latin typeface="Montserrat"/>
              </a:rPr>
              <a:t>for the</a:t>
            </a:r>
          </a:p>
          <a:p>
            <a:pPr algn="l">
              <a:lnSpc>
                <a:spcPts val="4575"/>
              </a:lnSpc>
            </a:pPr>
            <a:r>
              <a:rPr b="1" sz="3750">
                <a:solidFill>
                  <a:srgbClr val="181716"/>
                </a:solidFill>
                <a:latin typeface="Montserrat"/>
              </a:rPr>
              <a:t>[dog mums]</a:t>
            </a:r>
          </a:p>
        </p:txBody>
      </p:sp>
      <p:sp>
        <p:nvSpPr>
          <p:cNvPr id="9" name="TEXT: for the [busy mums]"/>
          <p:cNvSpPr/>
          <p:nvPr/>
        </p:nvSpPr>
        <p:spPr>
          <a:xfrm rot="180000">
            <a:off x="1379683" y="9381838"/>
            <a:ext cx="3505200" cy="1276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3350" rIns="133350" tIns="57150" bIns="57150"/>
          <a:lstStyle/>
          <a:p>
            <a:pPr algn="l">
              <a:lnSpc>
                <a:spcPts val="4575"/>
              </a:lnSpc>
            </a:pPr>
            <a:r>
              <a:rPr b="1" sz="3750">
                <a:solidFill>
                  <a:srgbClr val="181716"/>
                </a:solidFill>
                <a:latin typeface="Montserrat"/>
              </a:rPr>
              <a:t>for the</a:t>
            </a:r>
          </a:p>
          <a:p>
            <a:pPr algn="l">
              <a:lnSpc>
                <a:spcPts val="4575"/>
              </a:lnSpc>
            </a:pPr>
            <a:r>
              <a:rPr b="1" sz="3750">
                <a:solidFill>
                  <a:srgbClr val="181716"/>
                </a:solidFill>
                <a:latin typeface="Montserrat"/>
              </a:rPr>
              <a:t>[busy mums]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burst"/>
          <p:cNvSpPr/>
          <p:nvPr/>
        </p:nvSpPr>
        <p:spPr>
          <a:xfrm rot="0">
            <a:off x="1047750" y="3619500"/>
            <a:ext cx="8572500" cy="7810500"/>
          </a:xfrm>
          <a:custGeom>
            <a:avLst/>
            <a:gdLst/>
            <a:ahLst/>
            <a:cxnLst/>
            <a:rect l="0" t="0" r="r" b="b"/>
            <a:pathLst>
              <a:path w="8572500" h="7810500">
                <a:moveTo>
                  <a:pt x="4272809" y="7771669"/>
                </a:moveTo>
                <a:cubicBezTo>
                  <a:pt x="4259246" y="7755550"/>
                  <a:pt x="4248150" y="7738513"/>
                  <a:pt x="4248150" y="7733807"/>
                </a:cubicBezTo>
                <a:cubicBezTo>
                  <a:pt x="4248150" y="7729101"/>
                  <a:pt x="4235642" y="7727752"/>
                  <a:pt x="4220354" y="7730810"/>
                </a:cubicBezTo>
                <a:cubicBezTo>
                  <a:pt x="4181308" y="7738619"/>
                  <a:pt x="4161276" y="7698583"/>
                  <a:pt x="4163712" y="7617605"/>
                </a:cubicBezTo>
                <a:cubicBezTo>
                  <a:pt x="4164696" y="7584870"/>
                  <a:pt x="4160625" y="7540942"/>
                  <a:pt x="4154665" y="7519987"/>
                </a:cubicBezTo>
                <a:cubicBezTo>
                  <a:pt x="4139629" y="7467119"/>
                  <a:pt x="4140824" y="7255965"/>
                  <a:pt x="4158036" y="6924675"/>
                </a:cubicBezTo>
                <a:cubicBezTo>
                  <a:pt x="4166065" y="6770131"/>
                  <a:pt x="4176508" y="6545103"/>
                  <a:pt x="4181243" y="6424612"/>
                </a:cubicBezTo>
                <a:cubicBezTo>
                  <a:pt x="4204618" y="5829707"/>
                  <a:pt x="4258940" y="5376427"/>
                  <a:pt x="4312151" y="5332266"/>
                </a:cubicBezTo>
                <a:cubicBezTo>
                  <a:pt x="4322441" y="5323726"/>
                  <a:pt x="4329194" y="5325346"/>
                  <a:pt x="4342484" y="5339546"/>
                </a:cubicBezTo>
                <a:cubicBezTo>
                  <a:pt x="4359680" y="5357919"/>
                  <a:pt x="4400550" y="5476996"/>
                  <a:pt x="4400550" y="5508726"/>
                </a:cubicBezTo>
                <a:cubicBezTo>
                  <a:pt x="4400550" y="5518090"/>
                  <a:pt x="4404490" y="5533115"/>
                  <a:pt x="4409306" y="5542114"/>
                </a:cubicBezTo>
                <a:cubicBezTo>
                  <a:pt x="4414122" y="5551113"/>
                  <a:pt x="4420576" y="5584050"/>
                  <a:pt x="4423647" y="5615306"/>
                </a:cubicBezTo>
                <a:cubicBezTo>
                  <a:pt x="4426718" y="5646563"/>
                  <a:pt x="4433393" y="5704284"/>
                  <a:pt x="4438480" y="5743575"/>
                </a:cubicBezTo>
                <a:cubicBezTo>
                  <a:pt x="4450512" y="5836497"/>
                  <a:pt x="4464533" y="5983214"/>
                  <a:pt x="4476713" y="6143625"/>
                </a:cubicBezTo>
                <a:cubicBezTo>
                  <a:pt x="4482082" y="6214348"/>
                  <a:pt x="4490419" y="6306502"/>
                  <a:pt x="4495239" y="6348412"/>
                </a:cubicBezTo>
                <a:cubicBezTo>
                  <a:pt x="4509169" y="6469554"/>
                  <a:pt x="4519097" y="7540050"/>
                  <a:pt x="4506362" y="7547921"/>
                </a:cubicBezTo>
                <a:cubicBezTo>
                  <a:pt x="4500553" y="7551511"/>
                  <a:pt x="4495735" y="7578842"/>
                  <a:pt x="4495656" y="7608655"/>
                </a:cubicBezTo>
                <a:cubicBezTo>
                  <a:pt x="4495406" y="7703032"/>
                  <a:pt x="4463093" y="7767947"/>
                  <a:pt x="4420425" y="7759791"/>
                </a:cubicBezTo>
                <a:cubicBezTo>
                  <a:pt x="4403225" y="7756503"/>
                  <a:pt x="4390175" y="7761762"/>
                  <a:pt x="4375057" y="7778075"/>
                </a:cubicBezTo>
                <a:cubicBezTo>
                  <a:pt x="4344481" y="7811067"/>
                  <a:pt x="4303817" y="7808520"/>
                  <a:pt x="4272809" y="7771669"/>
                </a:cubicBezTo>
                <a:close/>
                <a:moveTo>
                  <a:pt x="1107281" y="6737391"/>
                </a:moveTo>
                <a:cubicBezTo>
                  <a:pt x="1100732" y="6734749"/>
                  <a:pt x="1095375" y="6721852"/>
                  <a:pt x="1095375" y="6708731"/>
                </a:cubicBezTo>
                <a:cubicBezTo>
                  <a:pt x="1095375" y="6686410"/>
                  <a:pt x="1093060" y="6685266"/>
                  <a:pt x="1059386" y="6690955"/>
                </a:cubicBezTo>
                <a:cubicBezTo>
                  <a:pt x="1029215" y="6696053"/>
                  <a:pt x="1019934" y="6693348"/>
                  <a:pt x="1001967" y="6674223"/>
                </a:cubicBezTo>
                <a:cubicBezTo>
                  <a:pt x="982740" y="6653757"/>
                  <a:pt x="980765" y="6620169"/>
                  <a:pt x="998762" y="6619722"/>
                </a:cubicBezTo>
                <a:cubicBezTo>
                  <a:pt x="1007072" y="6619516"/>
                  <a:pt x="1066800" y="6566431"/>
                  <a:pt x="1066800" y="6559252"/>
                </a:cubicBezTo>
                <a:cubicBezTo>
                  <a:pt x="1066800" y="6556102"/>
                  <a:pt x="1050959" y="6562422"/>
                  <a:pt x="1031599" y="6573296"/>
                </a:cubicBezTo>
                <a:cubicBezTo>
                  <a:pt x="998078" y="6592123"/>
                  <a:pt x="995808" y="6592259"/>
                  <a:pt x="984025" y="6576145"/>
                </a:cubicBezTo>
                <a:cubicBezTo>
                  <a:pt x="962727" y="6547018"/>
                  <a:pt x="1034431" y="6454244"/>
                  <a:pt x="1071123" y="6463453"/>
                </a:cubicBezTo>
                <a:cubicBezTo>
                  <a:pt x="1085459" y="6467051"/>
                  <a:pt x="1110641" y="6454283"/>
                  <a:pt x="1157653" y="6419581"/>
                </a:cubicBezTo>
                <a:cubicBezTo>
                  <a:pt x="1243103" y="6356505"/>
                  <a:pt x="1246875" y="6348867"/>
                  <a:pt x="1178718" y="6376925"/>
                </a:cubicBezTo>
                <a:cubicBezTo>
                  <a:pt x="1150266" y="6388639"/>
                  <a:pt x="1159173" y="6356367"/>
                  <a:pt x="1193006" y="6325159"/>
                </a:cubicBezTo>
                <a:cubicBezTo>
                  <a:pt x="1266726" y="6257158"/>
                  <a:pt x="1324638" y="6211290"/>
                  <a:pt x="1579821" y="6018790"/>
                </a:cubicBezTo>
                <a:cubicBezTo>
                  <a:pt x="1933668" y="5751862"/>
                  <a:pt x="1936936" y="5749418"/>
                  <a:pt x="2040197" y="5674514"/>
                </a:cubicBezTo>
                <a:cubicBezTo>
                  <a:pt x="2088949" y="5639150"/>
                  <a:pt x="2147847" y="5596288"/>
                  <a:pt x="2171083" y="5579264"/>
                </a:cubicBezTo>
                <a:cubicBezTo>
                  <a:pt x="2331179" y="5461966"/>
                  <a:pt x="2736168" y="5189835"/>
                  <a:pt x="2843212" y="5127629"/>
                </a:cubicBezTo>
                <a:cubicBezTo>
                  <a:pt x="2945208" y="5068356"/>
                  <a:pt x="3041653" y="5015449"/>
                  <a:pt x="3057525" y="5010064"/>
                </a:cubicBezTo>
                <a:cubicBezTo>
                  <a:pt x="3065383" y="5007398"/>
                  <a:pt x="3094653" y="4993224"/>
                  <a:pt x="3122571" y="4978566"/>
                </a:cubicBezTo>
                <a:cubicBezTo>
                  <a:pt x="3174095" y="4951514"/>
                  <a:pt x="3205739" y="4955170"/>
                  <a:pt x="3198427" y="4987330"/>
                </a:cubicBezTo>
                <a:cubicBezTo>
                  <a:pt x="3189323" y="5027369"/>
                  <a:pt x="2888169" y="5345708"/>
                  <a:pt x="2728912" y="5483637"/>
                </a:cubicBezTo>
                <a:cubicBezTo>
                  <a:pt x="2676525" y="5529009"/>
                  <a:pt x="2620803" y="5579668"/>
                  <a:pt x="2605087" y="5596213"/>
                </a:cubicBezTo>
                <a:cubicBezTo>
                  <a:pt x="2578456" y="5624248"/>
                  <a:pt x="2518756" y="5676754"/>
                  <a:pt x="2465839" y="5718679"/>
                </a:cubicBezTo>
                <a:cubicBezTo>
                  <a:pt x="2405953" y="5766127"/>
                  <a:pt x="2324165" y="5837756"/>
                  <a:pt x="2280258" y="5881210"/>
                </a:cubicBezTo>
                <a:cubicBezTo>
                  <a:pt x="2230623" y="5930332"/>
                  <a:pt x="2166359" y="5984861"/>
                  <a:pt x="1881187" y="6219825"/>
                </a:cubicBezTo>
                <a:cubicBezTo>
                  <a:pt x="1792128" y="6293203"/>
                  <a:pt x="1677123" y="6388500"/>
                  <a:pt x="1625620" y="6431596"/>
                </a:cubicBezTo>
                <a:cubicBezTo>
                  <a:pt x="1482067" y="6551713"/>
                  <a:pt x="1428750" y="6583233"/>
                  <a:pt x="1428750" y="6547979"/>
                </a:cubicBezTo>
                <a:cubicBezTo>
                  <a:pt x="1428750" y="6531986"/>
                  <a:pt x="1364630" y="6571446"/>
                  <a:pt x="1309687" y="6621252"/>
                </a:cubicBezTo>
                <a:cubicBezTo>
                  <a:pt x="1273796" y="6653787"/>
                  <a:pt x="1226432" y="6687670"/>
                  <a:pt x="1172756" y="6719209"/>
                </a:cubicBezTo>
                <a:cubicBezTo>
                  <a:pt x="1129489" y="6744631"/>
                  <a:pt x="1126962" y="6745333"/>
                  <a:pt x="1107281" y="6737391"/>
                </a:cubicBezTo>
                <a:close/>
                <a:moveTo>
                  <a:pt x="6957752" y="6603567"/>
                </a:moveTo>
                <a:cubicBezTo>
                  <a:pt x="6931415" y="6578484"/>
                  <a:pt x="6877836" y="6530106"/>
                  <a:pt x="6838689" y="6496060"/>
                </a:cubicBezTo>
                <a:cubicBezTo>
                  <a:pt x="6799542" y="6462014"/>
                  <a:pt x="6765365" y="6432010"/>
                  <a:pt x="6762740" y="6429385"/>
                </a:cubicBezTo>
                <a:cubicBezTo>
                  <a:pt x="6760116" y="6426760"/>
                  <a:pt x="6730112" y="6399249"/>
                  <a:pt x="6696065" y="6368251"/>
                </a:cubicBezTo>
                <a:cubicBezTo>
                  <a:pt x="6662018" y="6337252"/>
                  <a:pt x="6597729" y="6277205"/>
                  <a:pt x="6553200" y="6234813"/>
                </a:cubicBezTo>
                <a:cubicBezTo>
                  <a:pt x="6508670" y="6192422"/>
                  <a:pt x="6452949" y="6141027"/>
                  <a:pt x="6429375" y="6120604"/>
                </a:cubicBezTo>
                <a:cubicBezTo>
                  <a:pt x="6388591" y="6085270"/>
                  <a:pt x="6046896" y="5761023"/>
                  <a:pt x="6005909" y="5718760"/>
                </a:cubicBezTo>
                <a:cubicBezTo>
                  <a:pt x="5717595" y="5421475"/>
                  <a:pt x="5405738" y="5053525"/>
                  <a:pt x="5392827" y="4995405"/>
                </a:cubicBezTo>
                <a:cubicBezTo>
                  <a:pt x="5387387" y="4970917"/>
                  <a:pt x="5420446" y="4968604"/>
                  <a:pt x="5465188" y="4990341"/>
                </a:cubicBezTo>
                <a:cubicBezTo>
                  <a:pt x="5504656" y="5009516"/>
                  <a:pt x="5733550" y="5158660"/>
                  <a:pt x="5791200" y="5202765"/>
                </a:cubicBezTo>
                <a:cubicBezTo>
                  <a:pt x="5804296" y="5212785"/>
                  <a:pt x="5839189" y="5238910"/>
                  <a:pt x="5868738" y="5260822"/>
                </a:cubicBezTo>
                <a:cubicBezTo>
                  <a:pt x="6124395" y="5450401"/>
                  <a:pt x="6326858" y="5610663"/>
                  <a:pt x="6518405" y="5775071"/>
                </a:cubicBezTo>
                <a:cubicBezTo>
                  <a:pt x="6590946" y="5837335"/>
                  <a:pt x="6663836" y="5897510"/>
                  <a:pt x="6680382" y="5908795"/>
                </a:cubicBezTo>
                <a:cubicBezTo>
                  <a:pt x="6808453" y="5996137"/>
                  <a:pt x="7156724" y="6320275"/>
                  <a:pt x="7225671" y="6416297"/>
                </a:cubicBezTo>
                <a:cubicBezTo>
                  <a:pt x="7273677" y="6483155"/>
                  <a:pt x="7275156" y="6489659"/>
                  <a:pt x="7246853" y="6509483"/>
                </a:cubicBezTo>
                <a:cubicBezTo>
                  <a:pt x="7228720" y="6522184"/>
                  <a:pt x="7227535" y="6527079"/>
                  <a:pt x="7237372" y="6548668"/>
                </a:cubicBezTo>
                <a:cubicBezTo>
                  <a:pt x="7251810" y="6580356"/>
                  <a:pt x="7240562" y="6601926"/>
                  <a:pt x="7195839" y="6628313"/>
                </a:cubicBezTo>
                <a:cubicBezTo>
                  <a:pt x="7161940" y="6648314"/>
                  <a:pt x="7124700" y="6655068"/>
                  <a:pt x="7124700" y="6641216"/>
                </a:cubicBezTo>
                <a:cubicBezTo>
                  <a:pt x="7124700" y="6637237"/>
                  <a:pt x="7115370" y="6628156"/>
                  <a:pt x="7103968" y="6621035"/>
                </a:cubicBezTo>
                <a:cubicBezTo>
                  <a:pt x="7086078" y="6609862"/>
                  <a:pt x="7081693" y="6610196"/>
                  <a:pt x="7071985" y="6623473"/>
                </a:cubicBezTo>
                <a:cubicBezTo>
                  <a:pt x="7046233" y="6658692"/>
                  <a:pt x="7008780" y="6652165"/>
                  <a:pt x="6957752" y="6603567"/>
                </a:cubicBezTo>
                <a:close/>
                <a:moveTo>
                  <a:pt x="5414962" y="6600825"/>
                </a:moveTo>
                <a:cubicBezTo>
                  <a:pt x="5411724" y="6595586"/>
                  <a:pt x="5396675" y="6591300"/>
                  <a:pt x="5381520" y="6591300"/>
                </a:cubicBezTo>
                <a:cubicBezTo>
                  <a:pt x="5347605" y="6591300"/>
                  <a:pt x="5309442" y="6540073"/>
                  <a:pt x="5266303" y="6436645"/>
                </a:cubicBezTo>
                <a:cubicBezTo>
                  <a:pt x="5250432" y="6398594"/>
                  <a:pt x="5231645" y="6354603"/>
                  <a:pt x="5224554" y="6338887"/>
                </a:cubicBezTo>
                <a:cubicBezTo>
                  <a:pt x="5196833" y="6277450"/>
                  <a:pt x="5168280" y="6199405"/>
                  <a:pt x="5120014" y="6053137"/>
                </a:cubicBezTo>
                <a:cubicBezTo>
                  <a:pt x="5045154" y="5826281"/>
                  <a:pt x="5029200" y="5774452"/>
                  <a:pt x="5029200" y="5758122"/>
                </a:cubicBezTo>
                <a:cubicBezTo>
                  <a:pt x="5029200" y="5749979"/>
                  <a:pt x="5025420" y="5735873"/>
                  <a:pt x="5020800" y="5726777"/>
                </a:cubicBezTo>
                <a:cubicBezTo>
                  <a:pt x="5016180" y="5717680"/>
                  <a:pt x="5007112" y="5688806"/>
                  <a:pt x="5000650" y="5662612"/>
                </a:cubicBezTo>
                <a:cubicBezTo>
                  <a:pt x="4966913" y="5525867"/>
                  <a:pt x="4988351" y="5496071"/>
                  <a:pt x="5057189" y="5584031"/>
                </a:cubicBezTo>
                <a:cubicBezTo>
                  <a:pt x="5078714" y="5611534"/>
                  <a:pt x="5105362" y="5643802"/>
                  <a:pt x="5116408" y="5655737"/>
                </a:cubicBezTo>
                <a:cubicBezTo>
                  <a:pt x="5138781" y="5679911"/>
                  <a:pt x="5200650" y="5779706"/>
                  <a:pt x="5200650" y="5791621"/>
                </a:cubicBezTo>
                <a:cubicBezTo>
                  <a:pt x="5200650" y="5795822"/>
                  <a:pt x="5212717" y="5811376"/>
                  <a:pt x="5227467" y="5826186"/>
                </a:cubicBezTo>
                <a:cubicBezTo>
                  <a:pt x="5242216" y="5840995"/>
                  <a:pt x="5268387" y="5880973"/>
                  <a:pt x="5285625" y="5915025"/>
                </a:cubicBezTo>
                <a:cubicBezTo>
                  <a:pt x="5302862" y="5949076"/>
                  <a:pt x="5327246" y="5996225"/>
                  <a:pt x="5339812" y="6019800"/>
                </a:cubicBezTo>
                <a:cubicBezTo>
                  <a:pt x="5376953" y="6089482"/>
                  <a:pt x="5481598" y="6309852"/>
                  <a:pt x="5495857" y="6348412"/>
                </a:cubicBezTo>
                <a:cubicBezTo>
                  <a:pt x="5499732" y="6358890"/>
                  <a:pt x="5512047" y="6391119"/>
                  <a:pt x="5523226" y="6420034"/>
                </a:cubicBezTo>
                <a:cubicBezTo>
                  <a:pt x="5553040" y="6497154"/>
                  <a:pt x="5544647" y="6572250"/>
                  <a:pt x="5506212" y="6572250"/>
                </a:cubicBezTo>
                <a:cubicBezTo>
                  <a:pt x="5497835" y="6572250"/>
                  <a:pt x="5485628" y="6580822"/>
                  <a:pt x="5479085" y="6591300"/>
                </a:cubicBezTo>
                <a:cubicBezTo>
                  <a:pt x="5466660" y="6611194"/>
                  <a:pt x="5425179" y="6617356"/>
                  <a:pt x="5414962" y="6600825"/>
                </a:cubicBezTo>
                <a:close/>
                <a:moveTo>
                  <a:pt x="2930033" y="6548618"/>
                </a:moveTo>
                <a:cubicBezTo>
                  <a:pt x="2907988" y="6528188"/>
                  <a:pt x="2905908" y="6521908"/>
                  <a:pt x="2915345" y="6504274"/>
                </a:cubicBezTo>
                <a:cubicBezTo>
                  <a:pt x="2924301" y="6487540"/>
                  <a:pt x="2923490" y="6482136"/>
                  <a:pt x="2910970" y="6475129"/>
                </a:cubicBezTo>
                <a:cubicBezTo>
                  <a:pt x="2888209" y="6462392"/>
                  <a:pt x="2892121" y="6436112"/>
                  <a:pt x="2925107" y="6380169"/>
                </a:cubicBezTo>
                <a:cubicBezTo>
                  <a:pt x="2941335" y="6352644"/>
                  <a:pt x="2956262" y="6321563"/>
                  <a:pt x="2958278" y="6311098"/>
                </a:cubicBezTo>
                <a:cubicBezTo>
                  <a:pt x="2963681" y="6283042"/>
                  <a:pt x="3024627" y="6167994"/>
                  <a:pt x="3067644" y="6104650"/>
                </a:cubicBezTo>
                <a:cubicBezTo>
                  <a:pt x="3088272" y="6074273"/>
                  <a:pt x="3105150" y="6046806"/>
                  <a:pt x="3105150" y="6043612"/>
                </a:cubicBezTo>
                <a:cubicBezTo>
                  <a:pt x="3105150" y="6033095"/>
                  <a:pt x="3178608" y="5929694"/>
                  <a:pt x="3199241" y="5911167"/>
                </a:cubicBezTo>
                <a:cubicBezTo>
                  <a:pt x="3210356" y="5901187"/>
                  <a:pt x="3219450" y="5889029"/>
                  <a:pt x="3219450" y="5884149"/>
                </a:cubicBezTo>
                <a:cubicBezTo>
                  <a:pt x="3219450" y="5862517"/>
                  <a:pt x="3366112" y="5668693"/>
                  <a:pt x="3456643" y="5570682"/>
                </a:cubicBezTo>
                <a:cubicBezTo>
                  <a:pt x="3557081" y="5461945"/>
                  <a:pt x="3559943" y="5501470"/>
                  <a:pt x="3470964" y="5768516"/>
                </a:cubicBezTo>
                <a:cubicBezTo>
                  <a:pt x="3453302" y="5821524"/>
                  <a:pt x="3425375" y="5894391"/>
                  <a:pt x="3408903" y="5930441"/>
                </a:cubicBezTo>
                <a:cubicBezTo>
                  <a:pt x="3392432" y="5966491"/>
                  <a:pt x="3375273" y="6014578"/>
                  <a:pt x="3370772" y="6037299"/>
                </a:cubicBezTo>
                <a:cubicBezTo>
                  <a:pt x="3351171" y="6136260"/>
                  <a:pt x="3136153" y="6524456"/>
                  <a:pt x="3083075" y="6556711"/>
                </a:cubicBezTo>
                <a:cubicBezTo>
                  <a:pt x="3044350" y="6580244"/>
                  <a:pt x="2959305" y="6575747"/>
                  <a:pt x="2930033" y="6548618"/>
                </a:cubicBezTo>
                <a:close/>
                <a:moveTo>
                  <a:pt x="1600200" y="5176837"/>
                </a:moveTo>
                <a:cubicBezTo>
                  <a:pt x="1595220" y="5163740"/>
                  <a:pt x="1584519" y="5153025"/>
                  <a:pt x="1576419" y="5153025"/>
                </a:cubicBezTo>
                <a:cubicBezTo>
                  <a:pt x="1553745" y="5153025"/>
                  <a:pt x="1536657" y="5108298"/>
                  <a:pt x="1550724" y="5085773"/>
                </a:cubicBezTo>
                <a:cubicBezTo>
                  <a:pt x="1556981" y="5075755"/>
                  <a:pt x="1562100" y="5059287"/>
                  <a:pt x="1562100" y="5049179"/>
                </a:cubicBezTo>
                <a:cubicBezTo>
                  <a:pt x="1562100" y="5024661"/>
                  <a:pt x="1629834" y="4972050"/>
                  <a:pt x="1661400" y="4972050"/>
                </a:cubicBezTo>
                <a:cubicBezTo>
                  <a:pt x="1675649" y="4972050"/>
                  <a:pt x="1689055" y="4965449"/>
                  <a:pt x="1692374" y="4956799"/>
                </a:cubicBezTo>
                <a:cubicBezTo>
                  <a:pt x="1697769" y="4942742"/>
                  <a:pt x="1826064" y="4876800"/>
                  <a:pt x="1848019" y="4876800"/>
                </a:cubicBezTo>
                <a:cubicBezTo>
                  <a:pt x="1853307" y="4876800"/>
                  <a:pt x="1865076" y="4872743"/>
                  <a:pt x="1874172" y="4867784"/>
                </a:cubicBezTo>
                <a:cubicBezTo>
                  <a:pt x="1945617" y="4828842"/>
                  <a:pt x="2191610" y="4749774"/>
                  <a:pt x="2424112" y="4691020"/>
                </a:cubicBezTo>
                <a:cubicBezTo>
                  <a:pt x="2726443" y="4614620"/>
                  <a:pt x="2742731" y="4638271"/>
                  <a:pt x="2496436" y="4796032"/>
                </a:cubicBezTo>
                <a:cubicBezTo>
                  <a:pt x="2424184" y="4842312"/>
                  <a:pt x="2394661" y="4859346"/>
                  <a:pt x="2324100" y="4895466"/>
                </a:cubicBezTo>
                <a:cubicBezTo>
                  <a:pt x="2279570" y="4918260"/>
                  <a:pt x="2231374" y="4946663"/>
                  <a:pt x="2216997" y="4958582"/>
                </a:cubicBezTo>
                <a:cubicBezTo>
                  <a:pt x="2170379" y="4997232"/>
                  <a:pt x="1884663" y="5126777"/>
                  <a:pt x="1762125" y="5164824"/>
                </a:cubicBezTo>
                <a:cubicBezTo>
                  <a:pt x="1728073" y="5175397"/>
                  <a:pt x="1696140" y="5187783"/>
                  <a:pt x="1691163" y="5192348"/>
                </a:cubicBezTo>
                <a:cubicBezTo>
                  <a:pt x="1669871" y="5211881"/>
                  <a:pt x="1609617" y="5201607"/>
                  <a:pt x="1600200" y="5176837"/>
                </a:cubicBezTo>
                <a:close/>
                <a:moveTo>
                  <a:pt x="6800850" y="5172075"/>
                </a:moveTo>
                <a:cubicBezTo>
                  <a:pt x="6792991" y="5166996"/>
                  <a:pt x="6773203" y="5162776"/>
                  <a:pt x="6756876" y="5162695"/>
                </a:cubicBezTo>
                <a:cubicBezTo>
                  <a:pt x="6740549" y="5162615"/>
                  <a:pt x="6704115" y="5153099"/>
                  <a:pt x="6675913" y="5141548"/>
                </a:cubicBezTo>
                <a:cubicBezTo>
                  <a:pt x="6606509" y="5113123"/>
                  <a:pt x="6325848" y="4974136"/>
                  <a:pt x="6296102" y="4953461"/>
                </a:cubicBezTo>
                <a:cubicBezTo>
                  <a:pt x="6282963" y="4944329"/>
                  <a:pt x="6246495" y="4922935"/>
                  <a:pt x="6215062" y="4905920"/>
                </a:cubicBezTo>
                <a:cubicBezTo>
                  <a:pt x="6161759" y="4877066"/>
                  <a:pt x="5984764" y="4756118"/>
                  <a:pt x="5936456" y="4715537"/>
                </a:cubicBezTo>
                <a:cubicBezTo>
                  <a:pt x="5913216" y="4696014"/>
                  <a:pt x="5907777" y="4667864"/>
                  <a:pt x="5926931" y="4666240"/>
                </a:cubicBezTo>
                <a:cubicBezTo>
                  <a:pt x="5953140" y="4664018"/>
                  <a:pt x="5996530" y="4669468"/>
                  <a:pt x="6005512" y="4676109"/>
                </a:cubicBezTo>
                <a:cubicBezTo>
                  <a:pt x="6010751" y="4679983"/>
                  <a:pt x="6040755" y="4688483"/>
                  <a:pt x="6072187" y="4694999"/>
                </a:cubicBezTo>
                <a:cubicBezTo>
                  <a:pt x="6103620" y="4701515"/>
                  <a:pt x="6142196" y="4710845"/>
                  <a:pt x="6157912" y="4715732"/>
                </a:cubicBezTo>
                <a:cubicBezTo>
                  <a:pt x="6173628" y="4720620"/>
                  <a:pt x="6238976" y="4739610"/>
                  <a:pt x="6303129" y="4757933"/>
                </a:cubicBezTo>
                <a:cubicBezTo>
                  <a:pt x="6367283" y="4776255"/>
                  <a:pt x="6455151" y="4804464"/>
                  <a:pt x="6498392" y="4820619"/>
                </a:cubicBezTo>
                <a:cubicBezTo>
                  <a:pt x="6541633" y="4836774"/>
                  <a:pt x="6598443" y="4857846"/>
                  <a:pt x="6624637" y="4867445"/>
                </a:cubicBezTo>
                <a:cubicBezTo>
                  <a:pt x="6791905" y="4928744"/>
                  <a:pt x="6895699" y="5005899"/>
                  <a:pt x="6909332" y="5079072"/>
                </a:cubicBezTo>
                <a:cubicBezTo>
                  <a:pt x="6916503" y="5117555"/>
                  <a:pt x="6903702" y="5153025"/>
                  <a:pt x="6882643" y="5153025"/>
                </a:cubicBezTo>
                <a:cubicBezTo>
                  <a:pt x="6875611" y="5153025"/>
                  <a:pt x="6864521" y="5159454"/>
                  <a:pt x="6858000" y="5167312"/>
                </a:cubicBezTo>
                <a:cubicBezTo>
                  <a:pt x="6844454" y="5183633"/>
                  <a:pt x="6821673" y="5185532"/>
                  <a:pt x="6800850" y="5172075"/>
                </a:cubicBezTo>
                <a:close/>
                <a:moveTo>
                  <a:pt x="8018113" y="4252563"/>
                </a:moveTo>
                <a:cubicBezTo>
                  <a:pt x="8015301" y="4249751"/>
                  <a:pt x="7932077" y="4245614"/>
                  <a:pt x="7833169" y="4243368"/>
                </a:cubicBezTo>
                <a:cubicBezTo>
                  <a:pt x="7474782" y="4235232"/>
                  <a:pt x="7080790" y="4218903"/>
                  <a:pt x="7034212" y="4210256"/>
                </a:cubicBezTo>
                <a:cubicBezTo>
                  <a:pt x="7008018" y="4205392"/>
                  <a:pt x="6952297" y="4199121"/>
                  <a:pt x="6910387" y="4196318"/>
                </a:cubicBezTo>
                <a:cubicBezTo>
                  <a:pt x="6868477" y="4193515"/>
                  <a:pt x="6814899" y="4189020"/>
                  <a:pt x="6791325" y="4186327"/>
                </a:cubicBezTo>
                <a:cubicBezTo>
                  <a:pt x="6767750" y="4183635"/>
                  <a:pt x="6669166" y="4174821"/>
                  <a:pt x="6572250" y="4166741"/>
                </a:cubicBezTo>
                <a:cubicBezTo>
                  <a:pt x="6426199" y="4154566"/>
                  <a:pt x="6300201" y="4139467"/>
                  <a:pt x="6176962" y="4119372"/>
                </a:cubicBezTo>
                <a:cubicBezTo>
                  <a:pt x="6166485" y="4117664"/>
                  <a:pt x="6115777" y="4109560"/>
                  <a:pt x="6064279" y="4101363"/>
                </a:cubicBezTo>
                <a:cubicBezTo>
                  <a:pt x="6012780" y="4093167"/>
                  <a:pt x="5951551" y="4079978"/>
                  <a:pt x="5928214" y="4072055"/>
                </a:cubicBezTo>
                <a:cubicBezTo>
                  <a:pt x="5904878" y="4064132"/>
                  <a:pt x="5880323" y="4057650"/>
                  <a:pt x="5873650" y="4057650"/>
                </a:cubicBezTo>
                <a:cubicBezTo>
                  <a:pt x="5851539" y="4057650"/>
                  <a:pt x="5828032" y="4033936"/>
                  <a:pt x="5834202" y="4017856"/>
                </a:cubicBezTo>
                <a:cubicBezTo>
                  <a:pt x="5841465" y="3998931"/>
                  <a:pt x="5865708" y="3989986"/>
                  <a:pt x="5934075" y="3981006"/>
                </a:cubicBezTo>
                <a:cubicBezTo>
                  <a:pt x="5962888" y="3977222"/>
                  <a:pt x="6033611" y="3967486"/>
                  <a:pt x="6091237" y="3959371"/>
                </a:cubicBezTo>
                <a:cubicBezTo>
                  <a:pt x="6148863" y="3951256"/>
                  <a:pt x="6236731" y="3942029"/>
                  <a:pt x="6286500" y="3938868"/>
                </a:cubicBezTo>
                <a:cubicBezTo>
                  <a:pt x="6336268" y="3935706"/>
                  <a:pt x="6434851" y="3929291"/>
                  <a:pt x="6505575" y="3924612"/>
                </a:cubicBezTo>
                <a:cubicBezTo>
                  <a:pt x="6865383" y="3900807"/>
                  <a:pt x="8023240" y="3885194"/>
                  <a:pt x="8170504" y="3902163"/>
                </a:cubicBezTo>
                <a:cubicBezTo>
                  <a:pt x="8225681" y="3908520"/>
                  <a:pt x="8237158" y="3931645"/>
                  <a:pt x="8191449" y="3944364"/>
                </a:cubicBezTo>
                <a:cubicBezTo>
                  <a:pt x="8158129" y="3953635"/>
                  <a:pt x="8161155" y="3954007"/>
                  <a:pt x="8313981" y="3959406"/>
                </a:cubicBezTo>
                <a:cubicBezTo>
                  <a:pt x="8429710" y="3963495"/>
                  <a:pt x="8456712" y="3967394"/>
                  <a:pt x="8489501" y="3984750"/>
                </a:cubicBezTo>
                <a:cubicBezTo>
                  <a:pt x="8539248" y="4011083"/>
                  <a:pt x="8541960" y="4021866"/>
                  <a:pt x="8503631" y="4040936"/>
                </a:cubicBezTo>
                <a:lnTo>
                  <a:pt x="8472487" y="4056431"/>
                </a:lnTo>
                <a:lnTo>
                  <a:pt x="8505825" y="4057343"/>
                </a:lnTo>
                <a:cubicBezTo>
                  <a:pt x="8545292" y="4058423"/>
                  <a:pt x="8572500" y="4076504"/>
                  <a:pt x="8572500" y="4101652"/>
                </a:cubicBezTo>
                <a:cubicBezTo>
                  <a:pt x="8572500" y="4126208"/>
                  <a:pt x="8545494" y="4141247"/>
                  <a:pt x="8487606" y="4148926"/>
                </a:cubicBezTo>
                <a:cubicBezTo>
                  <a:pt x="8433094" y="4156157"/>
                  <a:pt x="8425098" y="4166758"/>
                  <a:pt x="8467725" y="4175283"/>
                </a:cubicBezTo>
                <a:cubicBezTo>
                  <a:pt x="8501254" y="4181989"/>
                  <a:pt x="8504286" y="4199893"/>
                  <a:pt x="8476185" y="4225242"/>
                </a:cubicBezTo>
                <a:cubicBezTo>
                  <a:pt x="8459021" y="4240724"/>
                  <a:pt x="8440969" y="4243387"/>
                  <a:pt x="8353169" y="4243387"/>
                </a:cubicBezTo>
                <a:cubicBezTo>
                  <a:pt x="8296573" y="4243387"/>
                  <a:pt x="8247046" y="4246602"/>
                  <a:pt x="8243108" y="4250531"/>
                </a:cubicBezTo>
                <a:cubicBezTo>
                  <a:pt x="8235029" y="4258593"/>
                  <a:pt x="8026030" y="4260480"/>
                  <a:pt x="8018113" y="4252563"/>
                </a:cubicBezTo>
                <a:close/>
                <a:moveTo>
                  <a:pt x="414337" y="4229670"/>
                </a:moveTo>
                <a:cubicBezTo>
                  <a:pt x="403860" y="4224716"/>
                  <a:pt x="337008" y="4220921"/>
                  <a:pt x="265778" y="4221235"/>
                </a:cubicBezTo>
                <a:cubicBezTo>
                  <a:pt x="136297" y="4221807"/>
                  <a:pt x="112317" y="4217112"/>
                  <a:pt x="73972" y="4183676"/>
                </a:cubicBezTo>
                <a:cubicBezTo>
                  <a:pt x="63021" y="4174127"/>
                  <a:pt x="59358" y="4161704"/>
                  <a:pt x="63099" y="4146800"/>
                </a:cubicBezTo>
                <a:cubicBezTo>
                  <a:pt x="67194" y="4130485"/>
                  <a:pt x="64727" y="4124325"/>
                  <a:pt x="54100" y="4124325"/>
                </a:cubicBezTo>
                <a:cubicBezTo>
                  <a:pt x="7418" y="4124325"/>
                  <a:pt x="-9400" y="4035798"/>
                  <a:pt x="34136" y="4019246"/>
                </a:cubicBezTo>
                <a:cubicBezTo>
                  <a:pt x="47673" y="4014099"/>
                  <a:pt x="62378" y="4012132"/>
                  <a:pt x="66816" y="4014874"/>
                </a:cubicBezTo>
                <a:cubicBezTo>
                  <a:pt x="87419" y="4027608"/>
                  <a:pt x="83511" y="3999489"/>
                  <a:pt x="62790" y="3985912"/>
                </a:cubicBezTo>
                <a:cubicBezTo>
                  <a:pt x="32939" y="3966352"/>
                  <a:pt x="38469" y="3952710"/>
                  <a:pt x="85383" y="3930179"/>
                </a:cubicBezTo>
                <a:cubicBezTo>
                  <a:pt x="113030" y="3916901"/>
                  <a:pt x="134613" y="3913656"/>
                  <a:pt x="168518" y="3917679"/>
                </a:cubicBezTo>
                <a:cubicBezTo>
                  <a:pt x="246693" y="3926956"/>
                  <a:pt x="329707" y="3933048"/>
                  <a:pt x="306624" y="3927814"/>
                </a:cubicBezTo>
                <a:cubicBezTo>
                  <a:pt x="277438" y="3921197"/>
                  <a:pt x="283037" y="3894331"/>
                  <a:pt x="315406" y="3885675"/>
                </a:cubicBezTo>
                <a:cubicBezTo>
                  <a:pt x="355340" y="3874995"/>
                  <a:pt x="1615348" y="3876242"/>
                  <a:pt x="1819275" y="3887163"/>
                </a:cubicBezTo>
                <a:cubicBezTo>
                  <a:pt x="1921430" y="3892634"/>
                  <a:pt x="2060733" y="3898828"/>
                  <a:pt x="2128837" y="3900927"/>
                </a:cubicBezTo>
                <a:cubicBezTo>
                  <a:pt x="2196941" y="3903027"/>
                  <a:pt x="2274093" y="3909143"/>
                  <a:pt x="2300287" y="3914519"/>
                </a:cubicBezTo>
                <a:cubicBezTo>
                  <a:pt x="2326481" y="3919894"/>
                  <a:pt x="2380059" y="3926596"/>
                  <a:pt x="2419350" y="3929410"/>
                </a:cubicBezTo>
                <a:cubicBezTo>
                  <a:pt x="2592236" y="3941794"/>
                  <a:pt x="2624664" y="3945475"/>
                  <a:pt x="2633186" y="3953684"/>
                </a:cubicBezTo>
                <a:cubicBezTo>
                  <a:pt x="2638163" y="3958477"/>
                  <a:pt x="2655856" y="3962400"/>
                  <a:pt x="2672504" y="3962400"/>
                </a:cubicBezTo>
                <a:cubicBezTo>
                  <a:pt x="2712760" y="3962400"/>
                  <a:pt x="2771775" y="3987757"/>
                  <a:pt x="2771775" y="4005055"/>
                </a:cubicBezTo>
                <a:cubicBezTo>
                  <a:pt x="2771775" y="4023348"/>
                  <a:pt x="2745154" y="4036751"/>
                  <a:pt x="2683925" y="4049283"/>
                </a:cubicBezTo>
                <a:cubicBezTo>
                  <a:pt x="2656280" y="4054941"/>
                  <a:pt x="2618660" y="4062964"/>
                  <a:pt x="2600325" y="4067110"/>
                </a:cubicBezTo>
                <a:cubicBezTo>
                  <a:pt x="2493330" y="4091309"/>
                  <a:pt x="2368470" y="4113788"/>
                  <a:pt x="2314575" y="4118557"/>
                </a:cubicBezTo>
                <a:cubicBezTo>
                  <a:pt x="2251977" y="4124095"/>
                  <a:pt x="2144333" y="4136146"/>
                  <a:pt x="2005012" y="4153213"/>
                </a:cubicBezTo>
                <a:cubicBezTo>
                  <a:pt x="1963102" y="4158347"/>
                  <a:pt x="1847373" y="4166833"/>
                  <a:pt x="1747837" y="4172072"/>
                </a:cubicBezTo>
                <a:cubicBezTo>
                  <a:pt x="1648301" y="4177311"/>
                  <a:pt x="1534715" y="4185678"/>
                  <a:pt x="1495425" y="4190666"/>
                </a:cubicBezTo>
                <a:cubicBezTo>
                  <a:pt x="1410307" y="4201472"/>
                  <a:pt x="1066653" y="4221468"/>
                  <a:pt x="919162" y="4224197"/>
                </a:cubicBezTo>
                <a:cubicBezTo>
                  <a:pt x="861536" y="4225263"/>
                  <a:pt x="728662" y="4228957"/>
                  <a:pt x="623887" y="4232406"/>
                </a:cubicBezTo>
                <a:cubicBezTo>
                  <a:pt x="509815" y="4236161"/>
                  <a:pt x="425744" y="4235063"/>
                  <a:pt x="414337" y="4229670"/>
                </a:cubicBezTo>
                <a:close/>
                <a:moveTo>
                  <a:pt x="5969296" y="3384846"/>
                </a:moveTo>
                <a:cubicBezTo>
                  <a:pt x="5953419" y="3368969"/>
                  <a:pt x="5966233" y="3351076"/>
                  <a:pt x="6019277" y="3315054"/>
                </a:cubicBezTo>
                <a:cubicBezTo>
                  <a:pt x="6050422" y="3293904"/>
                  <a:pt x="6078582" y="3276600"/>
                  <a:pt x="6081854" y="3276600"/>
                </a:cubicBezTo>
                <a:cubicBezTo>
                  <a:pt x="6085127" y="3276600"/>
                  <a:pt x="6106494" y="3263741"/>
                  <a:pt x="6129337" y="3248025"/>
                </a:cubicBezTo>
                <a:cubicBezTo>
                  <a:pt x="6152180" y="3232308"/>
                  <a:pt x="6174046" y="3219450"/>
                  <a:pt x="6177928" y="3219450"/>
                </a:cubicBezTo>
                <a:cubicBezTo>
                  <a:pt x="6181811" y="3219450"/>
                  <a:pt x="6191754" y="3213534"/>
                  <a:pt x="6200024" y="3206305"/>
                </a:cubicBezTo>
                <a:cubicBezTo>
                  <a:pt x="6208295" y="3199075"/>
                  <a:pt x="6245066" y="3176985"/>
                  <a:pt x="6281737" y="3157215"/>
                </a:cubicBezTo>
                <a:cubicBezTo>
                  <a:pt x="6318408" y="3137445"/>
                  <a:pt x="6359128" y="3114428"/>
                  <a:pt x="6372225" y="3106066"/>
                </a:cubicBezTo>
                <a:cubicBezTo>
                  <a:pt x="6427006" y="3071089"/>
                  <a:pt x="6750521" y="2919283"/>
                  <a:pt x="6850750" y="2881522"/>
                </a:cubicBezTo>
                <a:cubicBezTo>
                  <a:pt x="6886184" y="2868173"/>
                  <a:pt x="6898836" y="2866963"/>
                  <a:pt x="6909597" y="2875894"/>
                </a:cubicBezTo>
                <a:cubicBezTo>
                  <a:pt x="6920310" y="2884785"/>
                  <a:pt x="6929180" y="2884264"/>
                  <a:pt x="6950184" y="2873512"/>
                </a:cubicBezTo>
                <a:cubicBezTo>
                  <a:pt x="7001451" y="2847267"/>
                  <a:pt x="7055422" y="2843819"/>
                  <a:pt x="7062567" y="2866333"/>
                </a:cubicBezTo>
                <a:cubicBezTo>
                  <a:pt x="7066014" y="2877191"/>
                  <a:pt x="7074286" y="2886075"/>
                  <a:pt x="7080950" y="2886075"/>
                </a:cubicBezTo>
                <a:cubicBezTo>
                  <a:pt x="7101916" y="2886075"/>
                  <a:pt x="7119234" y="2935749"/>
                  <a:pt x="7102527" y="2947966"/>
                </a:cubicBezTo>
                <a:cubicBezTo>
                  <a:pt x="7093811" y="2954339"/>
                  <a:pt x="7090255" y="2967576"/>
                  <a:pt x="7093166" y="2982805"/>
                </a:cubicBezTo>
                <a:cubicBezTo>
                  <a:pt x="7099030" y="3013479"/>
                  <a:pt x="7055688" y="3048000"/>
                  <a:pt x="7011310" y="3048000"/>
                </a:cubicBezTo>
                <a:cubicBezTo>
                  <a:pt x="6991830" y="3048000"/>
                  <a:pt x="6981825" y="3052711"/>
                  <a:pt x="6981825" y="3061885"/>
                </a:cubicBezTo>
                <a:cubicBezTo>
                  <a:pt x="6981825" y="3075664"/>
                  <a:pt x="6909074" y="3124200"/>
                  <a:pt x="6888421" y="3124200"/>
                </a:cubicBezTo>
                <a:cubicBezTo>
                  <a:pt x="6879519" y="3124200"/>
                  <a:pt x="6815380" y="3149675"/>
                  <a:pt x="6672262" y="3210057"/>
                </a:cubicBezTo>
                <a:cubicBezTo>
                  <a:pt x="6630022" y="3227878"/>
                  <a:pt x="6508281" y="3269610"/>
                  <a:pt x="6477000" y="3276991"/>
                </a:cubicBezTo>
                <a:cubicBezTo>
                  <a:pt x="6458664" y="3281318"/>
                  <a:pt x="6428660" y="3289085"/>
                  <a:pt x="6410325" y="3294252"/>
                </a:cubicBezTo>
                <a:cubicBezTo>
                  <a:pt x="6308440" y="3322963"/>
                  <a:pt x="6248134" y="3339008"/>
                  <a:pt x="6153150" y="3362679"/>
                </a:cubicBezTo>
                <a:cubicBezTo>
                  <a:pt x="6134814" y="3367249"/>
                  <a:pt x="6092734" y="3373570"/>
                  <a:pt x="6059638" y="3376727"/>
                </a:cubicBezTo>
                <a:cubicBezTo>
                  <a:pt x="6026542" y="3379883"/>
                  <a:pt x="5994171" y="3384497"/>
                  <a:pt x="5987703" y="3386979"/>
                </a:cubicBezTo>
                <a:cubicBezTo>
                  <a:pt x="5981234" y="3389461"/>
                  <a:pt x="5972951" y="3388501"/>
                  <a:pt x="5969296" y="3384846"/>
                </a:cubicBezTo>
                <a:close/>
                <a:moveTo>
                  <a:pt x="2595562" y="3362419"/>
                </a:moveTo>
                <a:cubicBezTo>
                  <a:pt x="2585085" y="3357865"/>
                  <a:pt x="2563958" y="3353837"/>
                  <a:pt x="2548613" y="3353469"/>
                </a:cubicBezTo>
                <a:cubicBezTo>
                  <a:pt x="2533269" y="3353101"/>
                  <a:pt x="2507551" y="3348842"/>
                  <a:pt x="2491463" y="3344005"/>
                </a:cubicBezTo>
                <a:cubicBezTo>
                  <a:pt x="2475375" y="3339168"/>
                  <a:pt x="2438638" y="3330240"/>
                  <a:pt x="2409825" y="3324164"/>
                </a:cubicBezTo>
                <a:cubicBezTo>
                  <a:pt x="2381011" y="3318089"/>
                  <a:pt x="2324413" y="3302225"/>
                  <a:pt x="2284049" y="3288912"/>
                </a:cubicBezTo>
                <a:cubicBezTo>
                  <a:pt x="2243686" y="3275598"/>
                  <a:pt x="2204805" y="3266953"/>
                  <a:pt x="2197648" y="3269699"/>
                </a:cubicBezTo>
                <a:cubicBezTo>
                  <a:pt x="2190490" y="3272446"/>
                  <a:pt x="2161364" y="3268270"/>
                  <a:pt x="2132923" y="3260419"/>
                </a:cubicBezTo>
                <a:cubicBezTo>
                  <a:pt x="2104482" y="3252568"/>
                  <a:pt x="2070496" y="3244101"/>
                  <a:pt x="2057400" y="3241604"/>
                </a:cubicBezTo>
                <a:cubicBezTo>
                  <a:pt x="2044303" y="3239108"/>
                  <a:pt x="2025015" y="3233281"/>
                  <a:pt x="2014537" y="3228657"/>
                </a:cubicBezTo>
                <a:cubicBezTo>
                  <a:pt x="2004060" y="3224032"/>
                  <a:pt x="1963017" y="3209635"/>
                  <a:pt x="1923330" y="3196662"/>
                </a:cubicBezTo>
                <a:cubicBezTo>
                  <a:pt x="1843186" y="3170464"/>
                  <a:pt x="1740463" y="3131570"/>
                  <a:pt x="1678885" y="3104107"/>
                </a:cubicBezTo>
                <a:cubicBezTo>
                  <a:pt x="1656677" y="3094203"/>
                  <a:pt x="1634699" y="3086100"/>
                  <a:pt x="1630045" y="3086100"/>
                </a:cubicBezTo>
                <a:cubicBezTo>
                  <a:pt x="1625390" y="3086100"/>
                  <a:pt x="1616205" y="3079620"/>
                  <a:pt x="1609632" y="3071701"/>
                </a:cubicBezTo>
                <a:cubicBezTo>
                  <a:pt x="1603060" y="3063782"/>
                  <a:pt x="1580033" y="3049402"/>
                  <a:pt x="1558460" y="3039746"/>
                </a:cubicBezTo>
                <a:cubicBezTo>
                  <a:pt x="1505228" y="3015920"/>
                  <a:pt x="1489457" y="2994732"/>
                  <a:pt x="1482203" y="2937295"/>
                </a:cubicBezTo>
                <a:cubicBezTo>
                  <a:pt x="1475089" y="2880973"/>
                  <a:pt x="1481407" y="2857500"/>
                  <a:pt x="1503677" y="2857500"/>
                </a:cubicBezTo>
                <a:cubicBezTo>
                  <a:pt x="1512334" y="2857500"/>
                  <a:pt x="1524771" y="2848927"/>
                  <a:pt x="1531314" y="2838450"/>
                </a:cubicBezTo>
                <a:cubicBezTo>
                  <a:pt x="1539349" y="2825583"/>
                  <a:pt x="1553527" y="2819400"/>
                  <a:pt x="1574991" y="2819400"/>
                </a:cubicBezTo>
                <a:cubicBezTo>
                  <a:pt x="1594675" y="2819400"/>
                  <a:pt x="1613334" y="2826651"/>
                  <a:pt x="1624012" y="2838450"/>
                </a:cubicBezTo>
                <a:cubicBezTo>
                  <a:pt x="1633494" y="2848927"/>
                  <a:pt x="1648303" y="2857500"/>
                  <a:pt x="1656921" y="2857500"/>
                </a:cubicBezTo>
                <a:cubicBezTo>
                  <a:pt x="1665539" y="2857500"/>
                  <a:pt x="1677551" y="2862461"/>
                  <a:pt x="1683616" y="2868526"/>
                </a:cubicBezTo>
                <a:cubicBezTo>
                  <a:pt x="1691968" y="2876878"/>
                  <a:pt x="1698358" y="2876468"/>
                  <a:pt x="1709960" y="2866839"/>
                </a:cubicBezTo>
                <a:cubicBezTo>
                  <a:pt x="1728778" y="2851222"/>
                  <a:pt x="1791428" y="2870700"/>
                  <a:pt x="1897727" y="2925217"/>
                </a:cubicBezTo>
                <a:cubicBezTo>
                  <a:pt x="1906823" y="2929882"/>
                  <a:pt x="1918880" y="2933700"/>
                  <a:pt x="1924520" y="2933700"/>
                </a:cubicBezTo>
                <a:cubicBezTo>
                  <a:pt x="1930160" y="2933700"/>
                  <a:pt x="1963437" y="2946977"/>
                  <a:pt x="1998468" y="2963205"/>
                </a:cubicBezTo>
                <a:cubicBezTo>
                  <a:pt x="2033500" y="2979434"/>
                  <a:pt x="2070735" y="2996166"/>
                  <a:pt x="2081212" y="3000389"/>
                </a:cubicBezTo>
                <a:cubicBezTo>
                  <a:pt x="2200979" y="3048657"/>
                  <a:pt x="2594627" y="3264502"/>
                  <a:pt x="2662640" y="3319197"/>
                </a:cubicBezTo>
                <a:cubicBezTo>
                  <a:pt x="2704021" y="3352475"/>
                  <a:pt x="2651115" y="3386565"/>
                  <a:pt x="2595562" y="3362419"/>
                </a:cubicBezTo>
                <a:close/>
                <a:moveTo>
                  <a:pt x="5416550" y="3022600"/>
                </a:moveTo>
                <a:cubicBezTo>
                  <a:pt x="5396011" y="3002061"/>
                  <a:pt x="5447613" y="2911092"/>
                  <a:pt x="5528400" y="2825418"/>
                </a:cubicBezTo>
                <a:cubicBezTo>
                  <a:pt x="5552449" y="2799916"/>
                  <a:pt x="5572125" y="2775576"/>
                  <a:pt x="5572125" y="2771330"/>
                </a:cubicBezTo>
                <a:cubicBezTo>
                  <a:pt x="5572125" y="2767084"/>
                  <a:pt x="5577544" y="2757946"/>
                  <a:pt x="5584168" y="2751024"/>
                </a:cubicBezTo>
                <a:cubicBezTo>
                  <a:pt x="5590792" y="2744101"/>
                  <a:pt x="5611040" y="2719149"/>
                  <a:pt x="5629165" y="2695575"/>
                </a:cubicBezTo>
                <a:cubicBezTo>
                  <a:pt x="5647290" y="2672000"/>
                  <a:pt x="5664374" y="2650569"/>
                  <a:pt x="5667128" y="2647950"/>
                </a:cubicBezTo>
                <a:cubicBezTo>
                  <a:pt x="5669883" y="2645330"/>
                  <a:pt x="5695579" y="2615326"/>
                  <a:pt x="5724231" y="2581275"/>
                </a:cubicBezTo>
                <a:cubicBezTo>
                  <a:pt x="5752882" y="2547223"/>
                  <a:pt x="5793601" y="2501687"/>
                  <a:pt x="5814718" y="2480084"/>
                </a:cubicBezTo>
                <a:cubicBezTo>
                  <a:pt x="5835835" y="2458481"/>
                  <a:pt x="5878830" y="2410640"/>
                  <a:pt x="5910262" y="2373770"/>
                </a:cubicBezTo>
                <a:cubicBezTo>
                  <a:pt x="5999733" y="2268822"/>
                  <a:pt x="6964157" y="1311171"/>
                  <a:pt x="6996112" y="1295546"/>
                </a:cubicBezTo>
                <a:cubicBezTo>
                  <a:pt x="7011828" y="1287861"/>
                  <a:pt x="7054691" y="1259684"/>
                  <a:pt x="7091362" y="1232930"/>
                </a:cubicBezTo>
                <a:cubicBezTo>
                  <a:pt x="7197085" y="1155800"/>
                  <a:pt x="7203178" y="1152525"/>
                  <a:pt x="7240937" y="1152525"/>
                </a:cubicBezTo>
                <a:cubicBezTo>
                  <a:pt x="7270561" y="1152525"/>
                  <a:pt x="7277705" y="1156382"/>
                  <a:pt x="7282350" y="1174888"/>
                </a:cubicBezTo>
                <a:cubicBezTo>
                  <a:pt x="7286659" y="1192057"/>
                  <a:pt x="7293045" y="1196281"/>
                  <a:pt x="7309839" y="1193070"/>
                </a:cubicBezTo>
                <a:cubicBezTo>
                  <a:pt x="7341363" y="1187044"/>
                  <a:pt x="7376160" y="1237317"/>
                  <a:pt x="7367561" y="1276466"/>
                </a:cubicBezTo>
                <a:cubicBezTo>
                  <a:pt x="7362773" y="1298269"/>
                  <a:pt x="7364679" y="1304924"/>
                  <a:pt x="7375713" y="1304925"/>
                </a:cubicBezTo>
                <a:cubicBezTo>
                  <a:pt x="7395423" y="1304925"/>
                  <a:pt x="7403424" y="1335210"/>
                  <a:pt x="7391795" y="1365796"/>
                </a:cubicBezTo>
                <a:cubicBezTo>
                  <a:pt x="7378539" y="1400664"/>
                  <a:pt x="7146079" y="1631705"/>
                  <a:pt x="6934838" y="1819964"/>
                </a:cubicBezTo>
                <a:cubicBezTo>
                  <a:pt x="6838272" y="1906024"/>
                  <a:pt x="6724686" y="2009019"/>
                  <a:pt x="6682425" y="2048841"/>
                </a:cubicBezTo>
                <a:cubicBezTo>
                  <a:pt x="6541207" y="2181911"/>
                  <a:pt x="6322539" y="2372465"/>
                  <a:pt x="6300974" y="2381250"/>
                </a:cubicBezTo>
                <a:cubicBezTo>
                  <a:pt x="6294544" y="2383869"/>
                  <a:pt x="6259724" y="2412636"/>
                  <a:pt x="6223597" y="2445177"/>
                </a:cubicBezTo>
                <a:cubicBezTo>
                  <a:pt x="6143892" y="2516971"/>
                  <a:pt x="6122682" y="2535277"/>
                  <a:pt x="6067437" y="2579957"/>
                </a:cubicBezTo>
                <a:cubicBezTo>
                  <a:pt x="6043870" y="2599017"/>
                  <a:pt x="6018853" y="2620035"/>
                  <a:pt x="6011844" y="2626662"/>
                </a:cubicBezTo>
                <a:cubicBezTo>
                  <a:pt x="6004835" y="2633290"/>
                  <a:pt x="5983398" y="2650411"/>
                  <a:pt x="5964206" y="2664708"/>
                </a:cubicBezTo>
                <a:cubicBezTo>
                  <a:pt x="5945014" y="2679006"/>
                  <a:pt x="5927169" y="2692964"/>
                  <a:pt x="5924550" y="2695727"/>
                </a:cubicBezTo>
                <a:cubicBezTo>
                  <a:pt x="5892208" y="2729836"/>
                  <a:pt x="5559612" y="2960754"/>
                  <a:pt x="5471726" y="3010116"/>
                </a:cubicBezTo>
                <a:cubicBezTo>
                  <a:pt x="5435626" y="3030393"/>
                  <a:pt x="5426424" y="3032474"/>
                  <a:pt x="5416550" y="3022600"/>
                </a:cubicBezTo>
                <a:close/>
                <a:moveTo>
                  <a:pt x="3152775" y="3001421"/>
                </a:moveTo>
                <a:cubicBezTo>
                  <a:pt x="3144916" y="2997235"/>
                  <a:pt x="3128256" y="2988455"/>
                  <a:pt x="3115751" y="2981909"/>
                </a:cubicBezTo>
                <a:cubicBezTo>
                  <a:pt x="3067057" y="2956421"/>
                  <a:pt x="3023105" y="2930701"/>
                  <a:pt x="2998904" y="2913534"/>
                </a:cubicBezTo>
                <a:cubicBezTo>
                  <a:pt x="2984999" y="2903670"/>
                  <a:pt x="2970884" y="2895600"/>
                  <a:pt x="2967539" y="2895600"/>
                </a:cubicBezTo>
                <a:cubicBezTo>
                  <a:pt x="2964194" y="2895600"/>
                  <a:pt x="2938749" y="2878455"/>
                  <a:pt x="2910994" y="2857500"/>
                </a:cubicBezTo>
                <a:cubicBezTo>
                  <a:pt x="2883239" y="2836545"/>
                  <a:pt x="2856634" y="2819381"/>
                  <a:pt x="2851871" y="2819359"/>
                </a:cubicBezTo>
                <a:cubicBezTo>
                  <a:pt x="2847109" y="2819336"/>
                  <a:pt x="2821781" y="2803024"/>
                  <a:pt x="2795587" y="2783110"/>
                </a:cubicBezTo>
                <a:cubicBezTo>
                  <a:pt x="2769393" y="2763197"/>
                  <a:pt x="2726531" y="2730622"/>
                  <a:pt x="2700337" y="2710724"/>
                </a:cubicBezTo>
                <a:cubicBezTo>
                  <a:pt x="2674143" y="2690825"/>
                  <a:pt x="2637710" y="2660937"/>
                  <a:pt x="2619375" y="2644306"/>
                </a:cubicBezTo>
                <a:cubicBezTo>
                  <a:pt x="2601039" y="2627675"/>
                  <a:pt x="2571035" y="2603681"/>
                  <a:pt x="2552700" y="2590986"/>
                </a:cubicBezTo>
                <a:cubicBezTo>
                  <a:pt x="2534364" y="2578291"/>
                  <a:pt x="2517219" y="2565555"/>
                  <a:pt x="2514600" y="2562683"/>
                </a:cubicBezTo>
                <a:cubicBezTo>
                  <a:pt x="2511980" y="2559812"/>
                  <a:pt x="2490549" y="2542519"/>
                  <a:pt x="2466975" y="2524255"/>
                </a:cubicBezTo>
                <a:cubicBezTo>
                  <a:pt x="2443400" y="2505992"/>
                  <a:pt x="2415782" y="2484561"/>
                  <a:pt x="2405601" y="2476630"/>
                </a:cubicBezTo>
                <a:cubicBezTo>
                  <a:pt x="2395420" y="2468700"/>
                  <a:pt x="2362886" y="2439709"/>
                  <a:pt x="2333302" y="2412206"/>
                </a:cubicBezTo>
                <a:cubicBezTo>
                  <a:pt x="2303719" y="2384702"/>
                  <a:pt x="2272062" y="2362200"/>
                  <a:pt x="2262954" y="2362200"/>
                </a:cubicBezTo>
                <a:cubicBezTo>
                  <a:pt x="2246536" y="2362200"/>
                  <a:pt x="2150085" y="2283160"/>
                  <a:pt x="2046393" y="2184733"/>
                </a:cubicBezTo>
                <a:cubicBezTo>
                  <a:pt x="2016766" y="2156610"/>
                  <a:pt x="1984355" y="2133600"/>
                  <a:pt x="1974371" y="2133600"/>
                </a:cubicBezTo>
                <a:cubicBezTo>
                  <a:pt x="1964386" y="2133600"/>
                  <a:pt x="1947907" y="2126072"/>
                  <a:pt x="1937752" y="2116872"/>
                </a:cubicBezTo>
                <a:cubicBezTo>
                  <a:pt x="1927596" y="2107673"/>
                  <a:pt x="1878568" y="2066249"/>
                  <a:pt x="1828800" y="2024820"/>
                </a:cubicBezTo>
                <a:cubicBezTo>
                  <a:pt x="1717215" y="1931933"/>
                  <a:pt x="1625171" y="1851500"/>
                  <a:pt x="1543514" y="1775523"/>
                </a:cubicBezTo>
                <a:cubicBezTo>
                  <a:pt x="1509207" y="1743602"/>
                  <a:pt x="1466364" y="1705026"/>
                  <a:pt x="1448308" y="1689798"/>
                </a:cubicBezTo>
                <a:cubicBezTo>
                  <a:pt x="1359426" y="1614838"/>
                  <a:pt x="1321256" y="1562540"/>
                  <a:pt x="1354931" y="1561859"/>
                </a:cubicBezTo>
                <a:cubicBezTo>
                  <a:pt x="1361479" y="1561726"/>
                  <a:pt x="1330404" y="1526278"/>
                  <a:pt x="1285875" y="1483085"/>
                </a:cubicBezTo>
                <a:cubicBezTo>
                  <a:pt x="1173704" y="1374281"/>
                  <a:pt x="1133475" y="1327165"/>
                  <a:pt x="1133474" y="1304598"/>
                </a:cubicBezTo>
                <a:cubicBezTo>
                  <a:pt x="1133474" y="1277352"/>
                  <a:pt x="1159050" y="1270791"/>
                  <a:pt x="1183113" y="1291863"/>
                </a:cubicBezTo>
                <a:cubicBezTo>
                  <a:pt x="1196960" y="1303989"/>
                  <a:pt x="1193479" y="1294966"/>
                  <a:pt x="1172222" y="1263639"/>
                </a:cubicBezTo>
                <a:lnTo>
                  <a:pt x="1140977" y="1217590"/>
                </a:lnTo>
                <a:lnTo>
                  <a:pt x="1167583" y="1189820"/>
                </a:lnTo>
                <a:cubicBezTo>
                  <a:pt x="1198823" y="1157212"/>
                  <a:pt x="1206500" y="1156264"/>
                  <a:pt x="1238250" y="1181100"/>
                </a:cubicBezTo>
                <a:cubicBezTo>
                  <a:pt x="1266451" y="1203159"/>
                  <a:pt x="1283604" y="1206080"/>
                  <a:pt x="1266925" y="1185983"/>
                </a:cubicBezTo>
                <a:cubicBezTo>
                  <a:pt x="1230930" y="1142611"/>
                  <a:pt x="1293006" y="1129402"/>
                  <a:pt x="1345826" y="1169193"/>
                </a:cubicBezTo>
                <a:cubicBezTo>
                  <a:pt x="1382442" y="1196777"/>
                  <a:pt x="1466850" y="1291388"/>
                  <a:pt x="1466850" y="1304846"/>
                </a:cubicBezTo>
                <a:cubicBezTo>
                  <a:pt x="1466850" y="1318377"/>
                  <a:pt x="1609783" y="1441391"/>
                  <a:pt x="1617056" y="1434118"/>
                </a:cubicBezTo>
                <a:cubicBezTo>
                  <a:pt x="1620844" y="1430330"/>
                  <a:pt x="1594766" y="1399724"/>
                  <a:pt x="1559105" y="1366105"/>
                </a:cubicBezTo>
                <a:cubicBezTo>
                  <a:pt x="1497713" y="1308229"/>
                  <a:pt x="1484444" y="1282066"/>
                  <a:pt x="1521628" y="1292206"/>
                </a:cubicBezTo>
                <a:cubicBezTo>
                  <a:pt x="1542562" y="1297915"/>
                  <a:pt x="1636376" y="1378142"/>
                  <a:pt x="1814950" y="1543050"/>
                </a:cubicBezTo>
                <a:cubicBezTo>
                  <a:pt x="1891534" y="1613773"/>
                  <a:pt x="1991921" y="1705927"/>
                  <a:pt x="2038031" y="1747837"/>
                </a:cubicBezTo>
                <a:cubicBezTo>
                  <a:pt x="2165081" y="1863315"/>
                  <a:pt x="2543255" y="2220426"/>
                  <a:pt x="2571063" y="2251182"/>
                </a:cubicBezTo>
                <a:cubicBezTo>
                  <a:pt x="2584538" y="2266084"/>
                  <a:pt x="2653426" y="2336964"/>
                  <a:pt x="2724150" y="2408693"/>
                </a:cubicBezTo>
                <a:cubicBezTo>
                  <a:pt x="2964109" y="2652066"/>
                  <a:pt x="3206366" y="2948071"/>
                  <a:pt x="3198598" y="2988406"/>
                </a:cubicBezTo>
                <a:cubicBezTo>
                  <a:pt x="3195025" y="3006960"/>
                  <a:pt x="3174252" y="3012860"/>
                  <a:pt x="3152775" y="3001421"/>
                </a:cubicBezTo>
                <a:close/>
                <a:moveTo>
                  <a:pt x="4291648" y="2663880"/>
                </a:moveTo>
                <a:cubicBezTo>
                  <a:pt x="4259186" y="2640143"/>
                  <a:pt x="4202617" y="2289905"/>
                  <a:pt x="4186769" y="2014537"/>
                </a:cubicBezTo>
                <a:cubicBezTo>
                  <a:pt x="4183453" y="1956911"/>
                  <a:pt x="4176689" y="1856184"/>
                  <a:pt x="4171738" y="1790700"/>
                </a:cubicBezTo>
                <a:cubicBezTo>
                  <a:pt x="4166787" y="1725215"/>
                  <a:pt x="4160485" y="1607343"/>
                  <a:pt x="4157733" y="1528762"/>
                </a:cubicBezTo>
                <a:cubicBezTo>
                  <a:pt x="4154981" y="1450181"/>
                  <a:pt x="4149854" y="1325880"/>
                  <a:pt x="4146341" y="1252537"/>
                </a:cubicBezTo>
                <a:cubicBezTo>
                  <a:pt x="4133951" y="993930"/>
                  <a:pt x="4137577" y="278786"/>
                  <a:pt x="4151788" y="178264"/>
                </a:cubicBezTo>
                <a:cubicBezTo>
                  <a:pt x="4167011" y="70578"/>
                  <a:pt x="4187521" y="33393"/>
                  <a:pt x="4227479" y="41031"/>
                </a:cubicBezTo>
                <a:cubicBezTo>
                  <a:pt x="4245190" y="44417"/>
                  <a:pt x="4256547" y="39518"/>
                  <a:pt x="4269672" y="22832"/>
                </a:cubicBezTo>
                <a:cubicBezTo>
                  <a:pt x="4306417" y="-23881"/>
                  <a:pt x="4391025" y="8610"/>
                  <a:pt x="4391025" y="69435"/>
                </a:cubicBezTo>
                <a:cubicBezTo>
                  <a:pt x="4391025" y="87736"/>
                  <a:pt x="4391910" y="87876"/>
                  <a:pt x="4409122" y="72299"/>
                </a:cubicBezTo>
                <a:cubicBezTo>
                  <a:pt x="4426440" y="56627"/>
                  <a:pt x="4428340" y="57392"/>
                  <a:pt x="4453271" y="90078"/>
                </a:cubicBezTo>
                <a:cubicBezTo>
                  <a:pt x="4478319" y="122917"/>
                  <a:pt x="4479146" y="127637"/>
                  <a:pt x="4474711" y="212414"/>
                </a:cubicBezTo>
                <a:cubicBezTo>
                  <a:pt x="4471209" y="279373"/>
                  <a:pt x="4473229" y="303516"/>
                  <a:pt x="4483104" y="312741"/>
                </a:cubicBezTo>
                <a:cubicBezTo>
                  <a:pt x="4498492" y="327115"/>
                  <a:pt x="4501301" y="890662"/>
                  <a:pt x="4486165" y="926825"/>
                </a:cubicBezTo>
                <a:cubicBezTo>
                  <a:pt x="4481352" y="938327"/>
                  <a:pt x="4473180" y="1197492"/>
                  <a:pt x="4468007" y="1502749"/>
                </a:cubicBezTo>
                <a:cubicBezTo>
                  <a:pt x="4462834" y="1808005"/>
                  <a:pt x="4455183" y="2063037"/>
                  <a:pt x="4451006" y="2069486"/>
                </a:cubicBezTo>
                <a:cubicBezTo>
                  <a:pt x="4446829" y="2075935"/>
                  <a:pt x="4440312" y="2124075"/>
                  <a:pt x="4436522" y="2176462"/>
                </a:cubicBezTo>
                <a:cubicBezTo>
                  <a:pt x="4425179" y="2333277"/>
                  <a:pt x="4419201" y="2385012"/>
                  <a:pt x="4410108" y="2405062"/>
                </a:cubicBezTo>
                <a:cubicBezTo>
                  <a:pt x="4405356" y="2415540"/>
                  <a:pt x="4399347" y="2445543"/>
                  <a:pt x="4396754" y="2471737"/>
                </a:cubicBezTo>
                <a:cubicBezTo>
                  <a:pt x="4389403" y="2545999"/>
                  <a:pt x="4380168" y="2590498"/>
                  <a:pt x="4370922" y="2596212"/>
                </a:cubicBezTo>
                <a:cubicBezTo>
                  <a:pt x="4366262" y="2599092"/>
                  <a:pt x="4362450" y="2613904"/>
                  <a:pt x="4362450" y="2629127"/>
                </a:cubicBezTo>
                <a:cubicBezTo>
                  <a:pt x="4362450" y="2669692"/>
                  <a:pt x="4324843" y="2688152"/>
                  <a:pt x="4291648" y="2663880"/>
                </a:cubicBezTo>
                <a:close/>
                <a:moveTo>
                  <a:pt x="5107626" y="2404616"/>
                </a:moveTo>
                <a:cubicBezTo>
                  <a:pt x="5102741" y="2395886"/>
                  <a:pt x="5104234" y="2367749"/>
                  <a:pt x="5111290" y="2335560"/>
                </a:cubicBezTo>
                <a:cubicBezTo>
                  <a:pt x="5117840" y="2305682"/>
                  <a:pt x="5128140" y="2250255"/>
                  <a:pt x="5134177" y="2212389"/>
                </a:cubicBezTo>
                <a:cubicBezTo>
                  <a:pt x="5140215" y="2174522"/>
                  <a:pt x="5164409" y="2088797"/>
                  <a:pt x="5187940" y="2021889"/>
                </a:cubicBezTo>
                <a:cubicBezTo>
                  <a:pt x="5211472" y="1954980"/>
                  <a:pt x="5234124" y="1880949"/>
                  <a:pt x="5238278" y="1857375"/>
                </a:cubicBezTo>
                <a:cubicBezTo>
                  <a:pt x="5261161" y="1727507"/>
                  <a:pt x="5448875" y="1284307"/>
                  <a:pt x="5513551" y="1207444"/>
                </a:cubicBezTo>
                <a:cubicBezTo>
                  <a:pt x="5532486" y="1184941"/>
                  <a:pt x="5541405" y="1181207"/>
                  <a:pt x="5564242" y="1186223"/>
                </a:cubicBezTo>
                <a:cubicBezTo>
                  <a:pt x="5580359" y="1189763"/>
                  <a:pt x="5597563" y="1187655"/>
                  <a:pt x="5605358" y="1181186"/>
                </a:cubicBezTo>
                <a:cubicBezTo>
                  <a:pt x="5624551" y="1165257"/>
                  <a:pt x="5671222" y="1189147"/>
                  <a:pt x="5675183" y="1216928"/>
                </a:cubicBezTo>
                <a:cubicBezTo>
                  <a:pt x="5676859" y="1228678"/>
                  <a:pt x="5686503" y="1242719"/>
                  <a:pt x="5696615" y="1248131"/>
                </a:cubicBezTo>
                <a:cubicBezTo>
                  <a:pt x="5721701" y="1261556"/>
                  <a:pt x="5720468" y="1308592"/>
                  <a:pt x="5694057" y="1345683"/>
                </a:cubicBezTo>
                <a:cubicBezTo>
                  <a:pt x="5682538" y="1361859"/>
                  <a:pt x="5673989" y="1386586"/>
                  <a:pt x="5675060" y="1400632"/>
                </a:cubicBezTo>
                <a:cubicBezTo>
                  <a:pt x="5677228" y="1429086"/>
                  <a:pt x="5665258" y="1461085"/>
                  <a:pt x="5591504" y="1624012"/>
                </a:cubicBezTo>
                <a:cubicBezTo>
                  <a:pt x="5577275" y="1655445"/>
                  <a:pt x="5559782" y="1696164"/>
                  <a:pt x="5552631" y="1714500"/>
                </a:cubicBezTo>
                <a:cubicBezTo>
                  <a:pt x="5545481" y="1732835"/>
                  <a:pt x="5528240" y="1769268"/>
                  <a:pt x="5514318" y="1795462"/>
                </a:cubicBezTo>
                <a:cubicBezTo>
                  <a:pt x="5439477" y="1936278"/>
                  <a:pt x="5416014" y="1977911"/>
                  <a:pt x="5396565" y="2004406"/>
                </a:cubicBezTo>
                <a:cubicBezTo>
                  <a:pt x="5384784" y="2020455"/>
                  <a:pt x="5369424" y="2048589"/>
                  <a:pt x="5362434" y="2066925"/>
                </a:cubicBezTo>
                <a:cubicBezTo>
                  <a:pt x="5355443" y="2085260"/>
                  <a:pt x="5341899" y="2111639"/>
                  <a:pt x="5332336" y="2125545"/>
                </a:cubicBezTo>
                <a:cubicBezTo>
                  <a:pt x="5322774" y="2139450"/>
                  <a:pt x="5314950" y="2153545"/>
                  <a:pt x="5314950" y="2156867"/>
                </a:cubicBezTo>
                <a:cubicBezTo>
                  <a:pt x="5314950" y="2163256"/>
                  <a:pt x="5201466" y="2335020"/>
                  <a:pt x="5191873" y="2343150"/>
                </a:cubicBezTo>
                <a:cubicBezTo>
                  <a:pt x="5188782" y="2345769"/>
                  <a:pt x="5174273" y="2363985"/>
                  <a:pt x="5159629" y="2383631"/>
                </a:cubicBezTo>
                <a:cubicBezTo>
                  <a:pt x="5130474" y="2422745"/>
                  <a:pt x="5120111" y="2426927"/>
                  <a:pt x="5107626" y="2404616"/>
                </a:cubicBezTo>
                <a:close/>
                <a:moveTo>
                  <a:pt x="3558678" y="2350293"/>
                </a:moveTo>
                <a:cubicBezTo>
                  <a:pt x="3539924" y="2322790"/>
                  <a:pt x="3505281" y="2275348"/>
                  <a:pt x="3481693" y="2244868"/>
                </a:cubicBezTo>
                <a:cubicBezTo>
                  <a:pt x="3458106" y="2214388"/>
                  <a:pt x="3408333" y="2127778"/>
                  <a:pt x="3371087" y="2052403"/>
                </a:cubicBezTo>
                <a:cubicBezTo>
                  <a:pt x="3333841" y="1977028"/>
                  <a:pt x="3296618" y="1909812"/>
                  <a:pt x="3288368" y="1903035"/>
                </a:cubicBezTo>
                <a:cubicBezTo>
                  <a:pt x="3275457" y="1892428"/>
                  <a:pt x="3218392" y="1779134"/>
                  <a:pt x="3138231" y="1604962"/>
                </a:cubicBezTo>
                <a:cubicBezTo>
                  <a:pt x="3126176" y="1578768"/>
                  <a:pt x="3105228" y="1534032"/>
                  <a:pt x="3091681" y="1505548"/>
                </a:cubicBezTo>
                <a:cubicBezTo>
                  <a:pt x="3078134" y="1477064"/>
                  <a:pt x="3067050" y="1442560"/>
                  <a:pt x="3067050" y="1428872"/>
                </a:cubicBezTo>
                <a:cubicBezTo>
                  <a:pt x="3067050" y="1415184"/>
                  <a:pt x="3063316" y="1399913"/>
                  <a:pt x="3058752" y="1394936"/>
                </a:cubicBezTo>
                <a:cubicBezTo>
                  <a:pt x="3049039" y="1384343"/>
                  <a:pt x="3038726" y="1296103"/>
                  <a:pt x="3045170" y="1278731"/>
                </a:cubicBezTo>
                <a:cubicBezTo>
                  <a:pt x="3047599" y="1272182"/>
                  <a:pt x="3057344" y="1266825"/>
                  <a:pt x="3066824" y="1266825"/>
                </a:cubicBezTo>
                <a:cubicBezTo>
                  <a:pt x="3076305" y="1266825"/>
                  <a:pt x="3086433" y="1260645"/>
                  <a:pt x="3089331" y="1253092"/>
                </a:cubicBezTo>
                <a:cubicBezTo>
                  <a:pt x="3092229" y="1245539"/>
                  <a:pt x="3105547" y="1232187"/>
                  <a:pt x="3118925" y="1223422"/>
                </a:cubicBezTo>
                <a:cubicBezTo>
                  <a:pt x="3141836" y="1208410"/>
                  <a:pt x="3144772" y="1208513"/>
                  <a:pt x="3169443" y="1225188"/>
                </a:cubicBezTo>
                <a:cubicBezTo>
                  <a:pt x="3183850" y="1234926"/>
                  <a:pt x="3206134" y="1242920"/>
                  <a:pt x="3218964" y="1242952"/>
                </a:cubicBezTo>
                <a:cubicBezTo>
                  <a:pt x="3246426" y="1243023"/>
                  <a:pt x="3286125" y="1294939"/>
                  <a:pt x="3286125" y="1330781"/>
                </a:cubicBezTo>
                <a:cubicBezTo>
                  <a:pt x="3286125" y="1343453"/>
                  <a:pt x="3296562" y="1367505"/>
                  <a:pt x="3309319" y="1384230"/>
                </a:cubicBezTo>
                <a:cubicBezTo>
                  <a:pt x="3354223" y="1443103"/>
                  <a:pt x="3461113" y="1700519"/>
                  <a:pt x="3509744" y="1866900"/>
                </a:cubicBezTo>
                <a:cubicBezTo>
                  <a:pt x="3516634" y="1890474"/>
                  <a:pt x="3538023" y="1959054"/>
                  <a:pt x="3557274" y="2019300"/>
                </a:cubicBezTo>
                <a:cubicBezTo>
                  <a:pt x="3651636" y="2314594"/>
                  <a:pt x="3652370" y="2487694"/>
                  <a:pt x="3558678" y="2350293"/>
                </a:cubicBezTo>
                <a:close/>
                <a:moveTo>
                  <a:pt x="1733550" y="1548769"/>
                </a:moveTo>
                <a:cubicBezTo>
                  <a:pt x="1709975" y="1525807"/>
                  <a:pt x="1688822" y="1508776"/>
                  <a:pt x="1686543" y="1510922"/>
                </a:cubicBezTo>
                <a:cubicBezTo>
                  <a:pt x="1680465" y="1516647"/>
                  <a:pt x="1754712" y="1590688"/>
                  <a:pt x="1766439" y="1590597"/>
                </a:cubicBezTo>
                <a:cubicBezTo>
                  <a:pt x="1771924" y="1590554"/>
                  <a:pt x="1757124" y="1571731"/>
                  <a:pt x="1733550" y="1548769"/>
                </a:cubicBezTo>
                <a:close/>
              </a:path>
            </a:pathLst>
          </a:custGeom>
          <a:solidFill>
            <a:srgbClr val="F9C9DF"/>
          </a:solidFill>
          <a:ln>
            <a:noFill/>
          </a:ln>
        </p:spPr>
      </p:sp>
      <p:pic>
        <p:nvPicPr>
          <p:cNvPr id="4" name="phone" descr="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650" y="3252788"/>
            <a:ext cx="4838700" cy="8543925"/>
          </a:xfrm>
          <a:prstGeom prst="rect">
            <a:avLst/>
          </a:prstGeom>
        </p:spPr>
      </p:pic>
      <p:sp>
        <p:nvSpPr>
          <p:cNvPr id="5" name="PHOTO: Your shop or listing (screenshot)"/>
          <p:cNvSpPr/>
          <p:nvPr/>
        </p:nvSpPr>
        <p:spPr>
          <a:xfrm rot="0">
            <a:off x="3762375" y="4081462"/>
            <a:ext cx="3133725" cy="688657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6" name="butterfly" descr="0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0000">
            <a:off x="3524250" y="2676525"/>
            <a:ext cx="2286000" cy="1724025"/>
          </a:xfrm>
          <a:prstGeom prst="rect">
            <a:avLst/>
          </a:prstGeom>
        </p:spPr>
      </p:pic>
      <p:sp>
        <p:nvSpPr>
          <p:cNvPr id="7" name="TEXT: [in my shop now]"/>
          <p:cNvSpPr/>
          <p:nvPr/>
        </p:nvSpPr>
        <p:spPr>
          <a:xfrm rot="120000">
            <a:off x="1828800" y="11882438"/>
            <a:ext cx="6629400" cy="1000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ctr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[in my shop now]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torn paper" descr="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400050" y="2781300"/>
            <a:ext cx="9486900" cy="10820400"/>
          </a:xfrm>
          <a:prstGeom prst="rect">
            <a:avLst/>
          </a:prstGeom>
        </p:spPr>
      </p:pic>
      <p:sp>
        <p:nvSpPr>
          <p:cNvPr id="4" name="PHOTO: You again (head near the top)"/>
          <p:cNvSpPr/>
          <p:nvPr/>
        </p:nvSpPr>
        <p:spPr>
          <a:xfrm rot="120000">
            <a:off x="1047750" y="3429000"/>
            <a:ext cx="8191500" cy="9525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butterfly" descr="0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500000">
            <a:off x="2000250" y="2324100"/>
            <a:ext cx="2286000" cy="2209800"/>
          </a:xfrm>
          <a:prstGeom prst="rect">
            <a:avLst/>
          </a:prstGeom>
        </p:spPr>
      </p:pic>
      <p:pic>
        <p:nvPicPr>
          <p:cNvPr id="6" name="butterfly" descr="0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900000">
            <a:off x="2800350" y="2287564"/>
            <a:ext cx="2286000" cy="1857375"/>
          </a:xfrm>
          <a:prstGeom prst="rect">
            <a:avLst/>
          </a:prstGeom>
        </p:spPr>
      </p:pic>
      <p:pic>
        <p:nvPicPr>
          <p:cNvPr id="7" name="butterfly" descr="0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00000">
            <a:off x="3600450" y="2222753"/>
            <a:ext cx="2286000" cy="1724025"/>
          </a:xfrm>
          <a:prstGeom prst="rect">
            <a:avLst/>
          </a:prstGeom>
        </p:spPr>
      </p:pic>
      <p:pic>
        <p:nvPicPr>
          <p:cNvPr id="8" name="butterfly" descr="0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00000">
            <a:off x="4400550" y="1979865"/>
            <a:ext cx="2286000" cy="2209800"/>
          </a:xfrm>
          <a:prstGeom prst="rect">
            <a:avLst/>
          </a:prstGeom>
        </p:spPr>
      </p:pic>
      <p:pic>
        <p:nvPicPr>
          <p:cNvPr id="9" name="butterfly" descr="0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700000">
            <a:off x="5200650" y="2287564"/>
            <a:ext cx="2286000" cy="1857375"/>
          </a:xfrm>
          <a:prstGeom prst="rect">
            <a:avLst/>
          </a:prstGeom>
        </p:spPr>
      </p:pic>
      <p:pic>
        <p:nvPicPr>
          <p:cNvPr id="10" name="butterfly" descr="0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100000">
            <a:off x="6000750" y="2566988"/>
            <a:ext cx="2286000" cy="1724025"/>
          </a:xfrm>
          <a:prstGeom prst="rect">
            <a:avLst/>
          </a:prstGeom>
        </p:spPr>
      </p:pic>
      <p:sp>
        <p:nvSpPr>
          <p:cNvPr id="11" name="TEXT: sound like you?"/>
          <p:cNvSpPr/>
          <p:nvPr/>
        </p:nvSpPr>
        <p:spPr>
          <a:xfrm rot="120000">
            <a:off x="2452688" y="9067800"/>
            <a:ext cx="5381625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ctr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sound like you?</a:t>
            </a:r>
          </a:p>
        </p:txBody>
      </p:sp>
      <p:sp>
        <p:nvSpPr>
          <p:cNvPr id="12" name="LETTERING: Comment"/>
          <p:cNvSpPr txBox="1"/>
          <p:nvPr/>
        </p:nvSpPr>
        <p:spPr>
          <a:xfrm>
            <a:off x="857250" y="9772650"/>
            <a:ext cx="8572500" cy="21717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250" i="0">
                <a:solidFill>
                  <a:srgbClr val="FFFFFF"/>
                </a:solidFill>
                <a:latin typeface="DM Serif Display"/>
              </a:rPr>
              <a:t>Comment</a:t>
            </a:r>
          </a:p>
        </p:txBody>
      </p:sp>
      <p:sp>
        <p:nvSpPr>
          <p:cNvPr id="13" name="TEXT: &quot;[KEYWORD]&quot;"/>
          <p:cNvSpPr/>
          <p:nvPr/>
        </p:nvSpPr>
        <p:spPr>
          <a:xfrm rot="21480000">
            <a:off x="2224088" y="11706225"/>
            <a:ext cx="5838825" cy="1162050"/>
          </a:xfrm>
          <a:prstGeom prst="roundRect">
            <a:avLst>
              <a:gd name="adj" fmla="val 50000"/>
            </a:avLst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7668" rIns="387668" tIns="155067" bIns="155067"/>
          <a:lstStyle/>
          <a:p>
            <a:pPr algn="ctr">
              <a:lnSpc>
                <a:spcPts val="6771"/>
              </a:lnSpc>
            </a:pPr>
            <a:r>
              <a:rPr b="1" sz="5550">
                <a:solidFill>
                  <a:srgbClr val="FFFFFF"/>
                </a:solidFill>
                <a:latin typeface="Montserrat"/>
              </a:rPr>
              <a:t>"[KEYWORD]"</a:t>
            </a:r>
          </a:p>
        </p:txBody>
      </p:sp>
      <p:sp>
        <p:nvSpPr>
          <p:cNvPr id="14" name="sparkle"/>
          <p:cNvSpPr/>
          <p:nvPr/>
        </p:nvSpPr>
        <p:spPr>
          <a:xfrm rot="0">
            <a:off x="8477250" y="9786937"/>
            <a:ext cx="762000" cy="1000125"/>
          </a:xfrm>
          <a:custGeom>
            <a:avLst/>
            <a:gdLst/>
            <a:ahLst/>
            <a:cxnLst/>
            <a:rect l="0" t="0" r="r" b="b"/>
            <a:pathLst>
              <a:path w="762000" h="1000125">
                <a:moveTo>
                  <a:pt x="352822" y="962025"/>
                </a:moveTo>
                <a:cubicBezTo>
                  <a:pt x="351364" y="938450"/>
                  <a:pt x="346899" y="906303"/>
                  <a:pt x="342900" y="890587"/>
                </a:cubicBezTo>
                <a:lnTo>
                  <a:pt x="335628" y="862012"/>
                </a:lnTo>
                <a:lnTo>
                  <a:pt x="334501" y="889793"/>
                </a:lnTo>
                <a:cubicBezTo>
                  <a:pt x="332553" y="937814"/>
                  <a:pt x="324812" y="911948"/>
                  <a:pt x="310343" y="809072"/>
                </a:cubicBezTo>
                <a:cubicBezTo>
                  <a:pt x="294373" y="695525"/>
                  <a:pt x="277929" y="649593"/>
                  <a:pt x="240560" y="614153"/>
                </a:cubicBezTo>
                <a:cubicBezTo>
                  <a:pt x="206094" y="581465"/>
                  <a:pt x="149512" y="552449"/>
                  <a:pt x="120235" y="552450"/>
                </a:cubicBezTo>
                <a:cubicBezTo>
                  <a:pt x="107366" y="552450"/>
                  <a:pt x="95338" y="547951"/>
                  <a:pt x="93505" y="542453"/>
                </a:cubicBezTo>
                <a:cubicBezTo>
                  <a:pt x="91672" y="536955"/>
                  <a:pt x="68812" y="528887"/>
                  <a:pt x="42705" y="524523"/>
                </a:cubicBezTo>
                <a:cubicBezTo>
                  <a:pt x="5207" y="518256"/>
                  <a:pt x="1739" y="516355"/>
                  <a:pt x="26193" y="515470"/>
                </a:cubicBezTo>
                <a:cubicBezTo>
                  <a:pt x="43219" y="514854"/>
                  <a:pt x="57150" y="510063"/>
                  <a:pt x="57150" y="504825"/>
                </a:cubicBezTo>
                <a:cubicBezTo>
                  <a:pt x="57150" y="499586"/>
                  <a:pt x="72866" y="495300"/>
                  <a:pt x="92075" y="495300"/>
                </a:cubicBezTo>
                <a:cubicBezTo>
                  <a:pt x="111283" y="495300"/>
                  <a:pt x="124228" y="492528"/>
                  <a:pt x="120840" y="489140"/>
                </a:cubicBezTo>
                <a:cubicBezTo>
                  <a:pt x="117452" y="485752"/>
                  <a:pt x="135392" y="473384"/>
                  <a:pt x="160707" y="461655"/>
                </a:cubicBezTo>
                <a:cubicBezTo>
                  <a:pt x="276283" y="408108"/>
                  <a:pt x="324541" y="316826"/>
                  <a:pt x="353154" y="97631"/>
                </a:cubicBezTo>
                <a:cubicBezTo>
                  <a:pt x="359479" y="49172"/>
                  <a:pt x="368414" y="9525"/>
                  <a:pt x="373009" y="9525"/>
                </a:cubicBezTo>
                <a:cubicBezTo>
                  <a:pt x="377603" y="9525"/>
                  <a:pt x="378673" y="20240"/>
                  <a:pt x="375386" y="33337"/>
                </a:cubicBezTo>
                <a:cubicBezTo>
                  <a:pt x="370946" y="51027"/>
                  <a:pt x="373186" y="57149"/>
                  <a:pt x="384099" y="57149"/>
                </a:cubicBezTo>
                <a:cubicBezTo>
                  <a:pt x="394702" y="57149"/>
                  <a:pt x="397545" y="64007"/>
                  <a:pt x="394317" y="81804"/>
                </a:cubicBezTo>
                <a:cubicBezTo>
                  <a:pt x="391859" y="95363"/>
                  <a:pt x="394474" y="141440"/>
                  <a:pt x="400130" y="184197"/>
                </a:cubicBezTo>
                <a:cubicBezTo>
                  <a:pt x="424051" y="365044"/>
                  <a:pt x="467986" y="424222"/>
                  <a:pt x="600075" y="453512"/>
                </a:cubicBezTo>
                <a:cubicBezTo>
                  <a:pt x="639902" y="462343"/>
                  <a:pt x="645611" y="465480"/>
                  <a:pt x="623887" y="466596"/>
                </a:cubicBezTo>
                <a:cubicBezTo>
                  <a:pt x="571087" y="469308"/>
                  <a:pt x="627439" y="484227"/>
                  <a:pt x="700087" y="486769"/>
                </a:cubicBezTo>
                <a:cubicBezTo>
                  <a:pt x="747696" y="488435"/>
                  <a:pt x="755329" y="490138"/>
                  <a:pt x="726780" y="492724"/>
                </a:cubicBezTo>
                <a:cubicBezTo>
                  <a:pt x="696694" y="495450"/>
                  <a:pt x="688106" y="499752"/>
                  <a:pt x="692081" y="510110"/>
                </a:cubicBezTo>
                <a:cubicBezTo>
                  <a:pt x="696266" y="521018"/>
                  <a:pt x="687151" y="523875"/>
                  <a:pt x="648156" y="523875"/>
                </a:cubicBezTo>
                <a:cubicBezTo>
                  <a:pt x="613013" y="523875"/>
                  <a:pt x="600919" y="527059"/>
                  <a:pt x="605837" y="535018"/>
                </a:cubicBezTo>
                <a:cubicBezTo>
                  <a:pt x="610629" y="542772"/>
                  <a:pt x="607266" y="544067"/>
                  <a:pt x="594784" y="539277"/>
                </a:cubicBezTo>
                <a:cubicBezTo>
                  <a:pt x="584916" y="535491"/>
                  <a:pt x="579911" y="535461"/>
                  <a:pt x="583662" y="539212"/>
                </a:cubicBezTo>
                <a:cubicBezTo>
                  <a:pt x="593502" y="549052"/>
                  <a:pt x="534434" y="582691"/>
                  <a:pt x="520921" y="574943"/>
                </a:cubicBezTo>
                <a:cubicBezTo>
                  <a:pt x="514687" y="571369"/>
                  <a:pt x="512476" y="571665"/>
                  <a:pt x="516008" y="575600"/>
                </a:cubicBezTo>
                <a:cubicBezTo>
                  <a:pt x="519539" y="579534"/>
                  <a:pt x="508147" y="601464"/>
                  <a:pt x="490691" y="624332"/>
                </a:cubicBezTo>
                <a:cubicBezTo>
                  <a:pt x="473236" y="647200"/>
                  <a:pt x="453940" y="681101"/>
                  <a:pt x="447813" y="699667"/>
                </a:cubicBezTo>
                <a:cubicBezTo>
                  <a:pt x="441686" y="718234"/>
                  <a:pt x="433120" y="733425"/>
                  <a:pt x="428778" y="733425"/>
                </a:cubicBezTo>
                <a:cubicBezTo>
                  <a:pt x="424436" y="733425"/>
                  <a:pt x="423125" y="741997"/>
                  <a:pt x="425865" y="752475"/>
                </a:cubicBezTo>
                <a:cubicBezTo>
                  <a:pt x="428605" y="762952"/>
                  <a:pt x="426519" y="771525"/>
                  <a:pt x="421229" y="771525"/>
                </a:cubicBezTo>
                <a:cubicBezTo>
                  <a:pt x="406860" y="771525"/>
                  <a:pt x="397796" y="802345"/>
                  <a:pt x="409956" y="809860"/>
                </a:cubicBezTo>
                <a:cubicBezTo>
                  <a:pt x="417236" y="814360"/>
                  <a:pt x="415886" y="821002"/>
                  <a:pt x="405601" y="831287"/>
                </a:cubicBezTo>
                <a:cubicBezTo>
                  <a:pt x="394436" y="842452"/>
                  <a:pt x="393662" y="847393"/>
                  <a:pt x="402516" y="850970"/>
                </a:cubicBezTo>
                <a:cubicBezTo>
                  <a:pt x="411794" y="854718"/>
                  <a:pt x="411752" y="855907"/>
                  <a:pt x="402318" y="856498"/>
                </a:cubicBezTo>
                <a:cubicBezTo>
                  <a:pt x="393682" y="857038"/>
                  <a:pt x="392014" y="867973"/>
                  <a:pt x="396392" y="895350"/>
                </a:cubicBezTo>
                <a:cubicBezTo>
                  <a:pt x="400625" y="921820"/>
                  <a:pt x="399034" y="933450"/>
                  <a:pt x="391180" y="933450"/>
                </a:cubicBezTo>
                <a:cubicBezTo>
                  <a:pt x="384962" y="933450"/>
                  <a:pt x="382280" y="929559"/>
                  <a:pt x="385218" y="924804"/>
                </a:cubicBezTo>
                <a:cubicBezTo>
                  <a:pt x="388157" y="920049"/>
                  <a:pt x="386750" y="906119"/>
                  <a:pt x="382093" y="893848"/>
                </a:cubicBezTo>
                <a:cubicBezTo>
                  <a:pt x="374107" y="872811"/>
                  <a:pt x="373296" y="873441"/>
                  <a:pt x="367881" y="904875"/>
                </a:cubicBezTo>
                <a:cubicBezTo>
                  <a:pt x="364722" y="923210"/>
                  <a:pt x="360638" y="953214"/>
                  <a:pt x="358805" y="971550"/>
                </a:cubicBezTo>
                <a:cubicBezTo>
                  <a:pt x="355782" y="1001800"/>
                  <a:pt x="355228" y="1000918"/>
                  <a:pt x="352822" y="962025"/>
                </a:cubicBezTo>
                <a:close/>
                <a:moveTo>
                  <a:pt x="417428" y="597427"/>
                </a:moveTo>
                <a:cubicBezTo>
                  <a:pt x="429606" y="578047"/>
                  <a:pt x="454717" y="549705"/>
                  <a:pt x="473230" y="534445"/>
                </a:cubicBezTo>
                <a:lnTo>
                  <a:pt x="506891" y="506699"/>
                </a:lnTo>
                <a:lnTo>
                  <a:pt x="473676" y="490938"/>
                </a:lnTo>
                <a:cubicBezTo>
                  <a:pt x="432677" y="471482"/>
                  <a:pt x="405489" y="443209"/>
                  <a:pt x="382674" y="396305"/>
                </a:cubicBezTo>
                <a:lnTo>
                  <a:pt x="365165" y="360307"/>
                </a:lnTo>
                <a:lnTo>
                  <a:pt x="348506" y="403926"/>
                </a:lnTo>
                <a:cubicBezTo>
                  <a:pt x="332265" y="446453"/>
                  <a:pt x="275417" y="504825"/>
                  <a:pt x="250242" y="504825"/>
                </a:cubicBezTo>
                <a:cubicBezTo>
                  <a:pt x="231398" y="504824"/>
                  <a:pt x="235988" y="521913"/>
                  <a:pt x="256588" y="528451"/>
                </a:cubicBezTo>
                <a:cubicBezTo>
                  <a:pt x="286151" y="537834"/>
                  <a:pt x="331577" y="596306"/>
                  <a:pt x="343558" y="640398"/>
                </a:cubicBezTo>
                <a:cubicBezTo>
                  <a:pt x="362856" y="711421"/>
                  <a:pt x="362938" y="711491"/>
                  <a:pt x="379498" y="671138"/>
                </a:cubicBezTo>
                <a:cubicBezTo>
                  <a:pt x="388182" y="649977"/>
                  <a:pt x="405251" y="616807"/>
                  <a:pt x="417428" y="59742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