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 (head near the top, under the butterfly). Edit the [bracket] line to your buyer's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of the everyday problem. Tip: set it to black and white (Edit photo &gt; Filters).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your product photo and type its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A second product photo (or the same one). Edit the line to what it fixes, in your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Who it's for: three kinds of buyer, one per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screenshot of your shop or listing for the phone screen.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Swap in a second photo of you (head near the top, under the crown).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2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5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685800" y="2495550"/>
            <a:ext cx="8915400" cy="10629900"/>
          </a:xfrm>
          <a:prstGeom prst="rect">
            <a:avLst/>
          </a:prstGeom>
        </p:spPr>
      </p:pic>
      <p:pic>
        <p:nvPicPr>
          <p:cNvPr id="4" name="PHOTO: You (head near the top)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333500" y="3143250"/>
            <a:ext cx="7620000" cy="9334500"/>
          </a:xfrm>
          <a:prstGeom prst="rect">
            <a:avLst/>
          </a:prstGeom>
        </p:spPr>
      </p:pic>
      <p:pic>
        <p:nvPicPr>
          <p:cNvPr id="5" name="butterfly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">
            <a:off x="4600575" y="1604962"/>
            <a:ext cx="3181350" cy="3076575"/>
          </a:xfrm>
          <a:prstGeom prst="rect">
            <a:avLst/>
          </a:prstGeom>
        </p:spPr>
      </p:pic>
      <p:sp>
        <p:nvSpPr>
          <p:cNvPr id="6" name="TEXT: if you [always run late]"/>
          <p:cNvSpPr/>
          <p:nvPr/>
        </p:nvSpPr>
        <p:spPr>
          <a:xfrm rot="21420000">
            <a:off x="414338" y="781050"/>
            <a:ext cx="5457825" cy="1581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if you</a:t>
            </a:r>
          </a:p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[always run late]</a:t>
            </a:r>
          </a:p>
        </p:txBody>
      </p:sp>
      <p:pic>
        <p:nvPicPr>
          <p:cNvPr id="7" name="this is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1690688" y="9620250"/>
            <a:ext cx="4238625" cy="1714500"/>
          </a:xfrm>
          <a:prstGeom prst="rect">
            <a:avLst/>
          </a:prstGeom>
        </p:spPr>
      </p:pic>
      <p:pic>
        <p:nvPicPr>
          <p:cNvPr id="8" name="for you" descr="0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314575" y="10796588"/>
            <a:ext cx="6800850" cy="2124075"/>
          </a:xfrm>
          <a:prstGeom prst="rect">
            <a:avLst/>
          </a:prstGeom>
        </p:spPr>
      </p:pic>
      <p:pic>
        <p:nvPicPr>
          <p:cNvPr id="9" name="sparkle" descr="0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1125" y="10001250"/>
            <a:ext cx="1143000" cy="1333500"/>
          </a:xfrm>
          <a:prstGeom prst="rect">
            <a:avLst/>
          </a:prstGeom>
        </p:spPr>
      </p:pic>
      <p:pic>
        <p:nvPicPr>
          <p:cNvPr id="10" name="sparkle" descr="0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8577262"/>
            <a:ext cx="857250" cy="1133475"/>
          </a:xfrm>
          <a:prstGeom prst="rect">
            <a:avLst/>
          </a:prstGeom>
        </p:spPr>
      </p:pic>
      <p:sp>
        <p:nvSpPr>
          <p:cNvPr id="11" name="GUIDE (delete)"/>
          <p:cNvSpPr/>
          <p:nvPr/>
        </p:nvSpPr>
        <p:spPr>
          <a:xfrm>
            <a:off x="1352550" y="13015912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4519612"/>
            <a:ext cx="8191500" cy="7153275"/>
          </a:xfrm>
          <a:prstGeom prst="rect">
            <a:avLst/>
          </a:prstGeom>
        </p:spPr>
      </p:pic>
      <p:pic>
        <p:nvPicPr>
          <p:cNvPr id="4" name="alarm clock" descr="0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40000">
            <a:off x="1943100" y="4010025"/>
            <a:ext cx="6400800" cy="8172450"/>
          </a:xfrm>
          <a:prstGeom prst="rect">
            <a:avLst/>
          </a:prstGeom>
        </p:spPr>
      </p:pic>
      <p:pic>
        <p:nvPicPr>
          <p:cNvPr id="5" name="paper ball" descr="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852" y="5588241"/>
            <a:ext cx="2609850" cy="2409825"/>
          </a:xfrm>
          <a:prstGeom prst="rect">
            <a:avLst/>
          </a:prstGeom>
        </p:spPr>
      </p:pic>
      <p:pic>
        <p:nvPicPr>
          <p:cNvPr id="6" name="paper ball" descr="0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00000">
            <a:off x="3872968" y="3002696"/>
            <a:ext cx="2800350" cy="2571750"/>
          </a:xfrm>
          <a:prstGeom prst="rect">
            <a:avLst/>
          </a:prstGeom>
        </p:spPr>
      </p:pic>
      <p:pic>
        <p:nvPicPr>
          <p:cNvPr id="7" name="paper ball" descr="0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600000">
            <a:off x="7218922" y="5674472"/>
            <a:ext cx="2990850" cy="2743200"/>
          </a:xfrm>
          <a:prstGeom prst="rect">
            <a:avLst/>
          </a:prstGeom>
        </p:spPr>
      </p:pic>
      <p:pic>
        <p:nvPicPr>
          <p:cNvPr id="8" name="paper ball" descr="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7100000">
            <a:off x="5915837" y="10049971"/>
            <a:ext cx="2609850" cy="2409825"/>
          </a:xfrm>
          <a:prstGeom prst="rect">
            <a:avLst/>
          </a:prstGeom>
        </p:spPr>
      </p:pic>
      <p:pic>
        <p:nvPicPr>
          <p:cNvPr id="9" name="paper ball" descr="0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600000">
            <a:off x="1456297" y="9812696"/>
            <a:ext cx="2800350" cy="2571750"/>
          </a:xfrm>
          <a:prstGeom prst="rect">
            <a:avLst/>
          </a:prstGeom>
        </p:spPr>
      </p:pic>
      <p:sp>
        <p:nvSpPr>
          <p:cNvPr id="10" name="TEXT: [always running late?]"/>
          <p:cNvSpPr/>
          <p:nvPr/>
        </p:nvSpPr>
        <p:spPr>
          <a:xfrm rot="120000">
            <a:off x="1824038" y="638175"/>
            <a:ext cx="7781925" cy="2343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5364" rIns="245364" tIns="105156" bIns="105156"/>
          <a:lstStyle/>
          <a:p>
            <a:pPr algn="r">
              <a:lnSpc>
                <a:spcPts val="8418"/>
              </a:lnSpc>
            </a:pPr>
            <a:r>
              <a:rPr b="1" sz="6900">
                <a:solidFill>
                  <a:srgbClr val="181716"/>
                </a:solidFill>
                <a:latin typeface="Montserrat"/>
              </a:rPr>
              <a:t>[always running</a:t>
            </a:r>
          </a:p>
          <a:p>
            <a:pPr algn="r">
              <a:lnSpc>
                <a:spcPts val="8418"/>
              </a:lnSpc>
            </a:pPr>
            <a:r>
              <a:rPr b="1" sz="6900">
                <a:solidFill>
                  <a:srgbClr val="181716"/>
                </a:solidFill>
                <a:latin typeface="Montserrat"/>
              </a:rPr>
              <a:t>late?]</a:t>
            </a:r>
          </a:p>
        </p:txBody>
      </p:sp>
      <p:sp>
        <p:nvSpPr>
          <p:cNvPr id="11" name="TEXT: [here's what helps]"/>
          <p:cNvSpPr/>
          <p:nvPr/>
        </p:nvSpPr>
        <p:spPr>
          <a:xfrm rot="120000">
            <a:off x="519112" y="12144375"/>
            <a:ext cx="62007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[here's what helps]</a:t>
            </a:r>
          </a:p>
        </p:txBody>
      </p:sp>
      <p:pic>
        <p:nvPicPr>
          <p:cNvPr id="12" name="arrow" descr="0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20000">
            <a:off x="6810375" y="12272962"/>
            <a:ext cx="161925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876300" y="3257550"/>
            <a:ext cx="8534400" cy="9867900"/>
          </a:xfrm>
          <a:prstGeom prst="rect">
            <a:avLst/>
          </a:prstGeom>
        </p:spPr>
      </p:pic>
      <p:pic>
        <p:nvPicPr>
          <p:cNvPr id="4" name="PHOTO: The everyday problem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524000" y="3905250"/>
            <a:ext cx="7239000" cy="8572500"/>
          </a:xfrm>
          <a:prstGeom prst="rect">
            <a:avLst/>
          </a:prstGeom>
        </p:spPr>
      </p:pic>
      <p:pic>
        <p:nvPicPr>
          <p:cNvPr id="5" name="paper ball" descr="0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00000">
            <a:off x="409575" y="10715625"/>
            <a:ext cx="2800350" cy="2571750"/>
          </a:xfrm>
          <a:prstGeom prst="rect">
            <a:avLst/>
          </a:prstGeom>
        </p:spPr>
      </p:pic>
      <p:pic>
        <p:nvPicPr>
          <p:cNvPr id="6" name="paper ball" descr="0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00000">
            <a:off x="7267575" y="3271838"/>
            <a:ext cx="2609850" cy="2409825"/>
          </a:xfrm>
          <a:prstGeom prst="rect">
            <a:avLst/>
          </a:prstGeom>
        </p:spPr>
      </p:pic>
      <p:sp>
        <p:nvSpPr>
          <p:cNvPr id="7" name="TEXT: [you lose your keys. again.]"/>
          <p:cNvSpPr/>
          <p:nvPr/>
        </p:nvSpPr>
        <p:spPr>
          <a:xfrm rot="21420000">
            <a:off x="1323975" y="1466850"/>
            <a:ext cx="535305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[you lose your</a:t>
            </a:r>
          </a:p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keys. again.]</a:t>
            </a:r>
          </a:p>
        </p:txBody>
      </p:sp>
      <p:sp>
        <p:nvSpPr>
          <p:cNvPr id="8" name="GUIDE (delete)"/>
          <p:cNvSpPr/>
          <p:nvPr/>
        </p:nvSpPr>
        <p:spPr>
          <a:xfrm>
            <a:off x="2371725" y="13015912"/>
            <a:ext cx="554355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Photo: click it, then Replace. Filters &gt; B&amp;W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Your product (fills the page)" descr="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torn notebook strip" descr="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0" y="-381000"/>
            <a:ext cx="11049000" cy="5524500"/>
          </a:xfrm>
          <a:prstGeom prst="rect">
            <a:avLst/>
          </a:prstGeom>
        </p:spPr>
      </p:pic>
      <p:pic>
        <p:nvPicPr>
          <p:cNvPr id="5" name="meet" descr="0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900" y="681038"/>
            <a:ext cx="5029200" cy="1971675"/>
          </a:xfrm>
          <a:prstGeom prst="rect">
            <a:avLst/>
          </a:prstGeom>
        </p:spPr>
      </p:pic>
      <p:sp>
        <p:nvSpPr>
          <p:cNvPr id="6" name="TEXT: [PRODUCT NAME]"/>
          <p:cNvSpPr/>
          <p:nvPr/>
        </p:nvSpPr>
        <p:spPr>
          <a:xfrm rot="120000">
            <a:off x="1576388" y="2809875"/>
            <a:ext cx="7134225" cy="1047750"/>
          </a:xfrm>
          <a:prstGeom prst="rect">
            <a:avLst/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2692" rIns="202692" tIns="86868" bIns="8686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[PRODUCT NAME]</a:t>
            </a:r>
          </a:p>
        </p:txBody>
      </p:sp>
      <p:pic>
        <p:nvPicPr>
          <p:cNvPr id="7" name="arrow" descr="0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5086350"/>
            <a:ext cx="1905000" cy="1257300"/>
          </a:xfrm>
          <a:prstGeom prst="rect">
            <a:avLst/>
          </a:prstGeom>
        </p:spPr>
      </p:pic>
      <p:pic>
        <p:nvPicPr>
          <p:cNvPr id="8" name="butterfly" descr="02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400000">
            <a:off x="6981825" y="3471862"/>
            <a:ext cx="3181350" cy="25812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tring" descr="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50" y="8524875"/>
            <a:ext cx="1333500" cy="5286375"/>
          </a:xfrm>
          <a:prstGeom prst="rect">
            <a:avLst/>
          </a:prstGeom>
        </p:spPr>
      </p:pic>
      <p:pic>
        <p:nvPicPr>
          <p:cNvPr id="4" name="string" descr="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10477500"/>
            <a:ext cx="2000250" cy="3333750"/>
          </a:xfrm>
          <a:prstGeom prst="rect">
            <a:avLst/>
          </a:prstGeom>
        </p:spPr>
      </p:pic>
      <p:pic>
        <p:nvPicPr>
          <p:cNvPr id="5" name="round paper" descr="0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4500" y="2667000"/>
            <a:ext cx="6477000" cy="6477000"/>
          </a:xfrm>
          <a:prstGeom prst="rect">
            <a:avLst/>
          </a:prstGeom>
        </p:spPr>
      </p:pic>
      <p:pic>
        <p:nvPicPr>
          <p:cNvPr id="6" name="PHOTO: Your product, close up" descr="0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3238500"/>
            <a:ext cx="5334000" cy="5334000"/>
          </a:xfrm>
          <a:prstGeom prst="ellipse">
            <a:avLst/>
          </a:prstGeom>
        </p:spPr>
      </p:pic>
      <p:pic>
        <p:nvPicPr>
          <p:cNvPr id="7" name="gift" descr="0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120000">
            <a:off x="6276975" y="7600950"/>
            <a:ext cx="3638550" cy="3467100"/>
          </a:xfrm>
          <a:prstGeom prst="rect">
            <a:avLst/>
          </a:prstGeom>
        </p:spPr>
      </p:pic>
      <p:pic>
        <p:nvPicPr>
          <p:cNvPr id="8" name="sparkle" descr="03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8125" y="2419350"/>
            <a:ext cx="1428750" cy="1447800"/>
          </a:xfrm>
          <a:prstGeom prst="rect">
            <a:avLst/>
          </a:prstGeom>
        </p:spPr>
      </p:pic>
      <p:pic>
        <p:nvPicPr>
          <p:cNvPr id="9" name="sparkle" descr="0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125" y="2290762"/>
            <a:ext cx="857250" cy="1133475"/>
          </a:xfrm>
          <a:prstGeom prst="rect">
            <a:avLst/>
          </a:prstGeom>
        </p:spPr>
      </p:pic>
      <p:sp>
        <p:nvSpPr>
          <p:cNvPr id="10" name="TEXT: [what it fixes, in one line]"/>
          <p:cNvSpPr/>
          <p:nvPr/>
        </p:nvSpPr>
        <p:spPr>
          <a:xfrm rot="180000">
            <a:off x="623888" y="10501312"/>
            <a:ext cx="4181475" cy="1476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4686" rIns="154686" tIns="66294" bIns="66294"/>
          <a:lstStyle/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[what it fixes,</a:t>
            </a:r>
          </a:p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in one line]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ug" descr="0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6086475" y="9620250"/>
            <a:ext cx="3448050" cy="3238500"/>
          </a:xfrm>
          <a:prstGeom prst="rect">
            <a:avLst/>
          </a:prstGeom>
        </p:spPr>
      </p:pic>
      <p:pic>
        <p:nvPicPr>
          <p:cNvPr id="4" name="sticky note" descr="0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590550" y="1381125"/>
            <a:ext cx="4533900" cy="4476750"/>
          </a:xfrm>
          <a:prstGeom prst="rect">
            <a:avLst/>
          </a:prstGeom>
        </p:spPr>
      </p:pic>
      <p:pic>
        <p:nvPicPr>
          <p:cNvPr id="5" name="sticky note" descr="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4972050" y="4429125"/>
            <a:ext cx="4533900" cy="4476750"/>
          </a:xfrm>
          <a:prstGeom prst="rect">
            <a:avLst/>
          </a:prstGeom>
        </p:spPr>
      </p:pic>
      <p:pic>
        <p:nvPicPr>
          <p:cNvPr id="6" name="sticky note" descr="0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876300" y="7572375"/>
            <a:ext cx="4533900" cy="4476750"/>
          </a:xfrm>
          <a:prstGeom prst="rect">
            <a:avLst/>
          </a:prstGeom>
        </p:spPr>
      </p:pic>
      <p:sp>
        <p:nvSpPr>
          <p:cNvPr id="7" name="TEXT: for the [6am crowd]"/>
          <p:cNvSpPr/>
          <p:nvPr/>
        </p:nvSpPr>
        <p:spPr>
          <a:xfrm rot="360000">
            <a:off x="1125859" y="3189727"/>
            <a:ext cx="3419475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[6am crowd]</a:t>
            </a:r>
          </a:p>
        </p:txBody>
      </p:sp>
      <p:sp>
        <p:nvSpPr>
          <p:cNvPr id="8" name="TEXT: for the [dog mums]"/>
          <p:cNvSpPr/>
          <p:nvPr/>
        </p:nvSpPr>
        <p:spPr>
          <a:xfrm rot="21300000">
            <a:off x="5618963" y="6238078"/>
            <a:ext cx="3276600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[dog mums]</a:t>
            </a:r>
          </a:p>
        </p:txBody>
      </p:sp>
      <p:sp>
        <p:nvSpPr>
          <p:cNvPr id="9" name="TEXT: for the [busy mums]"/>
          <p:cNvSpPr/>
          <p:nvPr/>
        </p:nvSpPr>
        <p:spPr>
          <a:xfrm rot="180000">
            <a:off x="1379683" y="9381838"/>
            <a:ext cx="3505200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[busy mums]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3619500"/>
            <a:ext cx="8572500" cy="7810500"/>
          </a:xfrm>
          <a:prstGeom prst="rect">
            <a:avLst/>
          </a:prstGeom>
        </p:spPr>
      </p:pic>
      <p:pic>
        <p:nvPicPr>
          <p:cNvPr id="4" name="phone" descr="0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4650" y="3252788"/>
            <a:ext cx="4838700" cy="8543925"/>
          </a:xfrm>
          <a:prstGeom prst="rect">
            <a:avLst/>
          </a:prstGeom>
        </p:spPr>
      </p:pic>
      <p:pic>
        <p:nvPicPr>
          <p:cNvPr id="5" name="PHOTO: Your shop or listing (screenshot)" descr="0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2850" y="4071938"/>
            <a:ext cx="3152775" cy="6905625"/>
          </a:xfrm>
          <a:prstGeom prst="rect">
            <a:avLst/>
          </a:prstGeom>
        </p:spPr>
      </p:pic>
      <p:pic>
        <p:nvPicPr>
          <p:cNvPr id="6" name="butterfly" descr="03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0000">
            <a:off x="3524250" y="2676525"/>
            <a:ext cx="2286000" cy="1724025"/>
          </a:xfrm>
          <a:prstGeom prst="rect">
            <a:avLst/>
          </a:prstGeom>
        </p:spPr>
      </p:pic>
      <p:sp>
        <p:nvSpPr>
          <p:cNvPr id="7" name="TEXT: [in my shop now]"/>
          <p:cNvSpPr/>
          <p:nvPr/>
        </p:nvSpPr>
        <p:spPr>
          <a:xfrm rot="120000">
            <a:off x="1828800" y="11882438"/>
            <a:ext cx="66294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[in my shop now]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400050" y="2781300"/>
            <a:ext cx="9486900" cy="10820400"/>
          </a:xfrm>
          <a:prstGeom prst="rect">
            <a:avLst/>
          </a:prstGeom>
        </p:spPr>
      </p:pic>
      <p:pic>
        <p:nvPicPr>
          <p:cNvPr id="4" name="PHOTO: You again (head near the top)" descr="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1047750" y="3429000"/>
            <a:ext cx="8191500" cy="9525000"/>
          </a:xfrm>
          <a:prstGeom prst="rect">
            <a:avLst/>
          </a:prstGeom>
        </p:spPr>
      </p:pic>
      <p:pic>
        <p:nvPicPr>
          <p:cNvPr id="5" name="butterfly" descr="0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500000">
            <a:off x="2000250" y="2324100"/>
            <a:ext cx="2286000" cy="2209800"/>
          </a:xfrm>
          <a:prstGeom prst="rect">
            <a:avLst/>
          </a:prstGeom>
        </p:spPr>
      </p:pic>
      <p:pic>
        <p:nvPicPr>
          <p:cNvPr id="6" name="butterfly" descr="0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00000">
            <a:off x="2800350" y="2287564"/>
            <a:ext cx="2286000" cy="1857375"/>
          </a:xfrm>
          <a:prstGeom prst="rect">
            <a:avLst/>
          </a:prstGeom>
        </p:spPr>
      </p:pic>
      <p:pic>
        <p:nvPicPr>
          <p:cNvPr id="7" name="butterfly" descr="0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3600450" y="2222753"/>
            <a:ext cx="2286000" cy="1724025"/>
          </a:xfrm>
          <a:prstGeom prst="rect">
            <a:avLst/>
          </a:prstGeom>
        </p:spPr>
      </p:pic>
      <p:pic>
        <p:nvPicPr>
          <p:cNvPr id="8" name="butterfly" descr="0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4400550" y="1979865"/>
            <a:ext cx="2286000" cy="2209800"/>
          </a:xfrm>
          <a:prstGeom prst="rect">
            <a:avLst/>
          </a:prstGeom>
        </p:spPr>
      </p:pic>
      <p:pic>
        <p:nvPicPr>
          <p:cNvPr id="9" name="butterfly" descr="0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700000">
            <a:off x="5200650" y="2287564"/>
            <a:ext cx="2286000" cy="1857375"/>
          </a:xfrm>
          <a:prstGeom prst="rect">
            <a:avLst/>
          </a:prstGeom>
        </p:spPr>
      </p:pic>
      <p:pic>
        <p:nvPicPr>
          <p:cNvPr id="10" name="butterfly" descr="0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100000">
            <a:off x="6000750" y="2566988"/>
            <a:ext cx="2286000" cy="1724025"/>
          </a:xfrm>
          <a:prstGeom prst="rect">
            <a:avLst/>
          </a:prstGeom>
        </p:spPr>
      </p:pic>
      <p:sp>
        <p:nvSpPr>
          <p:cNvPr id="11" name="TEXT: sound like you?"/>
          <p:cNvSpPr/>
          <p:nvPr/>
        </p:nvSpPr>
        <p:spPr>
          <a:xfrm rot="120000">
            <a:off x="2452688" y="9067800"/>
            <a:ext cx="5381625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sound like you?</a:t>
            </a:r>
          </a:p>
        </p:txBody>
      </p:sp>
      <p:pic>
        <p:nvPicPr>
          <p:cNvPr id="12" name="Comment" descr="04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9848850"/>
            <a:ext cx="8610600" cy="2019300"/>
          </a:xfrm>
          <a:prstGeom prst="rect">
            <a:avLst/>
          </a:prstGeom>
        </p:spPr>
      </p:pic>
      <p:sp>
        <p:nvSpPr>
          <p:cNvPr id="13" name="TEXT: &quot;[KEYWORD]&quot;"/>
          <p:cNvSpPr/>
          <p:nvPr/>
        </p:nvSpPr>
        <p:spPr>
          <a:xfrm rot="21480000">
            <a:off x="2224088" y="11706225"/>
            <a:ext cx="5838825" cy="11620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7668" rIns="387668" tIns="155067" bIns="155067"/>
          <a:lstStyle/>
          <a:p>
            <a:pPr algn="ctr">
              <a:lnSpc>
                <a:spcPts val="6771"/>
              </a:lnSpc>
            </a:pPr>
            <a:r>
              <a:rPr b="1" sz="555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  <p:pic>
        <p:nvPicPr>
          <p:cNvPr id="14" name="sparkle" descr="04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7250" y="9786938"/>
            <a:ext cx="762000" cy="10001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