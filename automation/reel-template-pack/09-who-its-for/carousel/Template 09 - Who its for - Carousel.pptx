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028700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1. Hook. Swap in a photo of you (head near the top, under the butterfly). Edit the [bracket] line to your buyer's habit.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2. The everyday problem, no photo needed. Edit the [bracket]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3. Swap in a photo of the everyday problem. Tip: set it to black and white (Edit photo &gt; Filters).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4. Swap in your product photo and type its name.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5. A second product photo (or the same one). Edit the line to what it fixes, in your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6. Who it's for: three kinds of buyer, one per 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7. Swap in a screenshot of your shop or listing for the phone screen. Edit the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8. Swap in a second photo of you (head near the top, under the crown). Type your keyword.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3.png"/><Relationship Id="rId6" Type="http://schemas.openxmlformats.org/officeDocument/2006/relationships/image" Target="../media/image12.png"/><Relationship Id="rId7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Relationship Id="rId8" Type="http://schemas.openxmlformats.org/officeDocument/2006/relationships/image" Target="../media/image27.png"/><Relationship Id="rId9" Type="http://schemas.openxmlformats.org/officeDocument/2006/relationships/image" Target="../media/image9.png"/><Relationship Id="rId10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Relationship Id="rId7" Type="http://schemas.openxmlformats.org/officeDocument/2006/relationships/image" Target="../media/image32.png"/><Relationship Id="rId8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Relationship Id="rId7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Relationship Id="rId6" Type="http://schemas.openxmlformats.org/officeDocument/2006/relationships/image" Target="../media/image40.png"/><Relationship Id="rId7" Type="http://schemas.openxmlformats.org/officeDocument/2006/relationships/image" Target="../media/image36.png"/><Relationship Id="rId8" Type="http://schemas.openxmlformats.org/officeDocument/2006/relationships/image" Target="../media/image41.png"/><Relationship Id="rId9" Type="http://schemas.openxmlformats.org/officeDocument/2006/relationships/image" Target="../media/image42.png"/><Relationship Id="rId10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aper (background)" descr="pap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torn paper" descr="0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20000">
            <a:off x="685800" y="2495550"/>
            <a:ext cx="8915400" cy="10629900"/>
          </a:xfrm>
          <a:prstGeom prst="rect">
            <a:avLst/>
          </a:prstGeom>
        </p:spPr>
      </p:pic>
      <p:pic>
        <p:nvPicPr>
          <p:cNvPr id="4" name="PHOTO: You (head near the top)" descr="0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20000">
            <a:off x="1333500" y="3143250"/>
            <a:ext cx="7620000" cy="9334500"/>
          </a:xfrm>
          <a:prstGeom prst="rect">
            <a:avLst/>
          </a:prstGeom>
        </p:spPr>
      </p:pic>
      <p:pic>
        <p:nvPicPr>
          <p:cNvPr id="5" name="butterfly" descr="00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080000">
            <a:off x="4600575" y="1604962"/>
            <a:ext cx="3181350" cy="3076575"/>
          </a:xfrm>
          <a:prstGeom prst="rect">
            <a:avLst/>
          </a:prstGeom>
        </p:spPr>
      </p:pic>
      <p:sp>
        <p:nvSpPr>
          <p:cNvPr id="6" name="TEXT: if you [always run late]"/>
          <p:cNvSpPr/>
          <p:nvPr/>
        </p:nvSpPr>
        <p:spPr>
          <a:xfrm rot="21420000">
            <a:off x="414338" y="781050"/>
            <a:ext cx="5457825" cy="15811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5354" rIns="165354" tIns="70866" bIns="70866"/>
          <a:lstStyle/>
          <a:p>
            <a:pPr algn="ctr">
              <a:lnSpc>
                <a:spcPts val="5673"/>
              </a:lnSpc>
            </a:pPr>
            <a:r>
              <a:rPr b="1" sz="4650">
                <a:solidFill>
                  <a:srgbClr val="181716"/>
                </a:solidFill>
                <a:latin typeface="Montserrat"/>
              </a:rPr>
              <a:t>if you</a:t>
            </a:r>
          </a:p>
          <a:p>
            <a:pPr algn="ctr">
              <a:lnSpc>
                <a:spcPts val="5673"/>
              </a:lnSpc>
            </a:pPr>
            <a:r>
              <a:rPr b="1" sz="4650">
                <a:solidFill>
                  <a:srgbClr val="181716"/>
                </a:solidFill>
                <a:latin typeface="Montserrat"/>
              </a:rPr>
              <a:t>[always run late]</a:t>
            </a:r>
          </a:p>
        </p:txBody>
      </p:sp>
      <p:pic>
        <p:nvPicPr>
          <p:cNvPr id="7" name="this is" descr="00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80000">
            <a:off x="1690688" y="9620250"/>
            <a:ext cx="4238625" cy="1714500"/>
          </a:xfrm>
          <a:prstGeom prst="rect">
            <a:avLst/>
          </a:prstGeom>
        </p:spPr>
      </p:pic>
      <p:pic>
        <p:nvPicPr>
          <p:cNvPr id="8" name="for you" descr="00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80000">
            <a:off x="2314575" y="10796588"/>
            <a:ext cx="6800850" cy="2124075"/>
          </a:xfrm>
          <a:prstGeom prst="rect">
            <a:avLst/>
          </a:prstGeom>
        </p:spPr>
      </p:pic>
      <p:pic>
        <p:nvPicPr>
          <p:cNvPr id="9" name="underline" descr="00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180000">
            <a:off x="5667375" y="12734925"/>
            <a:ext cx="3143250" cy="247650"/>
          </a:xfrm>
          <a:prstGeom prst="rect">
            <a:avLst/>
          </a:prstGeom>
        </p:spPr>
      </p:pic>
      <p:pic>
        <p:nvPicPr>
          <p:cNvPr id="10" name="sparkle" descr="00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53500" y="9853612"/>
            <a:ext cx="1238250" cy="1628775"/>
          </a:xfrm>
          <a:prstGeom prst="rect">
            <a:avLst/>
          </a:prstGeom>
        </p:spPr>
      </p:pic>
      <p:pic>
        <p:nvPicPr>
          <p:cNvPr id="11" name="sparkle" descr="00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1000" y="8577262"/>
            <a:ext cx="857250" cy="1133475"/>
          </a:xfrm>
          <a:prstGeom prst="rect">
            <a:avLst/>
          </a:prstGeom>
        </p:spPr>
      </p:pic>
      <p:sp>
        <p:nvSpPr>
          <p:cNvPr id="12" name="GUIDE (delete)"/>
          <p:cNvSpPr/>
          <p:nvPr/>
        </p:nvSpPr>
        <p:spPr>
          <a:xfrm>
            <a:off x="1352550" y="13015912"/>
            <a:ext cx="7581900" cy="352425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9342" rIns="69342" tIns="29718" bIns="29718"/>
          <a:lstStyle/>
          <a:p>
            <a:pPr algn="ctr">
              <a:lnSpc>
                <a:spcPts val="2379"/>
              </a:lnSpc>
            </a:pPr>
            <a:r>
              <a:rPr b="1" sz="1950">
                <a:solidFill>
                  <a:srgbClr val="FFFFFF"/>
                </a:solidFill>
                <a:latin typeface="Montserrat"/>
              </a:rPr>
              <a:t>Everything blue is a guide. Delete it before you download.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aper (background)" descr="pap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burst" descr="0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0" y="4233862"/>
            <a:ext cx="8191500" cy="7153275"/>
          </a:xfrm>
          <a:prstGeom prst="rect">
            <a:avLst/>
          </a:prstGeom>
        </p:spPr>
      </p:pic>
      <p:pic>
        <p:nvPicPr>
          <p:cNvPr id="4" name="alarm clock" descr="0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240000">
            <a:off x="1943100" y="3724275"/>
            <a:ext cx="6400800" cy="8172450"/>
          </a:xfrm>
          <a:prstGeom prst="rect">
            <a:avLst/>
          </a:prstGeom>
        </p:spPr>
      </p:pic>
      <p:pic>
        <p:nvPicPr>
          <p:cNvPr id="5" name="paper ball" descr="01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7852" y="4949104"/>
            <a:ext cx="2609850" cy="2409825"/>
          </a:xfrm>
          <a:prstGeom prst="rect">
            <a:avLst/>
          </a:prstGeom>
        </p:spPr>
      </p:pic>
      <p:pic>
        <p:nvPicPr>
          <p:cNvPr id="6" name="paper ball" descr="01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0100000">
            <a:off x="3872968" y="2050486"/>
            <a:ext cx="2800350" cy="2571750"/>
          </a:xfrm>
          <a:prstGeom prst="rect">
            <a:avLst/>
          </a:prstGeom>
        </p:spPr>
      </p:pic>
      <p:pic>
        <p:nvPicPr>
          <p:cNvPr id="7" name="paper ball" descr="01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8600000">
            <a:off x="7218922" y="5066949"/>
            <a:ext cx="2990850" cy="2743200"/>
          </a:xfrm>
          <a:prstGeom prst="rect">
            <a:avLst/>
          </a:prstGeom>
        </p:spPr>
      </p:pic>
      <p:pic>
        <p:nvPicPr>
          <p:cNvPr id="8" name="paper ball" descr="01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7100000">
            <a:off x="5915837" y="9968550"/>
            <a:ext cx="2609850" cy="2409825"/>
          </a:xfrm>
          <a:prstGeom prst="rect">
            <a:avLst/>
          </a:prstGeom>
        </p:spPr>
      </p:pic>
      <p:pic>
        <p:nvPicPr>
          <p:cNvPr id="9" name="paper ball" descr="01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5600000">
            <a:off x="1456297" y="9711736"/>
            <a:ext cx="2800350" cy="2571750"/>
          </a:xfrm>
          <a:prstGeom prst="rect">
            <a:avLst/>
          </a:prstGeom>
        </p:spPr>
      </p:pic>
      <p:sp>
        <p:nvSpPr>
          <p:cNvPr id="10" name="TEXT: [late. again.]"/>
          <p:cNvSpPr/>
          <p:nvPr/>
        </p:nvSpPr>
        <p:spPr>
          <a:xfrm rot="180000">
            <a:off x="2500312" y="1543050"/>
            <a:ext cx="5286375" cy="1104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13360" rIns="213360" tIns="91440" bIns="91440"/>
          <a:lstStyle/>
          <a:p>
            <a:pPr algn="ctr">
              <a:lnSpc>
                <a:spcPts val="7319"/>
              </a:lnSpc>
            </a:pPr>
            <a:r>
              <a:rPr b="1" sz="6000">
                <a:solidFill>
                  <a:srgbClr val="181716"/>
                </a:solidFill>
                <a:latin typeface="Montserrat"/>
              </a:rPr>
              <a:t>[late. again.]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aper (background)" descr="pap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torn paper" descr="0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20000">
            <a:off x="876300" y="3257550"/>
            <a:ext cx="8534400" cy="9867900"/>
          </a:xfrm>
          <a:prstGeom prst="rect">
            <a:avLst/>
          </a:prstGeom>
        </p:spPr>
      </p:pic>
      <p:pic>
        <p:nvPicPr>
          <p:cNvPr id="4" name="PHOTO: The everyday problem" descr="01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20000">
            <a:off x="1524000" y="3905250"/>
            <a:ext cx="7239000" cy="8572500"/>
          </a:xfrm>
          <a:prstGeom prst="rect">
            <a:avLst/>
          </a:prstGeom>
        </p:spPr>
      </p:pic>
      <p:pic>
        <p:nvPicPr>
          <p:cNvPr id="5" name="paper ball" descr="01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0400000">
            <a:off x="409575" y="10715625"/>
            <a:ext cx="2800350" cy="2571750"/>
          </a:xfrm>
          <a:prstGeom prst="rect">
            <a:avLst/>
          </a:prstGeom>
        </p:spPr>
      </p:pic>
      <p:pic>
        <p:nvPicPr>
          <p:cNvPr id="6" name="paper ball" descr="01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900000">
            <a:off x="7267575" y="3271838"/>
            <a:ext cx="2609850" cy="2409825"/>
          </a:xfrm>
          <a:prstGeom prst="rect">
            <a:avLst/>
          </a:prstGeom>
        </p:spPr>
      </p:pic>
      <p:sp>
        <p:nvSpPr>
          <p:cNvPr id="7" name="TEXT: [you lose your keys. again.]"/>
          <p:cNvSpPr/>
          <p:nvPr/>
        </p:nvSpPr>
        <p:spPr>
          <a:xfrm rot="21420000">
            <a:off x="2466975" y="1466850"/>
            <a:ext cx="535305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92024" rIns="192024" tIns="82296" bIns="82296"/>
          <a:lstStyle/>
          <a:p>
            <a:pPr algn="ctr">
              <a:lnSpc>
                <a:spcPts val="6588"/>
              </a:lnSpc>
            </a:pPr>
            <a:r>
              <a:rPr b="1" sz="5400">
                <a:solidFill>
                  <a:srgbClr val="181716"/>
                </a:solidFill>
                <a:latin typeface="Montserrat"/>
              </a:rPr>
              <a:t>[you lose your</a:t>
            </a:r>
          </a:p>
          <a:p>
            <a:pPr algn="ctr">
              <a:lnSpc>
                <a:spcPts val="6588"/>
              </a:lnSpc>
            </a:pPr>
            <a:r>
              <a:rPr b="1" sz="5400">
                <a:solidFill>
                  <a:srgbClr val="181716"/>
                </a:solidFill>
                <a:latin typeface="Montserrat"/>
              </a:rPr>
              <a:t>keys. again.]</a:t>
            </a:r>
          </a:p>
        </p:txBody>
      </p:sp>
      <p:sp>
        <p:nvSpPr>
          <p:cNvPr id="8" name="GUIDE (delete)"/>
          <p:cNvSpPr/>
          <p:nvPr/>
        </p:nvSpPr>
        <p:spPr>
          <a:xfrm>
            <a:off x="2371725" y="13015912"/>
            <a:ext cx="5543550" cy="352425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9342" rIns="69342" tIns="29718" bIns="29718"/>
          <a:lstStyle/>
          <a:p>
            <a:pPr algn="ctr">
              <a:lnSpc>
                <a:spcPts val="2379"/>
              </a:lnSpc>
            </a:pPr>
            <a:r>
              <a:rPr b="1" sz="1950">
                <a:solidFill>
                  <a:srgbClr val="FFFFFF"/>
                </a:solidFill>
                <a:latin typeface="Montserrat"/>
              </a:rPr>
              <a:t>Photo: click it, then Replace. Filters &gt; B&amp;W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aper (background)" descr="pap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torn paper" descr="0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80000">
            <a:off x="1257300" y="4210050"/>
            <a:ext cx="8153400" cy="9296400"/>
          </a:xfrm>
          <a:prstGeom prst="rect">
            <a:avLst/>
          </a:prstGeom>
        </p:spPr>
      </p:pic>
      <p:pic>
        <p:nvPicPr>
          <p:cNvPr id="4" name="PHOTO: Your product" descr="02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480000">
            <a:off x="1905000" y="4857750"/>
            <a:ext cx="6858000" cy="8001000"/>
          </a:xfrm>
          <a:prstGeom prst="rect">
            <a:avLst/>
          </a:prstGeom>
        </p:spPr>
      </p:pic>
      <p:pic>
        <p:nvPicPr>
          <p:cNvPr id="5" name="meet" descr="02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28900" y="919162"/>
            <a:ext cx="5029200" cy="1971675"/>
          </a:xfrm>
          <a:prstGeom prst="rect">
            <a:avLst/>
          </a:prstGeom>
        </p:spPr>
      </p:pic>
      <p:sp>
        <p:nvSpPr>
          <p:cNvPr id="6" name="TEXT: [PRODUCT NAME]"/>
          <p:cNvSpPr/>
          <p:nvPr/>
        </p:nvSpPr>
        <p:spPr>
          <a:xfrm rot="120000">
            <a:off x="1576388" y="3095625"/>
            <a:ext cx="7134225" cy="1047750"/>
          </a:xfrm>
          <a:prstGeom prst="rect">
            <a:avLst/>
          </a:prstGeom>
          <a:solidFill>
            <a:srgbClr val="7A17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02692" rIns="202692" tIns="86868" bIns="86868"/>
          <a:lstStyle/>
          <a:p>
            <a:pPr algn="ctr">
              <a:lnSpc>
                <a:spcPts val="6953"/>
              </a:lnSpc>
            </a:pPr>
            <a:r>
              <a:rPr b="1" sz="5700">
                <a:solidFill>
                  <a:srgbClr val="FFFFFF"/>
                </a:solidFill>
                <a:latin typeface="Montserrat"/>
              </a:rPr>
              <a:t>[PRODUCT NAME]</a:t>
            </a:r>
          </a:p>
        </p:txBody>
      </p:sp>
      <p:pic>
        <p:nvPicPr>
          <p:cNvPr id="7" name="arrow" descr="02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000" y="5024438"/>
            <a:ext cx="2095500" cy="1381125"/>
          </a:xfrm>
          <a:prstGeom prst="rect">
            <a:avLst/>
          </a:prstGeom>
        </p:spPr>
      </p:pic>
      <p:pic>
        <p:nvPicPr>
          <p:cNvPr id="8" name="butterfly" descr="02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20400000">
            <a:off x="6981825" y="3662362"/>
            <a:ext cx="3181350" cy="258127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aper (background)" descr="pap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string" descr="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6750" y="8524875"/>
            <a:ext cx="1333500" cy="5286375"/>
          </a:xfrm>
          <a:prstGeom prst="rect">
            <a:avLst/>
          </a:prstGeom>
        </p:spPr>
      </p:pic>
      <p:pic>
        <p:nvPicPr>
          <p:cNvPr id="4" name="string" descr="02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5500" y="10477500"/>
            <a:ext cx="2000250" cy="3333750"/>
          </a:xfrm>
          <a:prstGeom prst="rect">
            <a:avLst/>
          </a:prstGeom>
        </p:spPr>
      </p:pic>
      <p:pic>
        <p:nvPicPr>
          <p:cNvPr id="5" name="round paper" descr="02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14500" y="2667000"/>
            <a:ext cx="6477000" cy="6477000"/>
          </a:xfrm>
          <a:prstGeom prst="rect">
            <a:avLst/>
          </a:prstGeom>
        </p:spPr>
      </p:pic>
      <p:pic>
        <p:nvPicPr>
          <p:cNvPr id="6" name="PHOTO: Your product, close up" descr="02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6000" y="3238500"/>
            <a:ext cx="5334000" cy="5334000"/>
          </a:xfrm>
          <a:prstGeom prst="ellipse">
            <a:avLst/>
          </a:prstGeom>
        </p:spPr>
      </p:pic>
      <p:pic>
        <p:nvPicPr>
          <p:cNvPr id="7" name="gift" descr="02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21120000">
            <a:off x="6276975" y="7600950"/>
            <a:ext cx="3638550" cy="3467100"/>
          </a:xfrm>
          <a:prstGeom prst="rect">
            <a:avLst/>
          </a:prstGeom>
        </p:spPr>
      </p:pic>
      <p:pic>
        <p:nvPicPr>
          <p:cNvPr id="8" name="sparkle" descr="03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58125" y="2419350"/>
            <a:ext cx="1428750" cy="1447800"/>
          </a:xfrm>
          <a:prstGeom prst="rect">
            <a:avLst/>
          </a:prstGeom>
        </p:spPr>
      </p:pic>
      <p:pic>
        <p:nvPicPr>
          <p:cNvPr id="9" name="sparkle" descr="00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00125" y="2290762"/>
            <a:ext cx="857250" cy="1133475"/>
          </a:xfrm>
          <a:prstGeom prst="rect">
            <a:avLst/>
          </a:prstGeom>
        </p:spPr>
      </p:pic>
      <p:sp>
        <p:nvSpPr>
          <p:cNvPr id="10" name="TEXT: [what it fixes, in one line]"/>
          <p:cNvSpPr/>
          <p:nvPr/>
        </p:nvSpPr>
        <p:spPr>
          <a:xfrm rot="180000">
            <a:off x="623888" y="10501312"/>
            <a:ext cx="4181475" cy="14763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54686" rIns="154686" tIns="66294" bIns="66294"/>
          <a:lstStyle/>
          <a:p>
            <a:pPr algn="ctr">
              <a:lnSpc>
                <a:spcPts val="5307"/>
              </a:lnSpc>
            </a:pPr>
            <a:r>
              <a:rPr b="1" sz="4350">
                <a:solidFill>
                  <a:srgbClr val="181716"/>
                </a:solidFill>
                <a:latin typeface="Montserrat"/>
              </a:rPr>
              <a:t>[what it fixes,</a:t>
            </a:r>
          </a:p>
          <a:p>
            <a:pPr algn="ctr">
              <a:lnSpc>
                <a:spcPts val="5307"/>
              </a:lnSpc>
            </a:pPr>
            <a:r>
              <a:rPr b="1" sz="4350">
                <a:solidFill>
                  <a:srgbClr val="181716"/>
                </a:solidFill>
                <a:latin typeface="Montserrat"/>
              </a:rPr>
              <a:t>in one line]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aper (background)" descr="pap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made for" descr="0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20000">
            <a:off x="1766888" y="933450"/>
            <a:ext cx="6753225" cy="2133600"/>
          </a:xfrm>
          <a:prstGeom prst="rect">
            <a:avLst/>
          </a:prstGeom>
        </p:spPr>
      </p:pic>
      <p:pic>
        <p:nvPicPr>
          <p:cNvPr id="4" name="mug" descr="0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240000">
            <a:off x="6276975" y="10096500"/>
            <a:ext cx="3448050" cy="3238500"/>
          </a:xfrm>
          <a:prstGeom prst="rect">
            <a:avLst/>
          </a:prstGeom>
        </p:spPr>
      </p:pic>
      <p:pic>
        <p:nvPicPr>
          <p:cNvPr id="5" name="sticky note" descr="03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360000">
            <a:off x="590550" y="3476625"/>
            <a:ext cx="4533900" cy="4476750"/>
          </a:xfrm>
          <a:prstGeom prst="rect">
            <a:avLst/>
          </a:prstGeom>
        </p:spPr>
      </p:pic>
      <p:pic>
        <p:nvPicPr>
          <p:cNvPr id="6" name="sticky note" descr="03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1300000">
            <a:off x="5067300" y="5667375"/>
            <a:ext cx="4533900" cy="4476750"/>
          </a:xfrm>
          <a:prstGeom prst="rect">
            <a:avLst/>
          </a:prstGeom>
        </p:spPr>
      </p:pic>
      <p:pic>
        <p:nvPicPr>
          <p:cNvPr id="7" name="sticky note" descr="03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80000">
            <a:off x="781050" y="8239125"/>
            <a:ext cx="4533900" cy="4476750"/>
          </a:xfrm>
          <a:prstGeom prst="rect">
            <a:avLst/>
          </a:prstGeom>
        </p:spPr>
      </p:pic>
      <p:sp>
        <p:nvSpPr>
          <p:cNvPr id="8" name="TEXT: for the [6am crowd]"/>
          <p:cNvSpPr/>
          <p:nvPr/>
        </p:nvSpPr>
        <p:spPr>
          <a:xfrm rot="360000">
            <a:off x="1125859" y="5285227"/>
            <a:ext cx="3419475" cy="12763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33350" rIns="133350" tIns="57150" bIns="57150"/>
          <a:lstStyle/>
          <a:p>
            <a:pPr algn="ctr">
              <a:lnSpc>
                <a:spcPts val="4575"/>
              </a:lnSpc>
            </a:pPr>
            <a:r>
              <a:rPr b="1" sz="3750">
                <a:solidFill>
                  <a:srgbClr val="181716"/>
                </a:solidFill>
                <a:latin typeface="Montserrat"/>
              </a:rPr>
              <a:t>for the</a:t>
            </a:r>
          </a:p>
          <a:p>
            <a:pPr algn="ctr">
              <a:lnSpc>
                <a:spcPts val="4575"/>
              </a:lnSpc>
            </a:pPr>
            <a:r>
              <a:rPr b="1" sz="3750">
                <a:solidFill>
                  <a:srgbClr val="181716"/>
                </a:solidFill>
                <a:latin typeface="Montserrat"/>
              </a:rPr>
              <a:t>[6am crowd]</a:t>
            </a:r>
          </a:p>
        </p:txBody>
      </p:sp>
      <p:sp>
        <p:nvSpPr>
          <p:cNvPr id="9" name="TEXT: for the [dog mums]"/>
          <p:cNvSpPr/>
          <p:nvPr/>
        </p:nvSpPr>
        <p:spPr>
          <a:xfrm rot="21300000">
            <a:off x="5714213" y="7476328"/>
            <a:ext cx="3276600" cy="12763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33350" rIns="133350" tIns="57150" bIns="57150"/>
          <a:lstStyle/>
          <a:p>
            <a:pPr algn="ctr">
              <a:lnSpc>
                <a:spcPts val="4575"/>
              </a:lnSpc>
            </a:pPr>
            <a:r>
              <a:rPr b="1" sz="3750">
                <a:solidFill>
                  <a:srgbClr val="181716"/>
                </a:solidFill>
                <a:latin typeface="Montserrat"/>
              </a:rPr>
              <a:t>for the</a:t>
            </a:r>
          </a:p>
          <a:p>
            <a:pPr algn="ctr">
              <a:lnSpc>
                <a:spcPts val="4575"/>
              </a:lnSpc>
            </a:pPr>
            <a:r>
              <a:rPr b="1" sz="3750">
                <a:solidFill>
                  <a:srgbClr val="181716"/>
                </a:solidFill>
                <a:latin typeface="Montserrat"/>
              </a:rPr>
              <a:t>[dog mums]</a:t>
            </a:r>
          </a:p>
        </p:txBody>
      </p:sp>
      <p:sp>
        <p:nvSpPr>
          <p:cNvPr id="10" name="TEXT: for the [busy mums]"/>
          <p:cNvSpPr/>
          <p:nvPr/>
        </p:nvSpPr>
        <p:spPr>
          <a:xfrm rot="180000">
            <a:off x="1284433" y="10048588"/>
            <a:ext cx="3505200" cy="12763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33350" rIns="133350" tIns="57150" bIns="57150"/>
          <a:lstStyle/>
          <a:p>
            <a:pPr algn="ctr">
              <a:lnSpc>
                <a:spcPts val="4575"/>
              </a:lnSpc>
            </a:pPr>
            <a:r>
              <a:rPr b="1" sz="3750">
                <a:solidFill>
                  <a:srgbClr val="181716"/>
                </a:solidFill>
                <a:latin typeface="Montserrat"/>
              </a:rPr>
              <a:t>for the</a:t>
            </a:r>
          </a:p>
          <a:p>
            <a:pPr algn="ctr">
              <a:lnSpc>
                <a:spcPts val="4575"/>
              </a:lnSpc>
            </a:pPr>
            <a:r>
              <a:rPr b="1" sz="3750">
                <a:solidFill>
                  <a:srgbClr val="181716"/>
                </a:solidFill>
                <a:latin typeface="Montserrat"/>
              </a:rPr>
              <a:t>[busy mums]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aper (background)" descr="pap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burst" descr="03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0" y="3619500"/>
            <a:ext cx="8572500" cy="7810500"/>
          </a:xfrm>
          <a:prstGeom prst="rect">
            <a:avLst/>
          </a:prstGeom>
        </p:spPr>
      </p:pic>
      <p:pic>
        <p:nvPicPr>
          <p:cNvPr id="4" name="phone" descr="03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14650" y="3252788"/>
            <a:ext cx="4838700" cy="8543925"/>
          </a:xfrm>
          <a:prstGeom prst="rect">
            <a:avLst/>
          </a:prstGeom>
        </p:spPr>
      </p:pic>
      <p:pic>
        <p:nvPicPr>
          <p:cNvPr id="5" name="PHOTO: Your shop or listing (screenshot)" descr="03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52850" y="4071938"/>
            <a:ext cx="3152775" cy="6905625"/>
          </a:xfrm>
          <a:prstGeom prst="rect">
            <a:avLst/>
          </a:prstGeom>
        </p:spPr>
      </p:pic>
      <p:pic>
        <p:nvPicPr>
          <p:cNvPr id="6" name="butterfly" descr="04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600000">
            <a:off x="3524250" y="2676525"/>
            <a:ext cx="2286000" cy="1724025"/>
          </a:xfrm>
          <a:prstGeom prst="rect">
            <a:avLst/>
          </a:prstGeom>
        </p:spPr>
      </p:pic>
      <p:sp>
        <p:nvSpPr>
          <p:cNvPr id="7" name="TEXT: [in my shop now]"/>
          <p:cNvSpPr/>
          <p:nvPr/>
        </p:nvSpPr>
        <p:spPr>
          <a:xfrm rot="120000">
            <a:off x="1828800" y="11882438"/>
            <a:ext cx="6629400" cy="10001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92024" rIns="192024" tIns="82296" bIns="82296"/>
          <a:lstStyle/>
          <a:p>
            <a:pPr algn="ctr">
              <a:lnSpc>
                <a:spcPts val="6588"/>
              </a:lnSpc>
            </a:pPr>
            <a:r>
              <a:rPr b="1" sz="5400">
                <a:solidFill>
                  <a:srgbClr val="181716"/>
                </a:solidFill>
                <a:latin typeface="Montserrat"/>
              </a:rPr>
              <a:t>[in my shop now]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aper (background)" descr="pap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torn paper" descr="04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80000">
            <a:off x="400050" y="2781300"/>
            <a:ext cx="9486900" cy="10820400"/>
          </a:xfrm>
          <a:prstGeom prst="rect">
            <a:avLst/>
          </a:prstGeom>
        </p:spPr>
      </p:pic>
      <p:pic>
        <p:nvPicPr>
          <p:cNvPr id="4" name="PHOTO: You again (head near the top)" descr="04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480000">
            <a:off x="1047750" y="3429000"/>
            <a:ext cx="8191500" cy="9525000"/>
          </a:xfrm>
          <a:prstGeom prst="rect">
            <a:avLst/>
          </a:prstGeom>
        </p:spPr>
      </p:pic>
      <p:pic>
        <p:nvPicPr>
          <p:cNvPr id="5" name="butterfly" descr="04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500000">
            <a:off x="2000250" y="2324100"/>
            <a:ext cx="2286000" cy="2209800"/>
          </a:xfrm>
          <a:prstGeom prst="rect">
            <a:avLst/>
          </a:prstGeom>
        </p:spPr>
      </p:pic>
      <p:pic>
        <p:nvPicPr>
          <p:cNvPr id="6" name="butterfly" descr="04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900000">
            <a:off x="2800350" y="2287564"/>
            <a:ext cx="2286000" cy="1857375"/>
          </a:xfrm>
          <a:prstGeom prst="rect">
            <a:avLst/>
          </a:prstGeom>
        </p:spPr>
      </p:pic>
      <p:pic>
        <p:nvPicPr>
          <p:cNvPr id="7" name="butterfly" descr="04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300000">
            <a:off x="3600450" y="2222753"/>
            <a:ext cx="2286000" cy="1724025"/>
          </a:xfrm>
          <a:prstGeom prst="rect">
            <a:avLst/>
          </a:prstGeom>
        </p:spPr>
      </p:pic>
      <p:pic>
        <p:nvPicPr>
          <p:cNvPr id="8" name="butterfly" descr="04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300000">
            <a:off x="4400550" y="1979865"/>
            <a:ext cx="2286000" cy="2209800"/>
          </a:xfrm>
          <a:prstGeom prst="rect">
            <a:avLst/>
          </a:prstGeom>
        </p:spPr>
      </p:pic>
      <p:pic>
        <p:nvPicPr>
          <p:cNvPr id="9" name="butterfly" descr="04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0700000">
            <a:off x="5200650" y="2287564"/>
            <a:ext cx="2286000" cy="1857375"/>
          </a:xfrm>
          <a:prstGeom prst="rect">
            <a:avLst/>
          </a:prstGeom>
        </p:spPr>
      </p:pic>
      <p:pic>
        <p:nvPicPr>
          <p:cNvPr id="10" name="butterfly" descr="04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20100000">
            <a:off x="6000750" y="2566988"/>
            <a:ext cx="2286000" cy="1724025"/>
          </a:xfrm>
          <a:prstGeom prst="rect">
            <a:avLst/>
          </a:prstGeom>
        </p:spPr>
      </p:pic>
      <p:sp>
        <p:nvSpPr>
          <p:cNvPr id="11" name="TEXT: sound like you?"/>
          <p:cNvSpPr/>
          <p:nvPr/>
        </p:nvSpPr>
        <p:spPr>
          <a:xfrm rot="120000">
            <a:off x="2452688" y="9067800"/>
            <a:ext cx="5381625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76022" rIns="176022" tIns="75438" bIns="75438"/>
          <a:lstStyle/>
          <a:p>
            <a:pPr algn="ctr">
              <a:lnSpc>
                <a:spcPts val="6039"/>
              </a:lnSpc>
            </a:pPr>
            <a:r>
              <a:rPr b="1" sz="4950">
                <a:solidFill>
                  <a:srgbClr val="181716"/>
                </a:solidFill>
                <a:latin typeface="Montserrat"/>
              </a:rPr>
              <a:t>sound like you?</a:t>
            </a:r>
          </a:p>
        </p:txBody>
      </p:sp>
      <p:pic>
        <p:nvPicPr>
          <p:cNvPr id="12" name="Comment" descr="049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8200" y="9848850"/>
            <a:ext cx="8610600" cy="2019300"/>
          </a:xfrm>
          <a:prstGeom prst="rect">
            <a:avLst/>
          </a:prstGeom>
        </p:spPr>
      </p:pic>
      <p:sp>
        <p:nvSpPr>
          <p:cNvPr id="13" name="TEXT: &quot;[KEYWORD]&quot;"/>
          <p:cNvSpPr/>
          <p:nvPr/>
        </p:nvSpPr>
        <p:spPr>
          <a:xfrm rot="21480000">
            <a:off x="2224088" y="11706225"/>
            <a:ext cx="5838825" cy="1162050"/>
          </a:xfrm>
          <a:prstGeom prst="roundRect">
            <a:avLst>
              <a:gd name="adj" fmla="val 50000"/>
            </a:avLst>
          </a:prstGeom>
          <a:solidFill>
            <a:srgbClr val="7A17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7668" rIns="387668" tIns="155067" bIns="155067"/>
          <a:lstStyle/>
          <a:p>
            <a:pPr algn="ctr">
              <a:lnSpc>
                <a:spcPts val="6771"/>
              </a:lnSpc>
            </a:pPr>
            <a:r>
              <a:rPr b="1" sz="5550">
                <a:solidFill>
                  <a:srgbClr val="FFFFFF"/>
                </a:solidFill>
                <a:latin typeface="Montserrat"/>
              </a:rPr>
              <a:t>"[KEYWORD]"</a:t>
            </a:r>
          </a:p>
        </p:txBody>
      </p:sp>
      <p:pic>
        <p:nvPicPr>
          <p:cNvPr id="14" name="sparkle" descr="05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77250" y="9786938"/>
            <a:ext cx="762000" cy="100012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